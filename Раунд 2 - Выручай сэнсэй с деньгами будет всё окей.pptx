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embeddedFontLst>
    <p:embeddedFont>
      <p:font typeface="Playfair Display"/>
      <p:regular r:id="rId49"/>
      <p:bold r:id="rId50"/>
      <p:italic r:id="rId51"/>
      <p:boldItalic r:id="rId52"/>
    </p:embeddedFont>
    <p:embeddedFont>
      <p:font typeface="Helvetica Neue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7" roundtripDataSignature="AMtx7mg9mbUSY7xNygHtmnsztCOnZV1p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8AF6FE-12A7-4F74-8AB5-320FCA8590A0}">
  <a:tblStyle styleId="{8D8AF6FE-12A7-4F74-8AB5-320FCA8590A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 b="off" i="off"/>
      <a:tcStyle>
        <a:fill>
          <a:solidFill>
            <a:srgbClr val="FFFFFF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PlayfairDis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layfairDisplay-italic.fntdata"/><Relationship Id="rId50" Type="http://schemas.openxmlformats.org/officeDocument/2006/relationships/font" Target="fonts/PlayfairDisplay-bold.fntdata"/><Relationship Id="rId53" Type="http://schemas.openxmlformats.org/officeDocument/2006/relationships/font" Target="fonts/HelveticaNeue-regular.fntdata"/><Relationship Id="rId52" Type="http://schemas.openxmlformats.org/officeDocument/2006/relationships/font" Target="fonts/PlayfairDisplay-boldItalic.fntdata"/><Relationship Id="rId11" Type="http://schemas.openxmlformats.org/officeDocument/2006/relationships/slide" Target="slides/slide6.xml"/><Relationship Id="rId55" Type="http://schemas.openxmlformats.org/officeDocument/2006/relationships/font" Target="fonts/HelveticaNeue-italic.fntdata"/><Relationship Id="rId10" Type="http://schemas.openxmlformats.org/officeDocument/2006/relationships/slide" Target="slides/slide5.xml"/><Relationship Id="rId54" Type="http://schemas.openxmlformats.org/officeDocument/2006/relationships/font" Target="fonts/HelveticaNeue-bold.fntdata"/><Relationship Id="rId13" Type="http://schemas.openxmlformats.org/officeDocument/2006/relationships/slide" Target="slides/slide8.xml"/><Relationship Id="rId57" Type="http://customschemas.google.com/relationships/presentationmetadata" Target="metadata"/><Relationship Id="rId12" Type="http://schemas.openxmlformats.org/officeDocument/2006/relationships/slide" Target="slides/slide7.xml"/><Relationship Id="rId56" Type="http://schemas.openxmlformats.org/officeDocument/2006/relationships/font" Target="fonts/HelveticaNeue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4"/>
          <p:cNvSpPr txBox="1"/>
          <p:nvPr>
            <p:ph idx="1" type="body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4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spreadsheets/d/1dXNK1jN7QNklZqaugqTforWEQt41dtjV/edit?usp=sharing&amp;ouid=117085966385859806058&amp;rtpof=true&amp;sd=true" TargetMode="External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spreadsheets/d/1AeoXcuKIxhreAumUkEVmt5HqaK2lFAa0l1xDh05c7AU/edit?usp=sharing" TargetMode="External"/><Relationship Id="rId4" Type="http://schemas.openxmlformats.org/officeDocument/2006/relationships/hyperlink" Target="https://viruchay.ru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4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3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cs.google.com/spreadsheets/d/1dXNK1jN7QNklZqaugqTforWEQt41dtjV/edit?usp=sharing&amp;ouid=117085966385859806058&amp;rtpof=true&amp;sd=true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viruchay.ru/prototip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1.png"/><Relationship Id="rId4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ocs.google.com/spreadsheets/d/1AeoXcuKIxhreAumUkEVmt5HqaK2lFAa0l1xDh05c7AU/edit?usp=sharing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jpg"/><Relationship Id="rId4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Relationship Id="rId4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Relationship Id="rId4" Type="http://schemas.openxmlformats.org/officeDocument/2006/relationships/image" Target="../media/image37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jpg"/><Relationship Id="rId4" Type="http://schemas.openxmlformats.org/officeDocument/2006/relationships/image" Target="../media/image27.png"/><Relationship Id="rId5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jpg"/><Relationship Id="rId4" Type="http://schemas.openxmlformats.org/officeDocument/2006/relationships/image" Target="../media/image38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9.jpg"/><Relationship Id="rId4" Type="http://schemas.openxmlformats.org/officeDocument/2006/relationships/image" Target="../media/image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.png"/><Relationship Id="rId4" Type="http://schemas.openxmlformats.org/officeDocument/2006/relationships/image" Target="../media/image28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"/>
          <p:cNvSpPr txBox="1"/>
          <p:nvPr/>
        </p:nvSpPr>
        <p:spPr>
          <a:xfrm>
            <a:off x="431088" y="2262109"/>
            <a:ext cx="8394193" cy="991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6600"/>
              <a:buFont typeface="Helvetica Neue"/>
              <a:buNone/>
            </a:pPr>
            <a:r>
              <a:rPr b="1" i="0" lang="en-US" sz="6600" u="none" cap="none" strike="noStrike">
                <a:solidFill>
                  <a:srgbClr val="F9731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Выручай.ру</a:t>
            </a:r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374903" y="3655814"/>
            <a:ext cx="8394194" cy="222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89"/>
              </a:lnSpc>
              <a:spcBef>
                <a:spcPts val="0"/>
              </a:spcBef>
              <a:spcAft>
                <a:spcPts val="0"/>
              </a:spcAft>
              <a:buClr>
                <a:srgbClr val="8EA0BD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8EA0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Финансовый Сэнсэй нового поколения</a:t>
            </a:r>
            <a:endParaRPr/>
          </a:p>
        </p:txBody>
      </p:sp>
      <p:pic>
        <p:nvPicPr>
          <p:cNvPr descr="k-20_2_srednevekove.jpg" id="17" name="Google Shape;17;p1"/>
          <p:cNvPicPr preferRelativeResize="0"/>
          <p:nvPr/>
        </p:nvPicPr>
        <p:blipFill rotWithShape="1">
          <a:blip r:embed="rId3">
            <a:alphaModFix/>
          </a:blip>
          <a:srcRect b="17401" l="5833" r="7356" t="19771"/>
          <a:stretch/>
        </p:blipFill>
        <p:spPr>
          <a:xfrm>
            <a:off x="3526973" y="1199381"/>
            <a:ext cx="2283979" cy="991804"/>
          </a:xfrm>
          <a:custGeom>
            <a:rect b="b" l="l" r="r" t="t"/>
            <a:pathLst>
              <a:path extrusionOk="0" h="21595" w="21497">
                <a:moveTo>
                  <a:pt x="15728" y="0"/>
                </a:moveTo>
                <a:cubicBezTo>
                  <a:pt x="15619" y="2"/>
                  <a:pt x="15514" y="86"/>
                  <a:pt x="15478" y="242"/>
                </a:cubicBezTo>
                <a:cubicBezTo>
                  <a:pt x="15349" y="801"/>
                  <a:pt x="15491" y="1444"/>
                  <a:pt x="15743" y="1444"/>
                </a:cubicBezTo>
                <a:cubicBezTo>
                  <a:pt x="15792" y="1444"/>
                  <a:pt x="15892" y="1573"/>
                  <a:pt x="15963" y="1737"/>
                </a:cubicBezTo>
                <a:cubicBezTo>
                  <a:pt x="16034" y="1902"/>
                  <a:pt x="16136" y="2040"/>
                  <a:pt x="16191" y="2040"/>
                </a:cubicBezTo>
                <a:cubicBezTo>
                  <a:pt x="16449" y="2040"/>
                  <a:pt x="16457" y="2083"/>
                  <a:pt x="16457" y="3751"/>
                </a:cubicBezTo>
                <a:lnTo>
                  <a:pt x="16457" y="5315"/>
                </a:lnTo>
                <a:lnTo>
                  <a:pt x="15904" y="5540"/>
                </a:lnTo>
                <a:cubicBezTo>
                  <a:pt x="15404" y="5736"/>
                  <a:pt x="14483" y="6065"/>
                  <a:pt x="13180" y="6516"/>
                </a:cubicBezTo>
                <a:cubicBezTo>
                  <a:pt x="12925" y="6605"/>
                  <a:pt x="12618" y="6649"/>
                  <a:pt x="12497" y="6611"/>
                </a:cubicBezTo>
                <a:cubicBezTo>
                  <a:pt x="12325" y="6557"/>
                  <a:pt x="12252" y="6591"/>
                  <a:pt x="12168" y="6767"/>
                </a:cubicBezTo>
                <a:cubicBezTo>
                  <a:pt x="12080" y="6951"/>
                  <a:pt x="11981" y="6991"/>
                  <a:pt x="11612" y="6991"/>
                </a:cubicBezTo>
                <a:cubicBezTo>
                  <a:pt x="11314" y="6991"/>
                  <a:pt x="11132" y="7043"/>
                  <a:pt x="11077" y="7147"/>
                </a:cubicBezTo>
                <a:cubicBezTo>
                  <a:pt x="10949" y="7394"/>
                  <a:pt x="10181" y="7643"/>
                  <a:pt x="10009" y="7493"/>
                </a:cubicBezTo>
                <a:cubicBezTo>
                  <a:pt x="9893" y="7391"/>
                  <a:pt x="9827" y="7418"/>
                  <a:pt x="9658" y="7622"/>
                </a:cubicBezTo>
                <a:cubicBezTo>
                  <a:pt x="9367" y="7973"/>
                  <a:pt x="9110" y="8062"/>
                  <a:pt x="8922" y="7881"/>
                </a:cubicBezTo>
                <a:cubicBezTo>
                  <a:pt x="8785" y="7750"/>
                  <a:pt x="8748" y="7757"/>
                  <a:pt x="8627" y="7959"/>
                </a:cubicBezTo>
                <a:cubicBezTo>
                  <a:pt x="8532" y="8117"/>
                  <a:pt x="8249" y="8283"/>
                  <a:pt x="7738" y="8469"/>
                </a:cubicBezTo>
                <a:cubicBezTo>
                  <a:pt x="7326" y="8619"/>
                  <a:pt x="6731" y="8837"/>
                  <a:pt x="6412" y="8962"/>
                </a:cubicBezTo>
                <a:cubicBezTo>
                  <a:pt x="6093" y="9086"/>
                  <a:pt x="5645" y="9229"/>
                  <a:pt x="5418" y="9273"/>
                </a:cubicBezTo>
                <a:lnTo>
                  <a:pt x="5004" y="9350"/>
                </a:lnTo>
                <a:lnTo>
                  <a:pt x="5004" y="8383"/>
                </a:lnTo>
                <a:lnTo>
                  <a:pt x="5004" y="7406"/>
                </a:lnTo>
                <a:lnTo>
                  <a:pt x="5175" y="7406"/>
                </a:lnTo>
                <a:cubicBezTo>
                  <a:pt x="5294" y="7406"/>
                  <a:pt x="5382" y="7502"/>
                  <a:pt x="5459" y="7709"/>
                </a:cubicBezTo>
                <a:cubicBezTo>
                  <a:pt x="5521" y="7873"/>
                  <a:pt x="5627" y="8002"/>
                  <a:pt x="5695" y="8002"/>
                </a:cubicBezTo>
                <a:cubicBezTo>
                  <a:pt x="5867" y="8002"/>
                  <a:pt x="6087" y="7565"/>
                  <a:pt x="6087" y="7225"/>
                </a:cubicBezTo>
                <a:cubicBezTo>
                  <a:pt x="6087" y="6902"/>
                  <a:pt x="5912" y="6568"/>
                  <a:pt x="5743" y="6568"/>
                </a:cubicBezTo>
                <a:cubicBezTo>
                  <a:pt x="5681" y="6568"/>
                  <a:pt x="5563" y="6411"/>
                  <a:pt x="5478" y="6214"/>
                </a:cubicBezTo>
                <a:cubicBezTo>
                  <a:pt x="5393" y="6017"/>
                  <a:pt x="5275" y="5859"/>
                  <a:pt x="5216" y="5859"/>
                </a:cubicBezTo>
                <a:cubicBezTo>
                  <a:pt x="5087" y="5859"/>
                  <a:pt x="4645" y="5370"/>
                  <a:pt x="4645" y="5229"/>
                </a:cubicBezTo>
                <a:cubicBezTo>
                  <a:pt x="4645" y="5091"/>
                  <a:pt x="4313" y="4779"/>
                  <a:pt x="4167" y="4779"/>
                </a:cubicBezTo>
                <a:cubicBezTo>
                  <a:pt x="4102" y="4779"/>
                  <a:pt x="4019" y="4677"/>
                  <a:pt x="3984" y="4546"/>
                </a:cubicBezTo>
                <a:cubicBezTo>
                  <a:pt x="3884" y="4177"/>
                  <a:pt x="3538" y="4207"/>
                  <a:pt x="3427" y="4598"/>
                </a:cubicBezTo>
                <a:cubicBezTo>
                  <a:pt x="3276" y="5131"/>
                  <a:pt x="3452" y="5738"/>
                  <a:pt x="3760" y="5738"/>
                </a:cubicBezTo>
                <a:cubicBezTo>
                  <a:pt x="3810" y="5738"/>
                  <a:pt x="3899" y="5860"/>
                  <a:pt x="3958" y="6015"/>
                </a:cubicBezTo>
                <a:cubicBezTo>
                  <a:pt x="4016" y="6170"/>
                  <a:pt x="4146" y="6333"/>
                  <a:pt x="4249" y="6378"/>
                </a:cubicBezTo>
                <a:lnTo>
                  <a:pt x="4436" y="6464"/>
                </a:lnTo>
                <a:lnTo>
                  <a:pt x="4436" y="8054"/>
                </a:lnTo>
                <a:lnTo>
                  <a:pt x="4436" y="9644"/>
                </a:lnTo>
                <a:lnTo>
                  <a:pt x="4219" y="9713"/>
                </a:lnTo>
                <a:cubicBezTo>
                  <a:pt x="4098" y="9750"/>
                  <a:pt x="3847" y="9838"/>
                  <a:pt x="3662" y="9912"/>
                </a:cubicBezTo>
                <a:cubicBezTo>
                  <a:pt x="3384" y="10024"/>
                  <a:pt x="3283" y="10016"/>
                  <a:pt x="3069" y="9860"/>
                </a:cubicBezTo>
                <a:cubicBezTo>
                  <a:pt x="2834" y="9690"/>
                  <a:pt x="2730" y="9691"/>
                  <a:pt x="1911" y="9860"/>
                </a:cubicBezTo>
                <a:cubicBezTo>
                  <a:pt x="401" y="10172"/>
                  <a:pt x="155" y="10245"/>
                  <a:pt x="76" y="10396"/>
                </a:cubicBezTo>
                <a:cubicBezTo>
                  <a:pt x="19" y="10507"/>
                  <a:pt x="-7" y="10676"/>
                  <a:pt x="2" y="10845"/>
                </a:cubicBezTo>
                <a:cubicBezTo>
                  <a:pt x="10" y="11014"/>
                  <a:pt x="52" y="11182"/>
                  <a:pt x="121" y="11286"/>
                </a:cubicBezTo>
                <a:cubicBezTo>
                  <a:pt x="210" y="11421"/>
                  <a:pt x="236" y="11547"/>
                  <a:pt x="218" y="11761"/>
                </a:cubicBezTo>
                <a:cubicBezTo>
                  <a:pt x="170" y="12351"/>
                  <a:pt x="240" y="12593"/>
                  <a:pt x="566" y="12954"/>
                </a:cubicBezTo>
                <a:lnTo>
                  <a:pt x="880" y="13300"/>
                </a:lnTo>
                <a:lnTo>
                  <a:pt x="846" y="13982"/>
                </a:lnTo>
                <a:cubicBezTo>
                  <a:pt x="808" y="14748"/>
                  <a:pt x="876" y="15383"/>
                  <a:pt x="1033" y="15711"/>
                </a:cubicBezTo>
                <a:cubicBezTo>
                  <a:pt x="1129" y="15913"/>
                  <a:pt x="1164" y="15914"/>
                  <a:pt x="1664" y="15736"/>
                </a:cubicBezTo>
                <a:cubicBezTo>
                  <a:pt x="1954" y="15633"/>
                  <a:pt x="2258" y="15482"/>
                  <a:pt x="2340" y="15408"/>
                </a:cubicBezTo>
                <a:lnTo>
                  <a:pt x="2490" y="15278"/>
                </a:lnTo>
                <a:lnTo>
                  <a:pt x="2456" y="14043"/>
                </a:lnTo>
                <a:lnTo>
                  <a:pt x="2419" y="12807"/>
                </a:lnTo>
                <a:lnTo>
                  <a:pt x="2643" y="12721"/>
                </a:lnTo>
                <a:cubicBezTo>
                  <a:pt x="3429" y="12417"/>
                  <a:pt x="3870" y="12260"/>
                  <a:pt x="4462" y="12064"/>
                </a:cubicBezTo>
                <a:cubicBezTo>
                  <a:pt x="4831" y="11942"/>
                  <a:pt x="5506" y="11700"/>
                  <a:pt x="5960" y="11528"/>
                </a:cubicBezTo>
                <a:cubicBezTo>
                  <a:pt x="6414" y="11357"/>
                  <a:pt x="7085" y="11119"/>
                  <a:pt x="7454" y="10992"/>
                </a:cubicBezTo>
                <a:cubicBezTo>
                  <a:pt x="7823" y="10866"/>
                  <a:pt x="8284" y="10695"/>
                  <a:pt x="8478" y="10621"/>
                </a:cubicBezTo>
                <a:cubicBezTo>
                  <a:pt x="8671" y="10547"/>
                  <a:pt x="8837" y="10510"/>
                  <a:pt x="8847" y="10534"/>
                </a:cubicBezTo>
                <a:cubicBezTo>
                  <a:pt x="8858" y="10559"/>
                  <a:pt x="8687" y="11005"/>
                  <a:pt x="8466" y="11528"/>
                </a:cubicBezTo>
                <a:cubicBezTo>
                  <a:pt x="8246" y="12051"/>
                  <a:pt x="7639" y="13523"/>
                  <a:pt x="7118" y="14803"/>
                </a:cubicBezTo>
                <a:cubicBezTo>
                  <a:pt x="6596" y="16083"/>
                  <a:pt x="6138" y="17205"/>
                  <a:pt x="6102" y="17292"/>
                </a:cubicBezTo>
                <a:cubicBezTo>
                  <a:pt x="5934" y="17688"/>
                  <a:pt x="6146" y="17926"/>
                  <a:pt x="6528" y="17776"/>
                </a:cubicBezTo>
                <a:cubicBezTo>
                  <a:pt x="6969" y="17602"/>
                  <a:pt x="8156" y="17182"/>
                  <a:pt x="8601" y="17041"/>
                </a:cubicBezTo>
                <a:cubicBezTo>
                  <a:pt x="9018" y="16910"/>
                  <a:pt x="9031" y="16911"/>
                  <a:pt x="9337" y="17249"/>
                </a:cubicBezTo>
                <a:cubicBezTo>
                  <a:pt x="9560" y="17496"/>
                  <a:pt x="9643" y="17650"/>
                  <a:pt x="9624" y="17784"/>
                </a:cubicBezTo>
                <a:cubicBezTo>
                  <a:pt x="9610" y="17887"/>
                  <a:pt x="9552" y="18455"/>
                  <a:pt x="9497" y="19046"/>
                </a:cubicBezTo>
                <a:cubicBezTo>
                  <a:pt x="9443" y="19637"/>
                  <a:pt x="9368" y="20384"/>
                  <a:pt x="9333" y="20705"/>
                </a:cubicBezTo>
                <a:cubicBezTo>
                  <a:pt x="9275" y="21236"/>
                  <a:pt x="9280" y="21302"/>
                  <a:pt x="9367" y="21448"/>
                </a:cubicBezTo>
                <a:cubicBezTo>
                  <a:pt x="9424" y="21545"/>
                  <a:pt x="9445" y="21592"/>
                  <a:pt x="9475" y="21595"/>
                </a:cubicBezTo>
                <a:cubicBezTo>
                  <a:pt x="9505" y="21599"/>
                  <a:pt x="9543" y="21562"/>
                  <a:pt x="9632" y="21483"/>
                </a:cubicBezTo>
                <a:cubicBezTo>
                  <a:pt x="9712" y="21412"/>
                  <a:pt x="10077" y="21242"/>
                  <a:pt x="10446" y="21111"/>
                </a:cubicBezTo>
                <a:cubicBezTo>
                  <a:pt x="10815" y="20981"/>
                  <a:pt x="11406" y="20774"/>
                  <a:pt x="11761" y="20645"/>
                </a:cubicBezTo>
                <a:cubicBezTo>
                  <a:pt x="12116" y="20516"/>
                  <a:pt x="12779" y="20278"/>
                  <a:pt x="13233" y="20118"/>
                </a:cubicBezTo>
                <a:cubicBezTo>
                  <a:pt x="13687" y="19958"/>
                  <a:pt x="14278" y="19742"/>
                  <a:pt x="14548" y="19642"/>
                </a:cubicBezTo>
                <a:cubicBezTo>
                  <a:pt x="14817" y="19543"/>
                  <a:pt x="15115" y="19462"/>
                  <a:pt x="15205" y="19461"/>
                </a:cubicBezTo>
                <a:cubicBezTo>
                  <a:pt x="15387" y="19459"/>
                  <a:pt x="15452" y="19312"/>
                  <a:pt x="15388" y="19055"/>
                </a:cubicBezTo>
                <a:cubicBezTo>
                  <a:pt x="15365" y="18962"/>
                  <a:pt x="15159" y="18390"/>
                  <a:pt x="14929" y="17776"/>
                </a:cubicBezTo>
                <a:cubicBezTo>
                  <a:pt x="14698" y="17162"/>
                  <a:pt x="14214" y="15848"/>
                  <a:pt x="13853" y="14864"/>
                </a:cubicBezTo>
                <a:cubicBezTo>
                  <a:pt x="13492" y="13879"/>
                  <a:pt x="13133" y="12918"/>
                  <a:pt x="13057" y="12721"/>
                </a:cubicBezTo>
                <a:cubicBezTo>
                  <a:pt x="12981" y="12524"/>
                  <a:pt x="12731" y="11840"/>
                  <a:pt x="12501" y="11208"/>
                </a:cubicBezTo>
                <a:lnTo>
                  <a:pt x="12079" y="10068"/>
                </a:lnTo>
                <a:lnTo>
                  <a:pt x="12269" y="9644"/>
                </a:lnTo>
                <a:cubicBezTo>
                  <a:pt x="12497" y="9142"/>
                  <a:pt x="12604" y="9093"/>
                  <a:pt x="15814" y="7994"/>
                </a:cubicBezTo>
                <a:cubicBezTo>
                  <a:pt x="16211" y="7858"/>
                  <a:pt x="16731" y="7671"/>
                  <a:pt x="16972" y="7579"/>
                </a:cubicBezTo>
                <a:cubicBezTo>
                  <a:pt x="17601" y="7338"/>
                  <a:pt x="18824" y="6931"/>
                  <a:pt x="18911" y="6931"/>
                </a:cubicBezTo>
                <a:cubicBezTo>
                  <a:pt x="18970" y="6931"/>
                  <a:pt x="18977" y="7064"/>
                  <a:pt x="18952" y="7622"/>
                </a:cubicBezTo>
                <a:cubicBezTo>
                  <a:pt x="18914" y="8459"/>
                  <a:pt x="19024" y="9104"/>
                  <a:pt x="19236" y="9307"/>
                </a:cubicBezTo>
                <a:cubicBezTo>
                  <a:pt x="19430" y="9493"/>
                  <a:pt x="20475" y="9061"/>
                  <a:pt x="20573" y="8754"/>
                </a:cubicBezTo>
                <a:cubicBezTo>
                  <a:pt x="20621" y="8605"/>
                  <a:pt x="20636" y="8209"/>
                  <a:pt x="20625" y="7415"/>
                </a:cubicBezTo>
                <a:lnTo>
                  <a:pt x="20610" y="6283"/>
                </a:lnTo>
                <a:lnTo>
                  <a:pt x="20835" y="6196"/>
                </a:lnTo>
                <a:cubicBezTo>
                  <a:pt x="21121" y="6081"/>
                  <a:pt x="21204" y="5915"/>
                  <a:pt x="21204" y="5462"/>
                </a:cubicBezTo>
                <a:cubicBezTo>
                  <a:pt x="21204" y="5197"/>
                  <a:pt x="21251" y="5008"/>
                  <a:pt x="21372" y="4771"/>
                </a:cubicBezTo>
                <a:cubicBezTo>
                  <a:pt x="21593" y="4339"/>
                  <a:pt x="21539" y="4133"/>
                  <a:pt x="21070" y="3604"/>
                </a:cubicBezTo>
                <a:cubicBezTo>
                  <a:pt x="20602" y="3077"/>
                  <a:pt x="20284" y="3015"/>
                  <a:pt x="19669" y="3336"/>
                </a:cubicBezTo>
                <a:cubicBezTo>
                  <a:pt x="19407" y="3473"/>
                  <a:pt x="18979" y="3702"/>
                  <a:pt x="18716" y="3837"/>
                </a:cubicBezTo>
                <a:cubicBezTo>
                  <a:pt x="18125" y="4142"/>
                  <a:pt x="17980" y="4297"/>
                  <a:pt x="17984" y="4624"/>
                </a:cubicBezTo>
                <a:cubicBezTo>
                  <a:pt x="17987" y="4844"/>
                  <a:pt x="17948" y="4884"/>
                  <a:pt x="17659" y="4952"/>
                </a:cubicBezTo>
                <a:cubicBezTo>
                  <a:pt x="17479" y="4995"/>
                  <a:pt x="17262" y="5060"/>
                  <a:pt x="17177" y="5099"/>
                </a:cubicBezTo>
                <a:lnTo>
                  <a:pt x="17024" y="5168"/>
                </a:lnTo>
                <a:lnTo>
                  <a:pt x="17024" y="4140"/>
                </a:lnTo>
                <a:lnTo>
                  <a:pt x="17024" y="3111"/>
                </a:lnTo>
                <a:lnTo>
                  <a:pt x="17177" y="3111"/>
                </a:lnTo>
                <a:cubicBezTo>
                  <a:pt x="17271" y="3111"/>
                  <a:pt x="17378" y="3222"/>
                  <a:pt x="17458" y="3405"/>
                </a:cubicBezTo>
                <a:cubicBezTo>
                  <a:pt x="17693" y="3949"/>
                  <a:pt x="18055" y="3672"/>
                  <a:pt x="18055" y="2947"/>
                </a:cubicBezTo>
                <a:cubicBezTo>
                  <a:pt x="18055" y="2479"/>
                  <a:pt x="17977" y="2273"/>
                  <a:pt x="17798" y="2273"/>
                </a:cubicBezTo>
                <a:cubicBezTo>
                  <a:pt x="17715" y="2273"/>
                  <a:pt x="17604" y="2138"/>
                  <a:pt x="17514" y="1919"/>
                </a:cubicBezTo>
                <a:cubicBezTo>
                  <a:pt x="17431" y="1720"/>
                  <a:pt x="17312" y="1556"/>
                  <a:pt x="17245" y="1556"/>
                </a:cubicBezTo>
                <a:cubicBezTo>
                  <a:pt x="17091" y="1556"/>
                  <a:pt x="16724" y="1126"/>
                  <a:pt x="16617" y="821"/>
                </a:cubicBezTo>
                <a:cubicBezTo>
                  <a:pt x="16570" y="687"/>
                  <a:pt x="16443" y="558"/>
                  <a:pt x="16318" y="519"/>
                </a:cubicBezTo>
                <a:cubicBezTo>
                  <a:pt x="16199" y="482"/>
                  <a:pt x="16060" y="357"/>
                  <a:pt x="16012" y="234"/>
                </a:cubicBezTo>
                <a:cubicBezTo>
                  <a:pt x="15951" y="78"/>
                  <a:pt x="15837" y="-1"/>
                  <a:pt x="15728" y="0"/>
                </a:cubicBezTo>
                <a:close/>
                <a:moveTo>
                  <a:pt x="11529" y="10223"/>
                </a:moveTo>
                <a:lnTo>
                  <a:pt x="11948" y="11355"/>
                </a:lnTo>
                <a:cubicBezTo>
                  <a:pt x="13978" y="16826"/>
                  <a:pt x="14654" y="18661"/>
                  <a:pt x="14641" y="18692"/>
                </a:cubicBezTo>
                <a:cubicBezTo>
                  <a:pt x="14632" y="18712"/>
                  <a:pt x="14290" y="18838"/>
                  <a:pt x="13879" y="18977"/>
                </a:cubicBezTo>
                <a:cubicBezTo>
                  <a:pt x="13468" y="19116"/>
                  <a:pt x="13012" y="19281"/>
                  <a:pt x="12870" y="19340"/>
                </a:cubicBezTo>
                <a:cubicBezTo>
                  <a:pt x="12479" y="19503"/>
                  <a:pt x="12442" y="19482"/>
                  <a:pt x="11970" y="18925"/>
                </a:cubicBezTo>
                <a:lnTo>
                  <a:pt x="11529" y="18407"/>
                </a:lnTo>
                <a:lnTo>
                  <a:pt x="11503" y="17249"/>
                </a:lnTo>
                <a:cubicBezTo>
                  <a:pt x="11474" y="15948"/>
                  <a:pt x="11473" y="15962"/>
                  <a:pt x="11858" y="15849"/>
                </a:cubicBezTo>
                <a:cubicBezTo>
                  <a:pt x="11982" y="15812"/>
                  <a:pt x="12109" y="15726"/>
                  <a:pt x="12138" y="15659"/>
                </a:cubicBezTo>
                <a:cubicBezTo>
                  <a:pt x="12175" y="15574"/>
                  <a:pt x="12103" y="15039"/>
                  <a:pt x="11907" y="13948"/>
                </a:cubicBezTo>
                <a:cubicBezTo>
                  <a:pt x="11544" y="11938"/>
                  <a:pt x="11494" y="11538"/>
                  <a:pt x="11514" y="10811"/>
                </a:cubicBezTo>
                <a:lnTo>
                  <a:pt x="11529" y="10223"/>
                </a:lnTo>
                <a:close/>
                <a:moveTo>
                  <a:pt x="10009" y="10932"/>
                </a:moveTo>
                <a:lnTo>
                  <a:pt x="10009" y="12729"/>
                </a:lnTo>
                <a:cubicBezTo>
                  <a:pt x="10009" y="13978"/>
                  <a:pt x="9984" y="14706"/>
                  <a:pt x="9931" y="15123"/>
                </a:cubicBezTo>
                <a:lnTo>
                  <a:pt x="9856" y="15728"/>
                </a:lnTo>
                <a:lnTo>
                  <a:pt x="9520" y="15797"/>
                </a:lnTo>
                <a:cubicBezTo>
                  <a:pt x="9335" y="15837"/>
                  <a:pt x="9047" y="15925"/>
                  <a:pt x="8885" y="15996"/>
                </a:cubicBezTo>
                <a:cubicBezTo>
                  <a:pt x="8722" y="16066"/>
                  <a:pt x="8238" y="16257"/>
                  <a:pt x="7805" y="16419"/>
                </a:cubicBezTo>
                <a:cubicBezTo>
                  <a:pt x="7373" y="16581"/>
                  <a:pt x="7001" y="16713"/>
                  <a:pt x="6983" y="16713"/>
                </a:cubicBezTo>
                <a:cubicBezTo>
                  <a:pt x="6954" y="16713"/>
                  <a:pt x="8014" y="14090"/>
                  <a:pt x="8956" y="11831"/>
                </a:cubicBezTo>
                <a:lnTo>
                  <a:pt x="9325" y="10949"/>
                </a:lnTo>
                <a:lnTo>
                  <a:pt x="9665" y="10940"/>
                </a:lnTo>
                <a:lnTo>
                  <a:pt x="10009" y="10932"/>
                </a:lnTo>
                <a:close/>
                <a:moveTo>
                  <a:pt x="10827" y="11761"/>
                </a:moveTo>
                <a:lnTo>
                  <a:pt x="10831" y="13524"/>
                </a:lnTo>
                <a:cubicBezTo>
                  <a:pt x="10833" y="14915"/>
                  <a:pt x="10818" y="15287"/>
                  <a:pt x="10764" y="15287"/>
                </a:cubicBezTo>
                <a:cubicBezTo>
                  <a:pt x="10726" y="15287"/>
                  <a:pt x="10682" y="15244"/>
                  <a:pt x="10663" y="15201"/>
                </a:cubicBezTo>
                <a:cubicBezTo>
                  <a:pt x="10592" y="15038"/>
                  <a:pt x="10635" y="13407"/>
                  <a:pt x="10730" y="12600"/>
                </a:cubicBezTo>
                <a:lnTo>
                  <a:pt x="10827" y="11761"/>
                </a:lnTo>
                <a:close/>
                <a:moveTo>
                  <a:pt x="11526" y="14691"/>
                </a:moveTo>
                <a:cubicBezTo>
                  <a:pt x="11537" y="14691"/>
                  <a:pt x="11558" y="14765"/>
                  <a:pt x="11574" y="14864"/>
                </a:cubicBezTo>
                <a:cubicBezTo>
                  <a:pt x="11591" y="14962"/>
                  <a:pt x="11583" y="15045"/>
                  <a:pt x="11556" y="15045"/>
                </a:cubicBezTo>
                <a:cubicBezTo>
                  <a:pt x="11528" y="15045"/>
                  <a:pt x="11503" y="14962"/>
                  <a:pt x="11503" y="14864"/>
                </a:cubicBezTo>
                <a:cubicBezTo>
                  <a:pt x="11503" y="14765"/>
                  <a:pt x="11515" y="14691"/>
                  <a:pt x="11526" y="14691"/>
                </a:cubicBezTo>
                <a:close/>
                <a:moveTo>
                  <a:pt x="10812" y="16238"/>
                </a:moveTo>
                <a:cubicBezTo>
                  <a:pt x="10824" y="16238"/>
                  <a:pt x="10835" y="16533"/>
                  <a:pt x="10835" y="16894"/>
                </a:cubicBezTo>
                <a:cubicBezTo>
                  <a:pt x="10835" y="17255"/>
                  <a:pt x="10816" y="17551"/>
                  <a:pt x="10794" y="17551"/>
                </a:cubicBezTo>
                <a:cubicBezTo>
                  <a:pt x="10629" y="17551"/>
                  <a:pt x="10552" y="16453"/>
                  <a:pt x="10708" y="16315"/>
                </a:cubicBezTo>
                <a:cubicBezTo>
                  <a:pt x="10752" y="16276"/>
                  <a:pt x="10800" y="16238"/>
                  <a:pt x="10812" y="16238"/>
                </a:cubicBezTo>
                <a:close/>
                <a:moveTo>
                  <a:pt x="10099" y="18156"/>
                </a:moveTo>
                <a:cubicBezTo>
                  <a:pt x="10120" y="18159"/>
                  <a:pt x="10452" y="18527"/>
                  <a:pt x="10835" y="18977"/>
                </a:cubicBezTo>
                <a:cubicBezTo>
                  <a:pt x="11619" y="19898"/>
                  <a:pt x="11628" y="19803"/>
                  <a:pt x="10704" y="20109"/>
                </a:cubicBezTo>
                <a:cubicBezTo>
                  <a:pt x="10392" y="20212"/>
                  <a:pt x="10075" y="20329"/>
                  <a:pt x="9998" y="20368"/>
                </a:cubicBezTo>
                <a:lnTo>
                  <a:pt x="9856" y="20446"/>
                </a:lnTo>
                <a:lnTo>
                  <a:pt x="9961" y="19599"/>
                </a:lnTo>
                <a:cubicBezTo>
                  <a:pt x="10016" y="19133"/>
                  <a:pt x="10061" y="18615"/>
                  <a:pt x="10061" y="18450"/>
                </a:cubicBezTo>
                <a:cubicBezTo>
                  <a:pt x="10061" y="18285"/>
                  <a:pt x="10077" y="18153"/>
                  <a:pt x="10099" y="18156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8" name="Google Shape;18;p1"/>
          <p:cNvSpPr txBox="1"/>
          <p:nvPr/>
        </p:nvSpPr>
        <p:spPr>
          <a:xfrm>
            <a:off x="5493770" y="477624"/>
            <a:ext cx="259811" cy="1244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7500"/>
              <a:buFont typeface="Arial"/>
              <a:buNone/>
            </a:pPr>
            <a:r>
              <a:rPr b="0" i="0" lang="en-US" sz="75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🥋</a:t>
            </a:r>
            <a:endParaRPr/>
          </a:p>
        </p:txBody>
      </p:sp>
      <p:pic>
        <p:nvPicPr>
          <p:cNvPr descr="Screenshot 2026-04-20 at 11.52.03.png" id="19" name="Google Shape;19;p1"/>
          <p:cNvPicPr preferRelativeResize="0"/>
          <p:nvPr/>
        </p:nvPicPr>
        <p:blipFill rotWithShape="1">
          <a:blip r:embed="rId4">
            <a:alphaModFix/>
          </a:blip>
          <a:srcRect b="4230" l="13489" r="15592" t="6258"/>
          <a:stretch/>
        </p:blipFill>
        <p:spPr>
          <a:xfrm>
            <a:off x="3333048" y="791466"/>
            <a:ext cx="717551" cy="922677"/>
          </a:xfrm>
          <a:custGeom>
            <a:rect b="b" l="l" r="r" t="t"/>
            <a:pathLst>
              <a:path extrusionOk="0" h="21547" w="21600">
                <a:moveTo>
                  <a:pt x="10501" y="0"/>
                </a:moveTo>
                <a:cubicBezTo>
                  <a:pt x="10095" y="-2"/>
                  <a:pt x="9935" y="25"/>
                  <a:pt x="9522" y="149"/>
                </a:cubicBezTo>
                <a:cubicBezTo>
                  <a:pt x="8749" y="380"/>
                  <a:pt x="8199" y="804"/>
                  <a:pt x="7921" y="1390"/>
                </a:cubicBezTo>
                <a:cubicBezTo>
                  <a:pt x="7844" y="1553"/>
                  <a:pt x="7789" y="1822"/>
                  <a:pt x="7754" y="2178"/>
                </a:cubicBezTo>
                <a:cubicBezTo>
                  <a:pt x="7735" y="2366"/>
                  <a:pt x="7705" y="2466"/>
                  <a:pt x="7670" y="2475"/>
                </a:cubicBezTo>
                <a:cubicBezTo>
                  <a:pt x="7583" y="2497"/>
                  <a:pt x="7419" y="2658"/>
                  <a:pt x="7419" y="2716"/>
                </a:cubicBezTo>
                <a:cubicBezTo>
                  <a:pt x="7419" y="2745"/>
                  <a:pt x="7406" y="2779"/>
                  <a:pt x="7383" y="2790"/>
                </a:cubicBezTo>
                <a:cubicBezTo>
                  <a:pt x="7333" y="2814"/>
                  <a:pt x="7321" y="3202"/>
                  <a:pt x="7371" y="3226"/>
                </a:cubicBezTo>
                <a:cubicBezTo>
                  <a:pt x="7391" y="3235"/>
                  <a:pt x="7428" y="3293"/>
                  <a:pt x="7443" y="3355"/>
                </a:cubicBezTo>
                <a:cubicBezTo>
                  <a:pt x="7458" y="3417"/>
                  <a:pt x="7509" y="3536"/>
                  <a:pt x="7562" y="3615"/>
                </a:cubicBezTo>
                <a:cubicBezTo>
                  <a:pt x="7616" y="3693"/>
                  <a:pt x="7679" y="3820"/>
                  <a:pt x="7694" y="3902"/>
                </a:cubicBezTo>
                <a:cubicBezTo>
                  <a:pt x="7727" y="4080"/>
                  <a:pt x="7831" y="4234"/>
                  <a:pt x="7969" y="4291"/>
                </a:cubicBezTo>
                <a:cubicBezTo>
                  <a:pt x="8033" y="4318"/>
                  <a:pt x="8071" y="4369"/>
                  <a:pt x="8088" y="4440"/>
                </a:cubicBezTo>
                <a:cubicBezTo>
                  <a:pt x="8103" y="4500"/>
                  <a:pt x="8178" y="4644"/>
                  <a:pt x="8255" y="4755"/>
                </a:cubicBezTo>
                <a:cubicBezTo>
                  <a:pt x="8333" y="4866"/>
                  <a:pt x="8399" y="4970"/>
                  <a:pt x="8399" y="4986"/>
                </a:cubicBezTo>
                <a:cubicBezTo>
                  <a:pt x="8399" y="5003"/>
                  <a:pt x="8338" y="5063"/>
                  <a:pt x="8267" y="5125"/>
                </a:cubicBezTo>
                <a:cubicBezTo>
                  <a:pt x="8196" y="5188"/>
                  <a:pt x="8075" y="5312"/>
                  <a:pt x="7992" y="5403"/>
                </a:cubicBezTo>
                <a:cubicBezTo>
                  <a:pt x="7867" y="5544"/>
                  <a:pt x="7823" y="5576"/>
                  <a:pt x="7682" y="5598"/>
                </a:cubicBezTo>
                <a:cubicBezTo>
                  <a:pt x="7589" y="5612"/>
                  <a:pt x="7433" y="5658"/>
                  <a:pt x="7335" y="5700"/>
                </a:cubicBezTo>
                <a:cubicBezTo>
                  <a:pt x="6918" y="5881"/>
                  <a:pt x="6771" y="5938"/>
                  <a:pt x="6404" y="6034"/>
                </a:cubicBezTo>
                <a:cubicBezTo>
                  <a:pt x="6190" y="6090"/>
                  <a:pt x="5971" y="6140"/>
                  <a:pt x="5926" y="6154"/>
                </a:cubicBezTo>
                <a:cubicBezTo>
                  <a:pt x="5881" y="6168"/>
                  <a:pt x="5764" y="6207"/>
                  <a:pt x="5663" y="6238"/>
                </a:cubicBezTo>
                <a:cubicBezTo>
                  <a:pt x="4931" y="6456"/>
                  <a:pt x="4671" y="6630"/>
                  <a:pt x="4110" y="7266"/>
                </a:cubicBezTo>
                <a:cubicBezTo>
                  <a:pt x="3836" y="7576"/>
                  <a:pt x="3722" y="7748"/>
                  <a:pt x="3596" y="8063"/>
                </a:cubicBezTo>
                <a:cubicBezTo>
                  <a:pt x="3539" y="8207"/>
                  <a:pt x="3469" y="8363"/>
                  <a:pt x="3441" y="8406"/>
                </a:cubicBezTo>
                <a:cubicBezTo>
                  <a:pt x="3412" y="8450"/>
                  <a:pt x="3360" y="8571"/>
                  <a:pt x="3321" y="8675"/>
                </a:cubicBezTo>
                <a:cubicBezTo>
                  <a:pt x="3210" y="8974"/>
                  <a:pt x="2836" y="9875"/>
                  <a:pt x="2796" y="9945"/>
                </a:cubicBezTo>
                <a:cubicBezTo>
                  <a:pt x="2776" y="9980"/>
                  <a:pt x="2745" y="10060"/>
                  <a:pt x="2724" y="10130"/>
                </a:cubicBezTo>
                <a:cubicBezTo>
                  <a:pt x="2642" y="10394"/>
                  <a:pt x="2589" y="10551"/>
                  <a:pt x="2557" y="10612"/>
                </a:cubicBezTo>
                <a:cubicBezTo>
                  <a:pt x="2506" y="10709"/>
                  <a:pt x="2362" y="11069"/>
                  <a:pt x="2330" y="11187"/>
                </a:cubicBezTo>
                <a:cubicBezTo>
                  <a:pt x="2314" y="11244"/>
                  <a:pt x="2277" y="11335"/>
                  <a:pt x="2246" y="11381"/>
                </a:cubicBezTo>
                <a:cubicBezTo>
                  <a:pt x="2215" y="11428"/>
                  <a:pt x="2187" y="11485"/>
                  <a:pt x="2186" y="11511"/>
                </a:cubicBezTo>
                <a:cubicBezTo>
                  <a:pt x="2185" y="11537"/>
                  <a:pt x="2160" y="11588"/>
                  <a:pt x="2127" y="11622"/>
                </a:cubicBezTo>
                <a:cubicBezTo>
                  <a:pt x="2094" y="11656"/>
                  <a:pt x="2067" y="11723"/>
                  <a:pt x="2067" y="11771"/>
                </a:cubicBezTo>
                <a:cubicBezTo>
                  <a:pt x="2067" y="11818"/>
                  <a:pt x="2042" y="11862"/>
                  <a:pt x="2019" y="11873"/>
                </a:cubicBezTo>
                <a:cubicBezTo>
                  <a:pt x="1966" y="11898"/>
                  <a:pt x="1966" y="12341"/>
                  <a:pt x="2019" y="12382"/>
                </a:cubicBezTo>
                <a:cubicBezTo>
                  <a:pt x="2047" y="12404"/>
                  <a:pt x="2030" y="12473"/>
                  <a:pt x="1959" y="12586"/>
                </a:cubicBezTo>
                <a:cubicBezTo>
                  <a:pt x="1849" y="12763"/>
                  <a:pt x="1844" y="12870"/>
                  <a:pt x="1923" y="13328"/>
                </a:cubicBezTo>
                <a:cubicBezTo>
                  <a:pt x="1938" y="13414"/>
                  <a:pt x="1936" y="13533"/>
                  <a:pt x="1912" y="13596"/>
                </a:cubicBezTo>
                <a:cubicBezTo>
                  <a:pt x="1887" y="13659"/>
                  <a:pt x="1816" y="13870"/>
                  <a:pt x="1756" y="14060"/>
                </a:cubicBezTo>
                <a:cubicBezTo>
                  <a:pt x="1696" y="14250"/>
                  <a:pt x="1619" y="14441"/>
                  <a:pt x="1589" y="14486"/>
                </a:cubicBezTo>
                <a:cubicBezTo>
                  <a:pt x="1559" y="14531"/>
                  <a:pt x="1529" y="14596"/>
                  <a:pt x="1529" y="14634"/>
                </a:cubicBezTo>
                <a:cubicBezTo>
                  <a:pt x="1529" y="14673"/>
                  <a:pt x="1513" y="14718"/>
                  <a:pt x="1493" y="14727"/>
                </a:cubicBezTo>
                <a:cubicBezTo>
                  <a:pt x="1474" y="14736"/>
                  <a:pt x="1447" y="14822"/>
                  <a:pt x="1434" y="14922"/>
                </a:cubicBezTo>
                <a:cubicBezTo>
                  <a:pt x="1417" y="15049"/>
                  <a:pt x="1385" y="15137"/>
                  <a:pt x="1302" y="15228"/>
                </a:cubicBezTo>
                <a:cubicBezTo>
                  <a:pt x="1132" y="15414"/>
                  <a:pt x="941" y="15750"/>
                  <a:pt x="908" y="15913"/>
                </a:cubicBezTo>
                <a:cubicBezTo>
                  <a:pt x="892" y="15991"/>
                  <a:pt x="855" y="16071"/>
                  <a:pt x="836" y="16089"/>
                </a:cubicBezTo>
                <a:cubicBezTo>
                  <a:pt x="669" y="16249"/>
                  <a:pt x="425" y="16726"/>
                  <a:pt x="370" y="16988"/>
                </a:cubicBezTo>
                <a:cubicBezTo>
                  <a:pt x="355" y="17064"/>
                  <a:pt x="318" y="17164"/>
                  <a:pt x="287" y="17211"/>
                </a:cubicBezTo>
                <a:cubicBezTo>
                  <a:pt x="255" y="17257"/>
                  <a:pt x="227" y="17311"/>
                  <a:pt x="227" y="17341"/>
                </a:cubicBezTo>
                <a:cubicBezTo>
                  <a:pt x="227" y="17370"/>
                  <a:pt x="211" y="17405"/>
                  <a:pt x="191" y="17415"/>
                </a:cubicBezTo>
                <a:cubicBezTo>
                  <a:pt x="171" y="17424"/>
                  <a:pt x="135" y="17488"/>
                  <a:pt x="119" y="17554"/>
                </a:cubicBezTo>
                <a:cubicBezTo>
                  <a:pt x="104" y="17619"/>
                  <a:pt x="74" y="17696"/>
                  <a:pt x="48" y="17721"/>
                </a:cubicBezTo>
                <a:cubicBezTo>
                  <a:pt x="22" y="17745"/>
                  <a:pt x="0" y="17865"/>
                  <a:pt x="0" y="17989"/>
                </a:cubicBezTo>
                <a:cubicBezTo>
                  <a:pt x="0" y="18192"/>
                  <a:pt x="15" y="18231"/>
                  <a:pt x="143" y="18388"/>
                </a:cubicBezTo>
                <a:cubicBezTo>
                  <a:pt x="222" y="18484"/>
                  <a:pt x="307" y="18584"/>
                  <a:pt x="335" y="18610"/>
                </a:cubicBezTo>
                <a:cubicBezTo>
                  <a:pt x="362" y="18636"/>
                  <a:pt x="446" y="18720"/>
                  <a:pt x="526" y="18796"/>
                </a:cubicBezTo>
                <a:cubicBezTo>
                  <a:pt x="606" y="18871"/>
                  <a:pt x="669" y="18958"/>
                  <a:pt x="669" y="18990"/>
                </a:cubicBezTo>
                <a:cubicBezTo>
                  <a:pt x="669" y="19022"/>
                  <a:pt x="694" y="19054"/>
                  <a:pt x="717" y="19064"/>
                </a:cubicBezTo>
                <a:cubicBezTo>
                  <a:pt x="739" y="19075"/>
                  <a:pt x="753" y="19109"/>
                  <a:pt x="753" y="19139"/>
                </a:cubicBezTo>
                <a:cubicBezTo>
                  <a:pt x="753" y="19214"/>
                  <a:pt x="910" y="19429"/>
                  <a:pt x="1039" y="19537"/>
                </a:cubicBezTo>
                <a:cubicBezTo>
                  <a:pt x="1099" y="19587"/>
                  <a:pt x="1293" y="19711"/>
                  <a:pt x="1469" y="19815"/>
                </a:cubicBezTo>
                <a:cubicBezTo>
                  <a:pt x="1742" y="19977"/>
                  <a:pt x="1781" y="20017"/>
                  <a:pt x="1756" y="20075"/>
                </a:cubicBezTo>
                <a:cubicBezTo>
                  <a:pt x="1740" y="20112"/>
                  <a:pt x="1718" y="20218"/>
                  <a:pt x="1708" y="20306"/>
                </a:cubicBezTo>
                <a:cubicBezTo>
                  <a:pt x="1693" y="20438"/>
                  <a:pt x="1715" y="20497"/>
                  <a:pt x="1816" y="20659"/>
                </a:cubicBezTo>
                <a:cubicBezTo>
                  <a:pt x="1884" y="20767"/>
                  <a:pt x="1995" y="20898"/>
                  <a:pt x="2067" y="20946"/>
                </a:cubicBezTo>
                <a:cubicBezTo>
                  <a:pt x="2403" y="21167"/>
                  <a:pt x="2466" y="21196"/>
                  <a:pt x="2581" y="21224"/>
                </a:cubicBezTo>
                <a:cubicBezTo>
                  <a:pt x="2704" y="21254"/>
                  <a:pt x="2758" y="21253"/>
                  <a:pt x="3644" y="21159"/>
                </a:cubicBezTo>
                <a:cubicBezTo>
                  <a:pt x="3914" y="21130"/>
                  <a:pt x="4241" y="21094"/>
                  <a:pt x="4385" y="21085"/>
                </a:cubicBezTo>
                <a:lnTo>
                  <a:pt x="4647" y="21066"/>
                </a:lnTo>
                <a:lnTo>
                  <a:pt x="4838" y="21215"/>
                </a:lnTo>
                <a:lnTo>
                  <a:pt x="5030" y="21363"/>
                </a:lnTo>
                <a:lnTo>
                  <a:pt x="7933" y="21372"/>
                </a:lnTo>
                <a:cubicBezTo>
                  <a:pt x="9719" y="21380"/>
                  <a:pt x="10872" y="21399"/>
                  <a:pt x="10919" y="21418"/>
                </a:cubicBezTo>
                <a:cubicBezTo>
                  <a:pt x="10962" y="21436"/>
                  <a:pt x="11251" y="21462"/>
                  <a:pt x="11565" y="21474"/>
                </a:cubicBezTo>
                <a:cubicBezTo>
                  <a:pt x="11878" y="21486"/>
                  <a:pt x="12163" y="21505"/>
                  <a:pt x="12198" y="21520"/>
                </a:cubicBezTo>
                <a:cubicBezTo>
                  <a:pt x="12369" y="21598"/>
                  <a:pt x="12632" y="21497"/>
                  <a:pt x="12759" y="21307"/>
                </a:cubicBezTo>
                <a:cubicBezTo>
                  <a:pt x="12841" y="21186"/>
                  <a:pt x="12842" y="21183"/>
                  <a:pt x="13082" y="21187"/>
                </a:cubicBezTo>
                <a:cubicBezTo>
                  <a:pt x="13555" y="21195"/>
                  <a:pt x="14244" y="21273"/>
                  <a:pt x="14719" y="21372"/>
                </a:cubicBezTo>
                <a:cubicBezTo>
                  <a:pt x="14853" y="21400"/>
                  <a:pt x="15035" y="21439"/>
                  <a:pt x="15125" y="21456"/>
                </a:cubicBezTo>
                <a:cubicBezTo>
                  <a:pt x="15215" y="21472"/>
                  <a:pt x="15363" y="21500"/>
                  <a:pt x="15447" y="21520"/>
                </a:cubicBezTo>
                <a:cubicBezTo>
                  <a:pt x="15558" y="21547"/>
                  <a:pt x="15621" y="21554"/>
                  <a:pt x="15686" y="21530"/>
                </a:cubicBezTo>
                <a:cubicBezTo>
                  <a:pt x="15737" y="21511"/>
                  <a:pt x="15875" y="21466"/>
                  <a:pt x="15997" y="21428"/>
                </a:cubicBezTo>
                <a:cubicBezTo>
                  <a:pt x="16119" y="21389"/>
                  <a:pt x="16249" y="21334"/>
                  <a:pt x="16284" y="21307"/>
                </a:cubicBezTo>
                <a:cubicBezTo>
                  <a:pt x="16334" y="21268"/>
                  <a:pt x="16412" y="21263"/>
                  <a:pt x="16678" y="21279"/>
                </a:cubicBezTo>
                <a:cubicBezTo>
                  <a:pt x="16859" y="21291"/>
                  <a:pt x="17090" y="21309"/>
                  <a:pt x="17192" y="21326"/>
                </a:cubicBezTo>
                <a:cubicBezTo>
                  <a:pt x="17293" y="21343"/>
                  <a:pt x="17487" y="21374"/>
                  <a:pt x="17622" y="21391"/>
                </a:cubicBezTo>
                <a:cubicBezTo>
                  <a:pt x="17757" y="21407"/>
                  <a:pt x="17963" y="21436"/>
                  <a:pt x="18076" y="21456"/>
                </a:cubicBezTo>
                <a:cubicBezTo>
                  <a:pt x="18465" y="21522"/>
                  <a:pt x="18676" y="21451"/>
                  <a:pt x="18840" y="21196"/>
                </a:cubicBezTo>
                <a:cubicBezTo>
                  <a:pt x="19086" y="20815"/>
                  <a:pt x="19085" y="20740"/>
                  <a:pt x="18900" y="20427"/>
                </a:cubicBezTo>
                <a:cubicBezTo>
                  <a:pt x="18828" y="20304"/>
                  <a:pt x="18857" y="20223"/>
                  <a:pt x="18960" y="20223"/>
                </a:cubicBezTo>
                <a:cubicBezTo>
                  <a:pt x="18993" y="20223"/>
                  <a:pt x="19226" y="20109"/>
                  <a:pt x="19282" y="20065"/>
                </a:cubicBezTo>
                <a:cubicBezTo>
                  <a:pt x="19294" y="20057"/>
                  <a:pt x="19436" y="19976"/>
                  <a:pt x="19605" y="19889"/>
                </a:cubicBezTo>
                <a:cubicBezTo>
                  <a:pt x="20187" y="19591"/>
                  <a:pt x="20348" y="19443"/>
                  <a:pt x="20740" y="18870"/>
                </a:cubicBezTo>
                <a:cubicBezTo>
                  <a:pt x="20904" y="18630"/>
                  <a:pt x="20937" y="18522"/>
                  <a:pt x="20931" y="18184"/>
                </a:cubicBezTo>
                <a:cubicBezTo>
                  <a:pt x="20927" y="17996"/>
                  <a:pt x="20905" y="17825"/>
                  <a:pt x="20883" y="17804"/>
                </a:cubicBezTo>
                <a:cubicBezTo>
                  <a:pt x="20862" y="17783"/>
                  <a:pt x="20827" y="17655"/>
                  <a:pt x="20811" y="17517"/>
                </a:cubicBezTo>
                <a:cubicBezTo>
                  <a:pt x="20796" y="17378"/>
                  <a:pt x="20767" y="17248"/>
                  <a:pt x="20752" y="17229"/>
                </a:cubicBezTo>
                <a:cubicBezTo>
                  <a:pt x="20736" y="17211"/>
                  <a:pt x="20706" y="17121"/>
                  <a:pt x="20680" y="17025"/>
                </a:cubicBezTo>
                <a:cubicBezTo>
                  <a:pt x="20537" y="16507"/>
                  <a:pt x="20346" y="16184"/>
                  <a:pt x="20023" y="15932"/>
                </a:cubicBezTo>
                <a:cubicBezTo>
                  <a:pt x="19898" y="15834"/>
                  <a:pt x="19809" y="15756"/>
                  <a:pt x="19832" y="15756"/>
                </a:cubicBezTo>
                <a:cubicBezTo>
                  <a:pt x="19854" y="15756"/>
                  <a:pt x="19912" y="15680"/>
                  <a:pt x="19963" y="15589"/>
                </a:cubicBezTo>
                <a:cubicBezTo>
                  <a:pt x="20015" y="15498"/>
                  <a:pt x="20075" y="15396"/>
                  <a:pt x="20095" y="15367"/>
                </a:cubicBezTo>
                <a:cubicBezTo>
                  <a:pt x="20114" y="15337"/>
                  <a:pt x="20141" y="15156"/>
                  <a:pt x="20154" y="14959"/>
                </a:cubicBezTo>
                <a:cubicBezTo>
                  <a:pt x="20168" y="14762"/>
                  <a:pt x="20188" y="14577"/>
                  <a:pt x="20202" y="14551"/>
                </a:cubicBezTo>
                <a:cubicBezTo>
                  <a:pt x="20216" y="14525"/>
                  <a:pt x="20257" y="14304"/>
                  <a:pt x="20286" y="14060"/>
                </a:cubicBezTo>
                <a:cubicBezTo>
                  <a:pt x="20364" y="13389"/>
                  <a:pt x="20451" y="12813"/>
                  <a:pt x="20501" y="12623"/>
                </a:cubicBezTo>
                <a:cubicBezTo>
                  <a:pt x="20557" y="12409"/>
                  <a:pt x="20556" y="11800"/>
                  <a:pt x="20501" y="11687"/>
                </a:cubicBezTo>
                <a:cubicBezTo>
                  <a:pt x="20478" y="11641"/>
                  <a:pt x="20436" y="11506"/>
                  <a:pt x="20405" y="11391"/>
                </a:cubicBezTo>
                <a:cubicBezTo>
                  <a:pt x="20355" y="11202"/>
                  <a:pt x="20357" y="11176"/>
                  <a:pt x="20417" y="11140"/>
                </a:cubicBezTo>
                <a:cubicBezTo>
                  <a:pt x="20454" y="11119"/>
                  <a:pt x="20500" y="11104"/>
                  <a:pt x="20525" y="11103"/>
                </a:cubicBezTo>
                <a:cubicBezTo>
                  <a:pt x="20653" y="11100"/>
                  <a:pt x="21164" y="10858"/>
                  <a:pt x="21313" y="10733"/>
                </a:cubicBezTo>
                <a:cubicBezTo>
                  <a:pt x="21468" y="10602"/>
                  <a:pt x="21480" y="10580"/>
                  <a:pt x="21480" y="10417"/>
                </a:cubicBezTo>
                <a:cubicBezTo>
                  <a:pt x="21480" y="10320"/>
                  <a:pt x="21509" y="10205"/>
                  <a:pt x="21540" y="10158"/>
                </a:cubicBezTo>
                <a:cubicBezTo>
                  <a:pt x="21580" y="10098"/>
                  <a:pt x="21600" y="9953"/>
                  <a:pt x="21600" y="9667"/>
                </a:cubicBezTo>
                <a:cubicBezTo>
                  <a:pt x="21600" y="9274"/>
                  <a:pt x="21590" y="9246"/>
                  <a:pt x="21480" y="9120"/>
                </a:cubicBezTo>
                <a:cubicBezTo>
                  <a:pt x="21418" y="9048"/>
                  <a:pt x="21353" y="8935"/>
                  <a:pt x="21337" y="8860"/>
                </a:cubicBezTo>
                <a:cubicBezTo>
                  <a:pt x="21295" y="8663"/>
                  <a:pt x="21095" y="8499"/>
                  <a:pt x="20883" y="8499"/>
                </a:cubicBezTo>
                <a:cubicBezTo>
                  <a:pt x="20795" y="8499"/>
                  <a:pt x="20705" y="8490"/>
                  <a:pt x="20680" y="8471"/>
                </a:cubicBezTo>
                <a:cubicBezTo>
                  <a:pt x="20635" y="8436"/>
                  <a:pt x="20395" y="8444"/>
                  <a:pt x="20166" y="8490"/>
                </a:cubicBezTo>
                <a:cubicBezTo>
                  <a:pt x="20071" y="8509"/>
                  <a:pt x="20059" y="8499"/>
                  <a:pt x="20059" y="8443"/>
                </a:cubicBezTo>
                <a:cubicBezTo>
                  <a:pt x="20059" y="8408"/>
                  <a:pt x="20072" y="8371"/>
                  <a:pt x="20095" y="8360"/>
                </a:cubicBezTo>
                <a:cubicBezTo>
                  <a:pt x="20117" y="8349"/>
                  <a:pt x="20130" y="8315"/>
                  <a:pt x="20130" y="8286"/>
                </a:cubicBezTo>
                <a:cubicBezTo>
                  <a:pt x="20131" y="8256"/>
                  <a:pt x="20165" y="8190"/>
                  <a:pt x="20202" y="8138"/>
                </a:cubicBezTo>
                <a:cubicBezTo>
                  <a:pt x="20245" y="8076"/>
                  <a:pt x="20273" y="7939"/>
                  <a:pt x="20286" y="7748"/>
                </a:cubicBezTo>
                <a:cubicBezTo>
                  <a:pt x="20303" y="7488"/>
                  <a:pt x="20293" y="7435"/>
                  <a:pt x="20214" y="7313"/>
                </a:cubicBezTo>
                <a:cubicBezTo>
                  <a:pt x="20064" y="7080"/>
                  <a:pt x="19752" y="7005"/>
                  <a:pt x="19485" y="7146"/>
                </a:cubicBezTo>
                <a:cubicBezTo>
                  <a:pt x="19316" y="7235"/>
                  <a:pt x="19128" y="7500"/>
                  <a:pt x="19091" y="7702"/>
                </a:cubicBezTo>
                <a:cubicBezTo>
                  <a:pt x="19039" y="7991"/>
                  <a:pt x="18948" y="8172"/>
                  <a:pt x="18721" y="8453"/>
                </a:cubicBezTo>
                <a:cubicBezTo>
                  <a:pt x="18331" y="8934"/>
                  <a:pt x="18290" y="9023"/>
                  <a:pt x="18267" y="9342"/>
                </a:cubicBezTo>
                <a:lnTo>
                  <a:pt x="18243" y="9630"/>
                </a:lnTo>
                <a:lnTo>
                  <a:pt x="18159" y="9481"/>
                </a:lnTo>
                <a:cubicBezTo>
                  <a:pt x="18116" y="9403"/>
                  <a:pt x="18033" y="9242"/>
                  <a:pt x="17980" y="9120"/>
                </a:cubicBezTo>
                <a:cubicBezTo>
                  <a:pt x="17835" y="8788"/>
                  <a:pt x="17770" y="8634"/>
                  <a:pt x="17729" y="8573"/>
                </a:cubicBezTo>
                <a:cubicBezTo>
                  <a:pt x="17709" y="8543"/>
                  <a:pt x="17660" y="8457"/>
                  <a:pt x="17622" y="8379"/>
                </a:cubicBezTo>
                <a:cubicBezTo>
                  <a:pt x="17409" y="7946"/>
                  <a:pt x="16917" y="7225"/>
                  <a:pt x="16714" y="7044"/>
                </a:cubicBezTo>
                <a:cubicBezTo>
                  <a:pt x="16183" y="6571"/>
                  <a:pt x="15923" y="6430"/>
                  <a:pt x="15125" y="6163"/>
                </a:cubicBezTo>
                <a:cubicBezTo>
                  <a:pt x="15012" y="6126"/>
                  <a:pt x="14870" y="6075"/>
                  <a:pt x="14802" y="6052"/>
                </a:cubicBezTo>
                <a:cubicBezTo>
                  <a:pt x="14519" y="5955"/>
                  <a:pt x="13514" y="5611"/>
                  <a:pt x="13345" y="5552"/>
                </a:cubicBezTo>
                <a:cubicBezTo>
                  <a:pt x="13205" y="5503"/>
                  <a:pt x="13123" y="5439"/>
                  <a:pt x="12998" y="5292"/>
                </a:cubicBezTo>
                <a:cubicBezTo>
                  <a:pt x="12908" y="5186"/>
                  <a:pt x="12786" y="5052"/>
                  <a:pt x="12723" y="4996"/>
                </a:cubicBezTo>
                <a:lnTo>
                  <a:pt x="12604" y="4894"/>
                </a:lnTo>
                <a:lnTo>
                  <a:pt x="12735" y="4708"/>
                </a:lnTo>
                <a:cubicBezTo>
                  <a:pt x="12804" y="4603"/>
                  <a:pt x="12855" y="4483"/>
                  <a:pt x="12855" y="4449"/>
                </a:cubicBezTo>
                <a:cubicBezTo>
                  <a:pt x="12855" y="4415"/>
                  <a:pt x="12946" y="4317"/>
                  <a:pt x="13046" y="4226"/>
                </a:cubicBezTo>
                <a:cubicBezTo>
                  <a:pt x="13184" y="4101"/>
                  <a:pt x="13230" y="4022"/>
                  <a:pt x="13249" y="3911"/>
                </a:cubicBezTo>
                <a:cubicBezTo>
                  <a:pt x="13263" y="3831"/>
                  <a:pt x="13321" y="3692"/>
                  <a:pt x="13381" y="3596"/>
                </a:cubicBezTo>
                <a:cubicBezTo>
                  <a:pt x="13475" y="3444"/>
                  <a:pt x="13488" y="3373"/>
                  <a:pt x="13500" y="3040"/>
                </a:cubicBezTo>
                <a:cubicBezTo>
                  <a:pt x="13513" y="2668"/>
                  <a:pt x="13508" y="2653"/>
                  <a:pt x="13404" y="2568"/>
                </a:cubicBezTo>
                <a:cubicBezTo>
                  <a:pt x="13346" y="2520"/>
                  <a:pt x="13291" y="2484"/>
                  <a:pt x="13273" y="2484"/>
                </a:cubicBezTo>
                <a:cubicBezTo>
                  <a:pt x="13255" y="2484"/>
                  <a:pt x="13215" y="2338"/>
                  <a:pt x="13189" y="2160"/>
                </a:cubicBezTo>
                <a:cubicBezTo>
                  <a:pt x="13111" y="1606"/>
                  <a:pt x="13069" y="1471"/>
                  <a:pt x="12867" y="1159"/>
                </a:cubicBezTo>
                <a:cubicBezTo>
                  <a:pt x="12624" y="783"/>
                  <a:pt x="12174" y="416"/>
                  <a:pt x="11756" y="260"/>
                </a:cubicBezTo>
                <a:cubicBezTo>
                  <a:pt x="11194" y="51"/>
                  <a:pt x="10947" y="3"/>
                  <a:pt x="10501" y="0"/>
                </a:cubicBezTo>
                <a:close/>
                <a:moveTo>
                  <a:pt x="15591" y="13967"/>
                </a:moveTo>
                <a:cubicBezTo>
                  <a:pt x="15615" y="13970"/>
                  <a:pt x="15633" y="14010"/>
                  <a:pt x="15650" y="14078"/>
                </a:cubicBezTo>
                <a:cubicBezTo>
                  <a:pt x="15683" y="14203"/>
                  <a:pt x="16286" y="14663"/>
                  <a:pt x="17048" y="15153"/>
                </a:cubicBezTo>
                <a:cubicBezTo>
                  <a:pt x="17161" y="15226"/>
                  <a:pt x="17266" y="15295"/>
                  <a:pt x="17275" y="15302"/>
                </a:cubicBezTo>
                <a:cubicBezTo>
                  <a:pt x="17285" y="15308"/>
                  <a:pt x="17104" y="15313"/>
                  <a:pt x="16881" y="15311"/>
                </a:cubicBezTo>
                <a:lnTo>
                  <a:pt x="16475" y="15302"/>
                </a:lnTo>
                <a:lnTo>
                  <a:pt x="16212" y="15163"/>
                </a:lnTo>
                <a:cubicBezTo>
                  <a:pt x="16069" y="15086"/>
                  <a:pt x="15914" y="15024"/>
                  <a:pt x="15865" y="15024"/>
                </a:cubicBezTo>
                <a:cubicBezTo>
                  <a:pt x="15816" y="15024"/>
                  <a:pt x="15686" y="14961"/>
                  <a:pt x="15567" y="14875"/>
                </a:cubicBezTo>
                <a:lnTo>
                  <a:pt x="15352" y="14718"/>
                </a:lnTo>
                <a:lnTo>
                  <a:pt x="15352" y="14458"/>
                </a:lnTo>
                <a:cubicBezTo>
                  <a:pt x="15352" y="14318"/>
                  <a:pt x="15366" y="14200"/>
                  <a:pt x="15388" y="14189"/>
                </a:cubicBezTo>
                <a:cubicBezTo>
                  <a:pt x="15409" y="14179"/>
                  <a:pt x="15458" y="14120"/>
                  <a:pt x="15495" y="14060"/>
                </a:cubicBezTo>
                <a:cubicBezTo>
                  <a:pt x="15533" y="13997"/>
                  <a:pt x="15566" y="13964"/>
                  <a:pt x="15591" y="13967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fiery-blaze-digital-illustration-intense-fire_191095-90428.avif" id="20" name="Google Shape;20;p1"/>
          <p:cNvPicPr preferRelativeResize="0"/>
          <p:nvPr/>
        </p:nvPicPr>
        <p:blipFill rotWithShape="1">
          <a:blip r:embed="rId5">
            <a:alphaModFix/>
          </a:blip>
          <a:srcRect b="13794" l="26368" r="23141" t="14729"/>
          <a:stretch/>
        </p:blipFill>
        <p:spPr>
          <a:xfrm>
            <a:off x="5476622" y="1720721"/>
            <a:ext cx="294107" cy="416353"/>
          </a:xfrm>
          <a:custGeom>
            <a:rect b="b" l="l" r="r" t="t"/>
            <a:pathLst>
              <a:path extrusionOk="0" h="21560" w="21540">
                <a:moveTo>
                  <a:pt x="15369" y="0"/>
                </a:moveTo>
                <a:cubicBezTo>
                  <a:pt x="15217" y="0"/>
                  <a:pt x="14991" y="171"/>
                  <a:pt x="14991" y="288"/>
                </a:cubicBezTo>
                <a:cubicBezTo>
                  <a:pt x="14991" y="352"/>
                  <a:pt x="14962" y="419"/>
                  <a:pt x="14933" y="432"/>
                </a:cubicBezTo>
                <a:cubicBezTo>
                  <a:pt x="14904" y="444"/>
                  <a:pt x="14867" y="506"/>
                  <a:pt x="14846" y="575"/>
                </a:cubicBezTo>
                <a:cubicBezTo>
                  <a:pt x="14781" y="785"/>
                  <a:pt x="14201" y="1646"/>
                  <a:pt x="13858" y="2055"/>
                </a:cubicBezTo>
                <a:cubicBezTo>
                  <a:pt x="13384" y="2619"/>
                  <a:pt x="12880" y="3005"/>
                  <a:pt x="12375" y="3185"/>
                </a:cubicBezTo>
                <a:cubicBezTo>
                  <a:pt x="12203" y="3247"/>
                  <a:pt x="12007" y="3337"/>
                  <a:pt x="11968" y="3370"/>
                </a:cubicBezTo>
                <a:cubicBezTo>
                  <a:pt x="11837" y="3482"/>
                  <a:pt x="11698" y="3440"/>
                  <a:pt x="11561" y="3247"/>
                </a:cubicBezTo>
                <a:cubicBezTo>
                  <a:pt x="11347" y="2944"/>
                  <a:pt x="11019" y="2948"/>
                  <a:pt x="10718" y="3268"/>
                </a:cubicBezTo>
                <a:cubicBezTo>
                  <a:pt x="10516" y="3483"/>
                  <a:pt x="10499" y="3513"/>
                  <a:pt x="10428" y="3638"/>
                </a:cubicBezTo>
                <a:cubicBezTo>
                  <a:pt x="10396" y="3694"/>
                  <a:pt x="10320" y="3830"/>
                  <a:pt x="10253" y="3946"/>
                </a:cubicBezTo>
                <a:cubicBezTo>
                  <a:pt x="10187" y="4062"/>
                  <a:pt x="10138" y="4193"/>
                  <a:pt x="10137" y="4234"/>
                </a:cubicBezTo>
                <a:cubicBezTo>
                  <a:pt x="10137" y="4274"/>
                  <a:pt x="10109" y="4323"/>
                  <a:pt x="10079" y="4357"/>
                </a:cubicBezTo>
                <a:cubicBezTo>
                  <a:pt x="10032" y="4409"/>
                  <a:pt x="10007" y="4406"/>
                  <a:pt x="9934" y="4336"/>
                </a:cubicBezTo>
                <a:cubicBezTo>
                  <a:pt x="9886" y="4292"/>
                  <a:pt x="9838" y="4185"/>
                  <a:pt x="9817" y="4090"/>
                </a:cubicBezTo>
                <a:cubicBezTo>
                  <a:pt x="9796" y="3994"/>
                  <a:pt x="9758" y="3896"/>
                  <a:pt x="9730" y="3884"/>
                </a:cubicBezTo>
                <a:cubicBezTo>
                  <a:pt x="9660" y="3853"/>
                  <a:pt x="9659" y="3360"/>
                  <a:pt x="9730" y="3329"/>
                </a:cubicBezTo>
                <a:cubicBezTo>
                  <a:pt x="9762" y="3315"/>
                  <a:pt x="9788" y="3248"/>
                  <a:pt x="9788" y="3185"/>
                </a:cubicBezTo>
                <a:cubicBezTo>
                  <a:pt x="9788" y="3044"/>
                  <a:pt x="10322" y="2295"/>
                  <a:pt x="10486" y="2199"/>
                </a:cubicBezTo>
                <a:cubicBezTo>
                  <a:pt x="10628" y="2116"/>
                  <a:pt x="10642" y="1903"/>
                  <a:pt x="10515" y="1829"/>
                </a:cubicBezTo>
                <a:cubicBezTo>
                  <a:pt x="10384" y="1752"/>
                  <a:pt x="10145" y="1821"/>
                  <a:pt x="9846" y="2014"/>
                </a:cubicBezTo>
                <a:cubicBezTo>
                  <a:pt x="9699" y="2110"/>
                  <a:pt x="9458" y="2249"/>
                  <a:pt x="9294" y="2322"/>
                </a:cubicBezTo>
                <a:cubicBezTo>
                  <a:pt x="9130" y="2395"/>
                  <a:pt x="8892" y="2546"/>
                  <a:pt x="8771" y="2651"/>
                </a:cubicBezTo>
                <a:cubicBezTo>
                  <a:pt x="8650" y="2756"/>
                  <a:pt x="8503" y="2883"/>
                  <a:pt x="8422" y="2939"/>
                </a:cubicBezTo>
                <a:cubicBezTo>
                  <a:pt x="8161" y="3120"/>
                  <a:pt x="7781" y="3497"/>
                  <a:pt x="7724" y="3638"/>
                </a:cubicBezTo>
                <a:cubicBezTo>
                  <a:pt x="7608" y="3924"/>
                  <a:pt x="7677" y="4110"/>
                  <a:pt x="7899" y="4110"/>
                </a:cubicBezTo>
                <a:cubicBezTo>
                  <a:pt x="7981" y="4110"/>
                  <a:pt x="7971" y="4153"/>
                  <a:pt x="7928" y="4357"/>
                </a:cubicBezTo>
                <a:cubicBezTo>
                  <a:pt x="7872" y="4624"/>
                  <a:pt x="7937" y="5330"/>
                  <a:pt x="8015" y="5364"/>
                </a:cubicBezTo>
                <a:cubicBezTo>
                  <a:pt x="8044" y="5376"/>
                  <a:pt x="8073" y="5408"/>
                  <a:pt x="8073" y="5446"/>
                </a:cubicBezTo>
                <a:cubicBezTo>
                  <a:pt x="8073" y="5484"/>
                  <a:pt x="8166" y="5643"/>
                  <a:pt x="8277" y="5795"/>
                </a:cubicBezTo>
                <a:cubicBezTo>
                  <a:pt x="8388" y="5948"/>
                  <a:pt x="8480" y="6103"/>
                  <a:pt x="8480" y="6124"/>
                </a:cubicBezTo>
                <a:cubicBezTo>
                  <a:pt x="8480" y="6201"/>
                  <a:pt x="8239" y="6157"/>
                  <a:pt x="8015" y="6042"/>
                </a:cubicBezTo>
                <a:cubicBezTo>
                  <a:pt x="7819" y="5942"/>
                  <a:pt x="7747" y="5921"/>
                  <a:pt x="7521" y="5939"/>
                </a:cubicBezTo>
                <a:cubicBezTo>
                  <a:pt x="7309" y="5956"/>
                  <a:pt x="7223" y="5950"/>
                  <a:pt x="7085" y="5878"/>
                </a:cubicBezTo>
                <a:cubicBezTo>
                  <a:pt x="6732" y="5693"/>
                  <a:pt x="6450" y="5862"/>
                  <a:pt x="6387" y="6309"/>
                </a:cubicBezTo>
                <a:cubicBezTo>
                  <a:pt x="6316" y="6820"/>
                  <a:pt x="6132" y="7255"/>
                  <a:pt x="5748" y="7892"/>
                </a:cubicBezTo>
                <a:cubicBezTo>
                  <a:pt x="5721" y="7936"/>
                  <a:pt x="5682" y="8068"/>
                  <a:pt x="5661" y="8179"/>
                </a:cubicBezTo>
                <a:cubicBezTo>
                  <a:pt x="5629" y="8347"/>
                  <a:pt x="5381" y="8766"/>
                  <a:pt x="5108" y="9084"/>
                </a:cubicBezTo>
                <a:cubicBezTo>
                  <a:pt x="4893" y="9334"/>
                  <a:pt x="4625" y="9635"/>
                  <a:pt x="4469" y="9782"/>
                </a:cubicBezTo>
                <a:cubicBezTo>
                  <a:pt x="4315" y="9928"/>
                  <a:pt x="4266" y="9935"/>
                  <a:pt x="4207" y="9885"/>
                </a:cubicBezTo>
                <a:cubicBezTo>
                  <a:pt x="4163" y="9847"/>
                  <a:pt x="4155" y="9779"/>
                  <a:pt x="4178" y="9680"/>
                </a:cubicBezTo>
                <a:cubicBezTo>
                  <a:pt x="4231" y="9460"/>
                  <a:pt x="4088" y="9358"/>
                  <a:pt x="3655" y="9351"/>
                </a:cubicBezTo>
                <a:cubicBezTo>
                  <a:pt x="3333" y="9345"/>
                  <a:pt x="3319" y="9359"/>
                  <a:pt x="3074" y="9556"/>
                </a:cubicBezTo>
                <a:cubicBezTo>
                  <a:pt x="2937" y="9666"/>
                  <a:pt x="2716" y="9893"/>
                  <a:pt x="2580" y="10070"/>
                </a:cubicBezTo>
                <a:cubicBezTo>
                  <a:pt x="2443" y="10247"/>
                  <a:pt x="2272" y="10451"/>
                  <a:pt x="2202" y="10522"/>
                </a:cubicBezTo>
                <a:cubicBezTo>
                  <a:pt x="2086" y="10639"/>
                  <a:pt x="2001" y="10762"/>
                  <a:pt x="1824" y="11036"/>
                </a:cubicBezTo>
                <a:cubicBezTo>
                  <a:pt x="1773" y="11115"/>
                  <a:pt x="1727" y="11119"/>
                  <a:pt x="1504" y="11098"/>
                </a:cubicBezTo>
                <a:cubicBezTo>
                  <a:pt x="1280" y="11076"/>
                  <a:pt x="1248" y="11098"/>
                  <a:pt x="1097" y="11200"/>
                </a:cubicBezTo>
                <a:cubicBezTo>
                  <a:pt x="786" y="11411"/>
                  <a:pt x="944" y="11653"/>
                  <a:pt x="1388" y="11653"/>
                </a:cubicBezTo>
                <a:cubicBezTo>
                  <a:pt x="1675" y="11652"/>
                  <a:pt x="1737" y="11734"/>
                  <a:pt x="1737" y="12146"/>
                </a:cubicBezTo>
                <a:cubicBezTo>
                  <a:pt x="1737" y="12443"/>
                  <a:pt x="1708" y="12488"/>
                  <a:pt x="1155" y="13173"/>
                </a:cubicBezTo>
                <a:cubicBezTo>
                  <a:pt x="1009" y="13355"/>
                  <a:pt x="1001" y="13359"/>
                  <a:pt x="1010" y="14160"/>
                </a:cubicBezTo>
                <a:cubicBezTo>
                  <a:pt x="1016" y="14675"/>
                  <a:pt x="1058" y="14995"/>
                  <a:pt x="1097" y="15023"/>
                </a:cubicBezTo>
                <a:cubicBezTo>
                  <a:pt x="1131" y="15047"/>
                  <a:pt x="1155" y="15162"/>
                  <a:pt x="1155" y="15290"/>
                </a:cubicBezTo>
                <a:cubicBezTo>
                  <a:pt x="1155" y="15511"/>
                  <a:pt x="1124" y="15537"/>
                  <a:pt x="865" y="15742"/>
                </a:cubicBezTo>
                <a:cubicBezTo>
                  <a:pt x="590" y="15960"/>
                  <a:pt x="400" y="16175"/>
                  <a:pt x="400" y="16256"/>
                </a:cubicBezTo>
                <a:cubicBezTo>
                  <a:pt x="400" y="16280"/>
                  <a:pt x="337" y="16416"/>
                  <a:pt x="254" y="16544"/>
                </a:cubicBezTo>
                <a:cubicBezTo>
                  <a:pt x="131" y="16733"/>
                  <a:pt x="115" y="16792"/>
                  <a:pt x="167" y="16872"/>
                </a:cubicBezTo>
                <a:cubicBezTo>
                  <a:pt x="202" y="16926"/>
                  <a:pt x="225" y="16990"/>
                  <a:pt x="225" y="17037"/>
                </a:cubicBezTo>
                <a:cubicBezTo>
                  <a:pt x="225" y="17127"/>
                  <a:pt x="313" y="17260"/>
                  <a:pt x="719" y="17695"/>
                </a:cubicBezTo>
                <a:cubicBezTo>
                  <a:pt x="912" y="17901"/>
                  <a:pt x="966" y="18007"/>
                  <a:pt x="952" y="18106"/>
                </a:cubicBezTo>
                <a:lnTo>
                  <a:pt x="952" y="18229"/>
                </a:lnTo>
                <a:lnTo>
                  <a:pt x="719" y="18106"/>
                </a:lnTo>
                <a:cubicBezTo>
                  <a:pt x="361" y="17904"/>
                  <a:pt x="197" y="17957"/>
                  <a:pt x="138" y="18270"/>
                </a:cubicBezTo>
                <a:cubicBezTo>
                  <a:pt x="121" y="18361"/>
                  <a:pt x="78" y="18443"/>
                  <a:pt x="51" y="18455"/>
                </a:cubicBezTo>
                <a:cubicBezTo>
                  <a:pt x="-40" y="18495"/>
                  <a:pt x="-3" y="18692"/>
                  <a:pt x="109" y="18763"/>
                </a:cubicBezTo>
                <a:cubicBezTo>
                  <a:pt x="193" y="18817"/>
                  <a:pt x="307" y="18834"/>
                  <a:pt x="574" y="18825"/>
                </a:cubicBezTo>
                <a:cubicBezTo>
                  <a:pt x="885" y="18814"/>
                  <a:pt x="924" y="18831"/>
                  <a:pt x="1068" y="18928"/>
                </a:cubicBezTo>
                <a:cubicBezTo>
                  <a:pt x="1157" y="18987"/>
                  <a:pt x="1322" y="19035"/>
                  <a:pt x="1417" y="19051"/>
                </a:cubicBezTo>
                <a:cubicBezTo>
                  <a:pt x="1686" y="19097"/>
                  <a:pt x="2016" y="19278"/>
                  <a:pt x="2085" y="19400"/>
                </a:cubicBezTo>
                <a:cubicBezTo>
                  <a:pt x="2186" y="19579"/>
                  <a:pt x="2214" y="19646"/>
                  <a:pt x="2318" y="19852"/>
                </a:cubicBezTo>
                <a:cubicBezTo>
                  <a:pt x="2416" y="20047"/>
                  <a:pt x="2724" y="20376"/>
                  <a:pt x="3016" y="20592"/>
                </a:cubicBezTo>
                <a:cubicBezTo>
                  <a:pt x="3256" y="20771"/>
                  <a:pt x="3563" y="20887"/>
                  <a:pt x="4004" y="20983"/>
                </a:cubicBezTo>
                <a:cubicBezTo>
                  <a:pt x="4226" y="21031"/>
                  <a:pt x="4488" y="21105"/>
                  <a:pt x="4585" y="21127"/>
                </a:cubicBezTo>
                <a:cubicBezTo>
                  <a:pt x="4820" y="21178"/>
                  <a:pt x="5820" y="21157"/>
                  <a:pt x="5893" y="21106"/>
                </a:cubicBezTo>
                <a:cubicBezTo>
                  <a:pt x="5931" y="21079"/>
                  <a:pt x="6032" y="21094"/>
                  <a:pt x="6155" y="21127"/>
                </a:cubicBezTo>
                <a:cubicBezTo>
                  <a:pt x="6302" y="21166"/>
                  <a:pt x="6356" y="21166"/>
                  <a:pt x="6446" y="21127"/>
                </a:cubicBezTo>
                <a:cubicBezTo>
                  <a:pt x="6603" y="21057"/>
                  <a:pt x="6826" y="21067"/>
                  <a:pt x="6998" y="21147"/>
                </a:cubicBezTo>
                <a:cubicBezTo>
                  <a:pt x="7120" y="21204"/>
                  <a:pt x="7264" y="21209"/>
                  <a:pt x="7841" y="21188"/>
                </a:cubicBezTo>
                <a:lnTo>
                  <a:pt x="8509" y="21168"/>
                </a:lnTo>
                <a:lnTo>
                  <a:pt x="8771" y="21312"/>
                </a:lnTo>
                <a:cubicBezTo>
                  <a:pt x="9040" y="21483"/>
                  <a:pt x="9119" y="21509"/>
                  <a:pt x="9410" y="21435"/>
                </a:cubicBezTo>
                <a:cubicBezTo>
                  <a:pt x="9568" y="21395"/>
                  <a:pt x="9638" y="21404"/>
                  <a:pt x="9875" y="21476"/>
                </a:cubicBezTo>
                <a:cubicBezTo>
                  <a:pt x="10284" y="21600"/>
                  <a:pt x="10500" y="21586"/>
                  <a:pt x="10718" y="21435"/>
                </a:cubicBezTo>
                <a:cubicBezTo>
                  <a:pt x="10869" y="21331"/>
                  <a:pt x="10908" y="21309"/>
                  <a:pt x="11038" y="21332"/>
                </a:cubicBezTo>
                <a:cubicBezTo>
                  <a:pt x="11125" y="21348"/>
                  <a:pt x="11533" y="21392"/>
                  <a:pt x="11939" y="21414"/>
                </a:cubicBezTo>
                <a:cubicBezTo>
                  <a:pt x="12641" y="21453"/>
                  <a:pt x="12702" y="21438"/>
                  <a:pt x="12986" y="21353"/>
                </a:cubicBezTo>
                <a:cubicBezTo>
                  <a:pt x="13150" y="21303"/>
                  <a:pt x="13342" y="21220"/>
                  <a:pt x="13422" y="21168"/>
                </a:cubicBezTo>
                <a:cubicBezTo>
                  <a:pt x="13539" y="21090"/>
                  <a:pt x="13672" y="21077"/>
                  <a:pt x="14119" y="21044"/>
                </a:cubicBezTo>
                <a:cubicBezTo>
                  <a:pt x="14421" y="21022"/>
                  <a:pt x="14896" y="20949"/>
                  <a:pt x="15166" y="20901"/>
                </a:cubicBezTo>
                <a:cubicBezTo>
                  <a:pt x="15435" y="20852"/>
                  <a:pt x="15750" y="20815"/>
                  <a:pt x="15892" y="20798"/>
                </a:cubicBezTo>
                <a:cubicBezTo>
                  <a:pt x="16209" y="20759"/>
                  <a:pt x="16811" y="20553"/>
                  <a:pt x="16968" y="20428"/>
                </a:cubicBezTo>
                <a:cubicBezTo>
                  <a:pt x="17123" y="20304"/>
                  <a:pt x="17616" y="20038"/>
                  <a:pt x="17898" y="19935"/>
                </a:cubicBezTo>
                <a:cubicBezTo>
                  <a:pt x="18196" y="19825"/>
                  <a:pt x="19382" y="18974"/>
                  <a:pt x="19526" y="18763"/>
                </a:cubicBezTo>
                <a:cubicBezTo>
                  <a:pt x="19587" y="18674"/>
                  <a:pt x="19652" y="18589"/>
                  <a:pt x="19671" y="18578"/>
                </a:cubicBezTo>
                <a:cubicBezTo>
                  <a:pt x="19759" y="18528"/>
                  <a:pt x="19933" y="18222"/>
                  <a:pt x="19933" y="18126"/>
                </a:cubicBezTo>
                <a:cubicBezTo>
                  <a:pt x="19933" y="18068"/>
                  <a:pt x="19896" y="17949"/>
                  <a:pt x="19846" y="17879"/>
                </a:cubicBezTo>
                <a:cubicBezTo>
                  <a:pt x="19758" y="17759"/>
                  <a:pt x="19773" y="17768"/>
                  <a:pt x="19875" y="17797"/>
                </a:cubicBezTo>
                <a:cubicBezTo>
                  <a:pt x="20360" y="17938"/>
                  <a:pt x="20657" y="17774"/>
                  <a:pt x="20456" y="17489"/>
                </a:cubicBezTo>
                <a:lnTo>
                  <a:pt x="20369" y="17386"/>
                </a:lnTo>
                <a:lnTo>
                  <a:pt x="20601" y="17325"/>
                </a:lnTo>
                <a:cubicBezTo>
                  <a:pt x="20793" y="17288"/>
                  <a:pt x="20889" y="17247"/>
                  <a:pt x="20979" y="17140"/>
                </a:cubicBezTo>
                <a:cubicBezTo>
                  <a:pt x="21044" y="17062"/>
                  <a:pt x="21187" y="16983"/>
                  <a:pt x="21270" y="16955"/>
                </a:cubicBezTo>
                <a:cubicBezTo>
                  <a:pt x="21353" y="16926"/>
                  <a:pt x="21456" y="16848"/>
                  <a:pt x="21502" y="16790"/>
                </a:cubicBezTo>
                <a:cubicBezTo>
                  <a:pt x="21560" y="16718"/>
                  <a:pt x="21545" y="16656"/>
                  <a:pt x="21502" y="16564"/>
                </a:cubicBezTo>
                <a:lnTo>
                  <a:pt x="21386" y="16585"/>
                </a:lnTo>
                <a:cubicBezTo>
                  <a:pt x="20950" y="16601"/>
                  <a:pt x="20823" y="16671"/>
                  <a:pt x="20805" y="16955"/>
                </a:cubicBezTo>
                <a:cubicBezTo>
                  <a:pt x="20797" y="17070"/>
                  <a:pt x="20781" y="17182"/>
                  <a:pt x="20747" y="17201"/>
                </a:cubicBezTo>
                <a:cubicBezTo>
                  <a:pt x="20665" y="17248"/>
                  <a:pt x="20019" y="17280"/>
                  <a:pt x="19875" y="17242"/>
                </a:cubicBezTo>
                <a:cubicBezTo>
                  <a:pt x="19793" y="17221"/>
                  <a:pt x="19758" y="17163"/>
                  <a:pt x="19758" y="17057"/>
                </a:cubicBezTo>
                <a:cubicBezTo>
                  <a:pt x="19758" y="16963"/>
                  <a:pt x="19747" y="16927"/>
                  <a:pt x="19700" y="16934"/>
                </a:cubicBezTo>
                <a:cubicBezTo>
                  <a:pt x="19648" y="16941"/>
                  <a:pt x="19618" y="16857"/>
                  <a:pt x="19613" y="16667"/>
                </a:cubicBezTo>
                <a:cubicBezTo>
                  <a:pt x="19594" y="15909"/>
                  <a:pt x="19301" y="14574"/>
                  <a:pt x="19119" y="14427"/>
                </a:cubicBezTo>
                <a:cubicBezTo>
                  <a:pt x="19092" y="14405"/>
                  <a:pt x="19061" y="14322"/>
                  <a:pt x="19061" y="14242"/>
                </a:cubicBezTo>
                <a:cubicBezTo>
                  <a:pt x="19061" y="14124"/>
                  <a:pt x="19121" y="14077"/>
                  <a:pt x="19293" y="13975"/>
                </a:cubicBezTo>
                <a:lnTo>
                  <a:pt x="19497" y="13831"/>
                </a:lnTo>
                <a:lnTo>
                  <a:pt x="19235" y="13790"/>
                </a:lnTo>
                <a:cubicBezTo>
                  <a:pt x="19081" y="13758"/>
                  <a:pt x="18931" y="13700"/>
                  <a:pt x="18915" y="13667"/>
                </a:cubicBezTo>
                <a:cubicBezTo>
                  <a:pt x="18833" y="13484"/>
                  <a:pt x="18696" y="13334"/>
                  <a:pt x="18596" y="13297"/>
                </a:cubicBezTo>
                <a:cubicBezTo>
                  <a:pt x="18402" y="13223"/>
                  <a:pt x="18365" y="13098"/>
                  <a:pt x="18479" y="13009"/>
                </a:cubicBezTo>
                <a:cubicBezTo>
                  <a:pt x="18625" y="12895"/>
                  <a:pt x="18547" y="12803"/>
                  <a:pt x="18305" y="12803"/>
                </a:cubicBezTo>
                <a:cubicBezTo>
                  <a:pt x="18125" y="12803"/>
                  <a:pt x="18060" y="12784"/>
                  <a:pt x="17956" y="12639"/>
                </a:cubicBezTo>
                <a:cubicBezTo>
                  <a:pt x="17891" y="12549"/>
                  <a:pt x="17815" y="12469"/>
                  <a:pt x="17782" y="12475"/>
                </a:cubicBezTo>
                <a:cubicBezTo>
                  <a:pt x="17748" y="12480"/>
                  <a:pt x="17667" y="12398"/>
                  <a:pt x="17607" y="12290"/>
                </a:cubicBezTo>
                <a:cubicBezTo>
                  <a:pt x="17464" y="12028"/>
                  <a:pt x="17071" y="11718"/>
                  <a:pt x="16532" y="11426"/>
                </a:cubicBezTo>
                <a:cubicBezTo>
                  <a:pt x="16104" y="11194"/>
                  <a:pt x="16044" y="11093"/>
                  <a:pt x="16183" y="10995"/>
                </a:cubicBezTo>
                <a:cubicBezTo>
                  <a:pt x="16236" y="10958"/>
                  <a:pt x="16218" y="10899"/>
                  <a:pt x="16096" y="10728"/>
                </a:cubicBezTo>
                <a:cubicBezTo>
                  <a:pt x="15883" y="10430"/>
                  <a:pt x="15899" y="10252"/>
                  <a:pt x="16154" y="10173"/>
                </a:cubicBezTo>
                <a:cubicBezTo>
                  <a:pt x="16256" y="10141"/>
                  <a:pt x="16342" y="10071"/>
                  <a:pt x="16357" y="10029"/>
                </a:cubicBezTo>
                <a:cubicBezTo>
                  <a:pt x="16382" y="9963"/>
                  <a:pt x="16418" y="9970"/>
                  <a:pt x="16561" y="10008"/>
                </a:cubicBezTo>
                <a:cubicBezTo>
                  <a:pt x="16652" y="10033"/>
                  <a:pt x="16784" y="10087"/>
                  <a:pt x="16852" y="10132"/>
                </a:cubicBezTo>
                <a:cubicBezTo>
                  <a:pt x="16962" y="10205"/>
                  <a:pt x="16964" y="10213"/>
                  <a:pt x="16997" y="10152"/>
                </a:cubicBezTo>
                <a:cubicBezTo>
                  <a:pt x="17064" y="10029"/>
                  <a:pt x="17051" y="9931"/>
                  <a:pt x="16939" y="9906"/>
                </a:cubicBezTo>
                <a:cubicBezTo>
                  <a:pt x="16716" y="9856"/>
                  <a:pt x="16684" y="9767"/>
                  <a:pt x="16823" y="9597"/>
                </a:cubicBezTo>
                <a:cubicBezTo>
                  <a:pt x="17297" y="9016"/>
                  <a:pt x="17360" y="8791"/>
                  <a:pt x="17491" y="7727"/>
                </a:cubicBezTo>
                <a:cubicBezTo>
                  <a:pt x="17571" y="7077"/>
                  <a:pt x="17575" y="6898"/>
                  <a:pt x="17491" y="6700"/>
                </a:cubicBezTo>
                <a:cubicBezTo>
                  <a:pt x="17396" y="6475"/>
                  <a:pt x="17259" y="6504"/>
                  <a:pt x="17259" y="6741"/>
                </a:cubicBezTo>
                <a:cubicBezTo>
                  <a:pt x="17259" y="7305"/>
                  <a:pt x="16994" y="7541"/>
                  <a:pt x="16009" y="7912"/>
                </a:cubicBezTo>
                <a:cubicBezTo>
                  <a:pt x="15785" y="7997"/>
                  <a:pt x="15565" y="8106"/>
                  <a:pt x="15515" y="8138"/>
                </a:cubicBezTo>
                <a:cubicBezTo>
                  <a:pt x="15464" y="8170"/>
                  <a:pt x="15397" y="8200"/>
                  <a:pt x="15369" y="8200"/>
                </a:cubicBezTo>
                <a:cubicBezTo>
                  <a:pt x="15341" y="8200"/>
                  <a:pt x="15210" y="8273"/>
                  <a:pt x="15079" y="8364"/>
                </a:cubicBezTo>
                <a:lnTo>
                  <a:pt x="14846" y="8529"/>
                </a:lnTo>
                <a:lnTo>
                  <a:pt x="14672" y="8426"/>
                </a:lnTo>
                <a:cubicBezTo>
                  <a:pt x="14519" y="8341"/>
                  <a:pt x="14521" y="8323"/>
                  <a:pt x="14555" y="8118"/>
                </a:cubicBezTo>
                <a:cubicBezTo>
                  <a:pt x="14583" y="7952"/>
                  <a:pt x="14581" y="7904"/>
                  <a:pt x="14526" y="7912"/>
                </a:cubicBezTo>
                <a:cubicBezTo>
                  <a:pt x="14472" y="7920"/>
                  <a:pt x="14460" y="7838"/>
                  <a:pt x="14468" y="7624"/>
                </a:cubicBezTo>
                <a:cubicBezTo>
                  <a:pt x="14480" y="7310"/>
                  <a:pt x="14651" y="6890"/>
                  <a:pt x="14759" y="6905"/>
                </a:cubicBezTo>
                <a:cubicBezTo>
                  <a:pt x="14796" y="6910"/>
                  <a:pt x="14838" y="6842"/>
                  <a:pt x="14875" y="6761"/>
                </a:cubicBezTo>
                <a:cubicBezTo>
                  <a:pt x="14913" y="6681"/>
                  <a:pt x="14976" y="6609"/>
                  <a:pt x="15020" y="6597"/>
                </a:cubicBezTo>
                <a:cubicBezTo>
                  <a:pt x="15109" y="6573"/>
                  <a:pt x="15196" y="6381"/>
                  <a:pt x="15253" y="6063"/>
                </a:cubicBezTo>
                <a:cubicBezTo>
                  <a:pt x="15273" y="5949"/>
                  <a:pt x="15335" y="5766"/>
                  <a:pt x="15369" y="5652"/>
                </a:cubicBezTo>
                <a:cubicBezTo>
                  <a:pt x="15434" y="5435"/>
                  <a:pt x="15364" y="5055"/>
                  <a:pt x="15224" y="4706"/>
                </a:cubicBezTo>
                <a:cubicBezTo>
                  <a:pt x="15155" y="4535"/>
                  <a:pt x="15168" y="4515"/>
                  <a:pt x="15369" y="4357"/>
                </a:cubicBezTo>
                <a:cubicBezTo>
                  <a:pt x="15482" y="4268"/>
                  <a:pt x="15595" y="4157"/>
                  <a:pt x="15631" y="4110"/>
                </a:cubicBezTo>
                <a:cubicBezTo>
                  <a:pt x="15687" y="4036"/>
                  <a:pt x="15701" y="4028"/>
                  <a:pt x="15602" y="4028"/>
                </a:cubicBezTo>
                <a:cubicBezTo>
                  <a:pt x="15538" y="4028"/>
                  <a:pt x="15455" y="4001"/>
                  <a:pt x="15427" y="3966"/>
                </a:cubicBezTo>
                <a:cubicBezTo>
                  <a:pt x="15384" y="3912"/>
                  <a:pt x="15359" y="3933"/>
                  <a:pt x="15224" y="4028"/>
                </a:cubicBezTo>
                <a:lnTo>
                  <a:pt x="15049" y="4131"/>
                </a:lnTo>
                <a:lnTo>
                  <a:pt x="14933" y="4049"/>
                </a:lnTo>
                <a:cubicBezTo>
                  <a:pt x="14853" y="3992"/>
                  <a:pt x="14791" y="3847"/>
                  <a:pt x="14730" y="3596"/>
                </a:cubicBezTo>
                <a:cubicBezTo>
                  <a:pt x="14574" y="2966"/>
                  <a:pt x="14698" y="1484"/>
                  <a:pt x="14904" y="1562"/>
                </a:cubicBezTo>
                <a:cubicBezTo>
                  <a:pt x="14934" y="1573"/>
                  <a:pt x="14971" y="1701"/>
                  <a:pt x="14962" y="1829"/>
                </a:cubicBezTo>
                <a:cubicBezTo>
                  <a:pt x="14950" y="2008"/>
                  <a:pt x="14948" y="2039"/>
                  <a:pt x="15020" y="2055"/>
                </a:cubicBezTo>
                <a:cubicBezTo>
                  <a:pt x="15037" y="2007"/>
                  <a:pt x="15039" y="1937"/>
                  <a:pt x="15049" y="1870"/>
                </a:cubicBezTo>
                <a:cubicBezTo>
                  <a:pt x="15071" y="1736"/>
                  <a:pt x="15139" y="1615"/>
                  <a:pt x="15166" y="1603"/>
                </a:cubicBezTo>
                <a:cubicBezTo>
                  <a:pt x="15192" y="1591"/>
                  <a:pt x="15231" y="1523"/>
                  <a:pt x="15253" y="1439"/>
                </a:cubicBezTo>
                <a:cubicBezTo>
                  <a:pt x="15275" y="1354"/>
                  <a:pt x="15328" y="1211"/>
                  <a:pt x="15369" y="1110"/>
                </a:cubicBezTo>
                <a:cubicBezTo>
                  <a:pt x="15516" y="750"/>
                  <a:pt x="15631" y="378"/>
                  <a:pt x="15631" y="267"/>
                </a:cubicBezTo>
                <a:cubicBezTo>
                  <a:pt x="15631" y="149"/>
                  <a:pt x="15487" y="0"/>
                  <a:pt x="15369" y="0"/>
                </a:cubicBezTo>
                <a:close/>
                <a:moveTo>
                  <a:pt x="14933" y="2795"/>
                </a:moveTo>
                <a:lnTo>
                  <a:pt x="14817" y="2816"/>
                </a:lnTo>
                <a:lnTo>
                  <a:pt x="14846" y="3083"/>
                </a:lnTo>
                <a:cubicBezTo>
                  <a:pt x="14878" y="3326"/>
                  <a:pt x="14884" y="3379"/>
                  <a:pt x="14962" y="3370"/>
                </a:cubicBezTo>
                <a:cubicBezTo>
                  <a:pt x="14933" y="3316"/>
                  <a:pt x="14936" y="3070"/>
                  <a:pt x="14933" y="2795"/>
                </a:cubicBezTo>
                <a:close/>
                <a:moveTo>
                  <a:pt x="15631" y="3453"/>
                </a:moveTo>
                <a:cubicBezTo>
                  <a:pt x="15493" y="3495"/>
                  <a:pt x="15358" y="3560"/>
                  <a:pt x="15253" y="3638"/>
                </a:cubicBezTo>
                <a:cubicBezTo>
                  <a:pt x="15256" y="3643"/>
                  <a:pt x="15249" y="3658"/>
                  <a:pt x="15253" y="3658"/>
                </a:cubicBezTo>
                <a:cubicBezTo>
                  <a:pt x="15267" y="3658"/>
                  <a:pt x="15368" y="3612"/>
                  <a:pt x="15485" y="3555"/>
                </a:cubicBezTo>
                <a:lnTo>
                  <a:pt x="15718" y="3453"/>
                </a:lnTo>
                <a:lnTo>
                  <a:pt x="15631" y="3453"/>
                </a:lnTo>
                <a:close/>
                <a:moveTo>
                  <a:pt x="15602" y="5261"/>
                </a:moveTo>
                <a:cubicBezTo>
                  <a:pt x="15582" y="5267"/>
                  <a:pt x="15573" y="5283"/>
                  <a:pt x="15573" y="5302"/>
                </a:cubicBezTo>
                <a:cubicBezTo>
                  <a:pt x="15573" y="5331"/>
                  <a:pt x="15623" y="5337"/>
                  <a:pt x="15689" y="5343"/>
                </a:cubicBezTo>
                <a:cubicBezTo>
                  <a:pt x="15684" y="5311"/>
                  <a:pt x="15694" y="5291"/>
                  <a:pt x="15689" y="5261"/>
                </a:cubicBezTo>
                <a:cubicBezTo>
                  <a:pt x="15662" y="5258"/>
                  <a:pt x="15617" y="5256"/>
                  <a:pt x="15602" y="5261"/>
                </a:cubicBezTo>
                <a:close/>
                <a:moveTo>
                  <a:pt x="17084" y="6083"/>
                </a:moveTo>
                <a:cubicBezTo>
                  <a:pt x="17161" y="6182"/>
                  <a:pt x="17270" y="6196"/>
                  <a:pt x="17433" y="6124"/>
                </a:cubicBezTo>
                <a:cubicBezTo>
                  <a:pt x="17478" y="6104"/>
                  <a:pt x="17516" y="6100"/>
                  <a:pt x="17549" y="6104"/>
                </a:cubicBezTo>
                <a:cubicBezTo>
                  <a:pt x="17480" y="6090"/>
                  <a:pt x="17407" y="6085"/>
                  <a:pt x="17317" y="6083"/>
                </a:cubicBezTo>
                <a:cubicBezTo>
                  <a:pt x="17239" y="6082"/>
                  <a:pt x="17153" y="6075"/>
                  <a:pt x="17084" y="6083"/>
                </a:cubicBezTo>
                <a:close/>
                <a:moveTo>
                  <a:pt x="17549" y="6104"/>
                </a:moveTo>
                <a:cubicBezTo>
                  <a:pt x="17581" y="6109"/>
                  <a:pt x="17621" y="6116"/>
                  <a:pt x="17665" y="6145"/>
                </a:cubicBezTo>
                <a:cubicBezTo>
                  <a:pt x="17661" y="6139"/>
                  <a:pt x="17670" y="6127"/>
                  <a:pt x="17665" y="6124"/>
                </a:cubicBezTo>
                <a:cubicBezTo>
                  <a:pt x="17644" y="6113"/>
                  <a:pt x="17586" y="6111"/>
                  <a:pt x="17549" y="6104"/>
                </a:cubicBezTo>
                <a:close/>
                <a:moveTo>
                  <a:pt x="15776" y="6227"/>
                </a:moveTo>
                <a:cubicBezTo>
                  <a:pt x="15788" y="6302"/>
                  <a:pt x="15802" y="6405"/>
                  <a:pt x="15805" y="6474"/>
                </a:cubicBezTo>
                <a:cubicBezTo>
                  <a:pt x="15807" y="6499"/>
                  <a:pt x="15828" y="6517"/>
                  <a:pt x="15834" y="6535"/>
                </a:cubicBezTo>
                <a:cubicBezTo>
                  <a:pt x="15824" y="6451"/>
                  <a:pt x="15787" y="6351"/>
                  <a:pt x="15776" y="6227"/>
                </a:cubicBezTo>
                <a:close/>
                <a:moveTo>
                  <a:pt x="17753" y="6248"/>
                </a:moveTo>
                <a:cubicBezTo>
                  <a:pt x="17752" y="6268"/>
                  <a:pt x="17739" y="6301"/>
                  <a:pt x="17724" y="6330"/>
                </a:cubicBezTo>
                <a:cubicBezTo>
                  <a:pt x="17655" y="6458"/>
                  <a:pt x="17725" y="6578"/>
                  <a:pt x="17840" y="6617"/>
                </a:cubicBezTo>
                <a:cubicBezTo>
                  <a:pt x="17817" y="6477"/>
                  <a:pt x="17788" y="6332"/>
                  <a:pt x="17753" y="6248"/>
                </a:cubicBezTo>
                <a:close/>
                <a:moveTo>
                  <a:pt x="17549" y="6268"/>
                </a:moveTo>
                <a:cubicBezTo>
                  <a:pt x="17535" y="6263"/>
                  <a:pt x="17499" y="6271"/>
                  <a:pt x="17433" y="6289"/>
                </a:cubicBezTo>
                <a:cubicBezTo>
                  <a:pt x="17382" y="6302"/>
                  <a:pt x="17317" y="6330"/>
                  <a:pt x="17317" y="6350"/>
                </a:cubicBezTo>
                <a:cubicBezTo>
                  <a:pt x="17317" y="6412"/>
                  <a:pt x="17484" y="6375"/>
                  <a:pt x="17520" y="6309"/>
                </a:cubicBezTo>
                <a:cubicBezTo>
                  <a:pt x="17539" y="6275"/>
                  <a:pt x="17563" y="6273"/>
                  <a:pt x="17549" y="6268"/>
                </a:cubicBezTo>
                <a:close/>
                <a:moveTo>
                  <a:pt x="16881" y="6720"/>
                </a:moveTo>
                <a:cubicBezTo>
                  <a:pt x="16890" y="6913"/>
                  <a:pt x="16854" y="7020"/>
                  <a:pt x="16764" y="7152"/>
                </a:cubicBezTo>
                <a:cubicBezTo>
                  <a:pt x="16725" y="7209"/>
                  <a:pt x="16682" y="7259"/>
                  <a:pt x="16619" y="7316"/>
                </a:cubicBezTo>
                <a:cubicBezTo>
                  <a:pt x="16751" y="7308"/>
                  <a:pt x="16771" y="7286"/>
                  <a:pt x="16852" y="7193"/>
                </a:cubicBezTo>
                <a:cubicBezTo>
                  <a:pt x="16916" y="7118"/>
                  <a:pt x="16968" y="6977"/>
                  <a:pt x="16968" y="6885"/>
                </a:cubicBezTo>
                <a:lnTo>
                  <a:pt x="16968" y="6720"/>
                </a:lnTo>
                <a:lnTo>
                  <a:pt x="16881" y="6720"/>
                </a:lnTo>
                <a:close/>
                <a:moveTo>
                  <a:pt x="15602" y="7090"/>
                </a:moveTo>
                <a:cubicBezTo>
                  <a:pt x="15586" y="7101"/>
                  <a:pt x="15602" y="7147"/>
                  <a:pt x="15660" y="7193"/>
                </a:cubicBezTo>
                <a:cubicBezTo>
                  <a:pt x="15718" y="7238"/>
                  <a:pt x="15789" y="7266"/>
                  <a:pt x="15805" y="7255"/>
                </a:cubicBezTo>
                <a:cubicBezTo>
                  <a:pt x="15821" y="7243"/>
                  <a:pt x="15776" y="7197"/>
                  <a:pt x="15718" y="7152"/>
                </a:cubicBezTo>
                <a:cubicBezTo>
                  <a:pt x="15660" y="7106"/>
                  <a:pt x="15618" y="7079"/>
                  <a:pt x="15602" y="7090"/>
                </a:cubicBezTo>
                <a:close/>
                <a:moveTo>
                  <a:pt x="16038" y="7398"/>
                </a:moveTo>
                <a:cubicBezTo>
                  <a:pt x="16022" y="7385"/>
                  <a:pt x="16010" y="7408"/>
                  <a:pt x="15951" y="7460"/>
                </a:cubicBezTo>
                <a:cubicBezTo>
                  <a:pt x="15846" y="7552"/>
                  <a:pt x="15822" y="7547"/>
                  <a:pt x="15718" y="7481"/>
                </a:cubicBezTo>
                <a:cubicBezTo>
                  <a:pt x="15615" y="7415"/>
                  <a:pt x="15609" y="7427"/>
                  <a:pt x="15544" y="7501"/>
                </a:cubicBezTo>
                <a:cubicBezTo>
                  <a:pt x="15454" y="7603"/>
                  <a:pt x="15499" y="7690"/>
                  <a:pt x="15631" y="7666"/>
                </a:cubicBezTo>
                <a:cubicBezTo>
                  <a:pt x="15687" y="7655"/>
                  <a:pt x="15762" y="7670"/>
                  <a:pt x="15805" y="7707"/>
                </a:cubicBezTo>
                <a:cubicBezTo>
                  <a:pt x="15909" y="7795"/>
                  <a:pt x="16023" y="7714"/>
                  <a:pt x="16038" y="7542"/>
                </a:cubicBezTo>
                <a:cubicBezTo>
                  <a:pt x="16046" y="7446"/>
                  <a:pt x="16053" y="7412"/>
                  <a:pt x="16038" y="7398"/>
                </a:cubicBezTo>
                <a:close/>
                <a:moveTo>
                  <a:pt x="15485" y="7809"/>
                </a:moveTo>
                <a:cubicBezTo>
                  <a:pt x="15464" y="7816"/>
                  <a:pt x="15452" y="7844"/>
                  <a:pt x="15427" y="7871"/>
                </a:cubicBezTo>
                <a:cubicBezTo>
                  <a:pt x="15350" y="7958"/>
                  <a:pt x="15375" y="7975"/>
                  <a:pt x="15515" y="7912"/>
                </a:cubicBezTo>
                <a:cubicBezTo>
                  <a:pt x="15573" y="7886"/>
                  <a:pt x="15584" y="7858"/>
                  <a:pt x="15544" y="7830"/>
                </a:cubicBezTo>
                <a:cubicBezTo>
                  <a:pt x="15524" y="7816"/>
                  <a:pt x="15507" y="7803"/>
                  <a:pt x="15485" y="7809"/>
                </a:cubicBezTo>
                <a:close/>
                <a:moveTo>
                  <a:pt x="17665" y="8734"/>
                </a:moveTo>
                <a:cubicBezTo>
                  <a:pt x="17615" y="8768"/>
                  <a:pt x="17545" y="8859"/>
                  <a:pt x="17462" y="9001"/>
                </a:cubicBezTo>
                <a:lnTo>
                  <a:pt x="17288" y="9289"/>
                </a:lnTo>
                <a:lnTo>
                  <a:pt x="17404" y="9310"/>
                </a:lnTo>
                <a:cubicBezTo>
                  <a:pt x="17422" y="9279"/>
                  <a:pt x="17409" y="9267"/>
                  <a:pt x="17433" y="9227"/>
                </a:cubicBezTo>
                <a:cubicBezTo>
                  <a:pt x="17476" y="9157"/>
                  <a:pt x="17520" y="9074"/>
                  <a:pt x="17520" y="9043"/>
                </a:cubicBezTo>
                <a:cubicBezTo>
                  <a:pt x="17520" y="9011"/>
                  <a:pt x="17547" y="8962"/>
                  <a:pt x="17578" y="8940"/>
                </a:cubicBezTo>
                <a:cubicBezTo>
                  <a:pt x="17602" y="8923"/>
                  <a:pt x="17635" y="8842"/>
                  <a:pt x="17665" y="8734"/>
                </a:cubicBezTo>
                <a:close/>
                <a:moveTo>
                  <a:pt x="17782" y="10008"/>
                </a:moveTo>
                <a:cubicBezTo>
                  <a:pt x="17755" y="10011"/>
                  <a:pt x="17766" y="10045"/>
                  <a:pt x="17811" y="10132"/>
                </a:cubicBezTo>
                <a:cubicBezTo>
                  <a:pt x="17878" y="10263"/>
                  <a:pt x="17878" y="10271"/>
                  <a:pt x="17898" y="10173"/>
                </a:cubicBezTo>
                <a:cubicBezTo>
                  <a:pt x="17902" y="10155"/>
                  <a:pt x="17919" y="10130"/>
                  <a:pt x="17927" y="10111"/>
                </a:cubicBezTo>
                <a:cubicBezTo>
                  <a:pt x="17892" y="10077"/>
                  <a:pt x="17851" y="10043"/>
                  <a:pt x="17811" y="10008"/>
                </a:cubicBezTo>
                <a:cubicBezTo>
                  <a:pt x="17796" y="10005"/>
                  <a:pt x="17790" y="10008"/>
                  <a:pt x="17782" y="10008"/>
                </a:cubicBezTo>
                <a:close/>
                <a:moveTo>
                  <a:pt x="18538" y="10666"/>
                </a:moveTo>
                <a:cubicBezTo>
                  <a:pt x="18156" y="10662"/>
                  <a:pt x="18127" y="10673"/>
                  <a:pt x="18305" y="10933"/>
                </a:cubicBezTo>
                <a:cubicBezTo>
                  <a:pt x="18369" y="11027"/>
                  <a:pt x="18421" y="11126"/>
                  <a:pt x="18421" y="11159"/>
                </a:cubicBezTo>
                <a:cubicBezTo>
                  <a:pt x="18421" y="11192"/>
                  <a:pt x="18468" y="11230"/>
                  <a:pt x="18508" y="11241"/>
                </a:cubicBezTo>
                <a:cubicBezTo>
                  <a:pt x="18656" y="11283"/>
                  <a:pt x="18690" y="11274"/>
                  <a:pt x="18596" y="11200"/>
                </a:cubicBezTo>
                <a:cubicBezTo>
                  <a:pt x="18413" y="11057"/>
                  <a:pt x="18507" y="10754"/>
                  <a:pt x="18770" y="10687"/>
                </a:cubicBezTo>
                <a:cubicBezTo>
                  <a:pt x="18818" y="10674"/>
                  <a:pt x="18722" y="10668"/>
                  <a:pt x="18538" y="10666"/>
                </a:cubicBezTo>
                <a:close/>
                <a:moveTo>
                  <a:pt x="18770" y="10872"/>
                </a:moveTo>
                <a:cubicBezTo>
                  <a:pt x="18756" y="10869"/>
                  <a:pt x="18737" y="10887"/>
                  <a:pt x="18712" y="10933"/>
                </a:cubicBezTo>
                <a:cubicBezTo>
                  <a:pt x="18684" y="10984"/>
                  <a:pt x="18693" y="11064"/>
                  <a:pt x="18712" y="11098"/>
                </a:cubicBezTo>
                <a:cubicBezTo>
                  <a:pt x="18730" y="11132"/>
                  <a:pt x="18772" y="11159"/>
                  <a:pt x="18799" y="11159"/>
                </a:cubicBezTo>
                <a:cubicBezTo>
                  <a:pt x="18893" y="11159"/>
                  <a:pt x="18892" y="11069"/>
                  <a:pt x="18828" y="10954"/>
                </a:cubicBezTo>
                <a:cubicBezTo>
                  <a:pt x="18796" y="10896"/>
                  <a:pt x="18785" y="10875"/>
                  <a:pt x="18770" y="10872"/>
                </a:cubicBezTo>
                <a:close/>
                <a:moveTo>
                  <a:pt x="19322" y="11221"/>
                </a:moveTo>
                <a:cubicBezTo>
                  <a:pt x="19313" y="11214"/>
                  <a:pt x="19287" y="11222"/>
                  <a:pt x="19235" y="11241"/>
                </a:cubicBezTo>
                <a:cubicBezTo>
                  <a:pt x="19172" y="11265"/>
                  <a:pt x="19119" y="11309"/>
                  <a:pt x="19119" y="11344"/>
                </a:cubicBezTo>
                <a:cubicBezTo>
                  <a:pt x="19119" y="11435"/>
                  <a:pt x="19265" y="11392"/>
                  <a:pt x="19322" y="11283"/>
                </a:cubicBezTo>
                <a:cubicBezTo>
                  <a:pt x="19344" y="11242"/>
                  <a:pt x="19332" y="11228"/>
                  <a:pt x="19322" y="11221"/>
                </a:cubicBezTo>
                <a:close/>
                <a:moveTo>
                  <a:pt x="19613" y="11324"/>
                </a:moveTo>
                <a:cubicBezTo>
                  <a:pt x="19532" y="11336"/>
                  <a:pt x="19468" y="11345"/>
                  <a:pt x="19468" y="11385"/>
                </a:cubicBezTo>
                <a:cubicBezTo>
                  <a:pt x="19468" y="11536"/>
                  <a:pt x="19187" y="11618"/>
                  <a:pt x="19032" y="11509"/>
                </a:cubicBezTo>
                <a:cubicBezTo>
                  <a:pt x="18977" y="11470"/>
                  <a:pt x="18944" y="11508"/>
                  <a:pt x="18944" y="11673"/>
                </a:cubicBezTo>
                <a:lnTo>
                  <a:pt x="18944" y="11899"/>
                </a:lnTo>
                <a:lnTo>
                  <a:pt x="19148" y="11899"/>
                </a:lnTo>
                <a:cubicBezTo>
                  <a:pt x="19117" y="11872"/>
                  <a:pt x="19090" y="11852"/>
                  <a:pt x="19061" y="11837"/>
                </a:cubicBezTo>
                <a:cubicBezTo>
                  <a:pt x="18910" y="11762"/>
                  <a:pt x="18926" y="11703"/>
                  <a:pt x="19119" y="11673"/>
                </a:cubicBezTo>
                <a:cubicBezTo>
                  <a:pt x="19211" y="11659"/>
                  <a:pt x="19328" y="11611"/>
                  <a:pt x="19380" y="11570"/>
                </a:cubicBezTo>
                <a:cubicBezTo>
                  <a:pt x="19446" y="11519"/>
                  <a:pt x="19543" y="11424"/>
                  <a:pt x="19613" y="11324"/>
                </a:cubicBezTo>
                <a:close/>
                <a:moveTo>
                  <a:pt x="20136" y="11755"/>
                </a:moveTo>
                <a:cubicBezTo>
                  <a:pt x="20047" y="11758"/>
                  <a:pt x="19966" y="11764"/>
                  <a:pt x="19904" y="11776"/>
                </a:cubicBezTo>
                <a:cubicBezTo>
                  <a:pt x="19755" y="11804"/>
                  <a:pt x="19667" y="11836"/>
                  <a:pt x="19613" y="11899"/>
                </a:cubicBezTo>
                <a:lnTo>
                  <a:pt x="19846" y="11920"/>
                </a:lnTo>
                <a:lnTo>
                  <a:pt x="19875" y="12207"/>
                </a:lnTo>
                <a:cubicBezTo>
                  <a:pt x="19891" y="12486"/>
                  <a:pt x="19897" y="12516"/>
                  <a:pt x="20020" y="12516"/>
                </a:cubicBezTo>
                <a:cubicBezTo>
                  <a:pt x="20092" y="12516"/>
                  <a:pt x="20189" y="12499"/>
                  <a:pt x="20223" y="12475"/>
                </a:cubicBezTo>
                <a:cubicBezTo>
                  <a:pt x="20352" y="12384"/>
                  <a:pt x="20380" y="12522"/>
                  <a:pt x="20252" y="12618"/>
                </a:cubicBezTo>
                <a:cubicBezTo>
                  <a:pt x="20178" y="12674"/>
                  <a:pt x="20131" y="12727"/>
                  <a:pt x="20165" y="12742"/>
                </a:cubicBezTo>
                <a:cubicBezTo>
                  <a:pt x="20197" y="12756"/>
                  <a:pt x="20232" y="12726"/>
                  <a:pt x="20252" y="12680"/>
                </a:cubicBezTo>
                <a:cubicBezTo>
                  <a:pt x="20298" y="12579"/>
                  <a:pt x="20480" y="12503"/>
                  <a:pt x="20601" y="12536"/>
                </a:cubicBezTo>
                <a:cubicBezTo>
                  <a:pt x="20676" y="12556"/>
                  <a:pt x="20703" y="12498"/>
                  <a:pt x="20718" y="12228"/>
                </a:cubicBezTo>
                <a:lnTo>
                  <a:pt x="20747" y="11920"/>
                </a:lnTo>
                <a:lnTo>
                  <a:pt x="21008" y="11899"/>
                </a:lnTo>
                <a:cubicBezTo>
                  <a:pt x="20964" y="11864"/>
                  <a:pt x="20907" y="11833"/>
                  <a:pt x="20863" y="11817"/>
                </a:cubicBezTo>
                <a:cubicBezTo>
                  <a:pt x="20726" y="11765"/>
                  <a:pt x="20405" y="11746"/>
                  <a:pt x="20136" y="11755"/>
                </a:cubicBezTo>
                <a:close/>
                <a:moveTo>
                  <a:pt x="18538" y="12022"/>
                </a:moveTo>
                <a:cubicBezTo>
                  <a:pt x="18520" y="12025"/>
                  <a:pt x="18504" y="12026"/>
                  <a:pt x="18479" y="12043"/>
                </a:cubicBezTo>
                <a:cubicBezTo>
                  <a:pt x="18428" y="12079"/>
                  <a:pt x="18447" y="12121"/>
                  <a:pt x="18508" y="12207"/>
                </a:cubicBezTo>
                <a:lnTo>
                  <a:pt x="18567" y="12331"/>
                </a:lnTo>
                <a:lnTo>
                  <a:pt x="18596" y="12187"/>
                </a:lnTo>
                <a:cubicBezTo>
                  <a:pt x="18613" y="12069"/>
                  <a:pt x="18589" y="12015"/>
                  <a:pt x="18538" y="12022"/>
                </a:cubicBezTo>
                <a:close/>
                <a:moveTo>
                  <a:pt x="18102" y="12064"/>
                </a:moveTo>
                <a:cubicBezTo>
                  <a:pt x="18085" y="12064"/>
                  <a:pt x="18072" y="12093"/>
                  <a:pt x="18072" y="12146"/>
                </a:cubicBezTo>
                <a:cubicBezTo>
                  <a:pt x="18072" y="12204"/>
                  <a:pt x="18062" y="12289"/>
                  <a:pt x="18043" y="12331"/>
                </a:cubicBezTo>
                <a:cubicBezTo>
                  <a:pt x="18012" y="12402"/>
                  <a:pt x="18010" y="12399"/>
                  <a:pt x="18072" y="12331"/>
                </a:cubicBezTo>
                <a:cubicBezTo>
                  <a:pt x="18109" y="12291"/>
                  <a:pt x="18183" y="12274"/>
                  <a:pt x="18218" y="12290"/>
                </a:cubicBezTo>
                <a:cubicBezTo>
                  <a:pt x="18260" y="12308"/>
                  <a:pt x="18252" y="12307"/>
                  <a:pt x="18218" y="12269"/>
                </a:cubicBezTo>
                <a:cubicBezTo>
                  <a:pt x="18190" y="12237"/>
                  <a:pt x="18166" y="12176"/>
                  <a:pt x="18160" y="12146"/>
                </a:cubicBezTo>
                <a:cubicBezTo>
                  <a:pt x="18148" y="12093"/>
                  <a:pt x="18118" y="12063"/>
                  <a:pt x="18102" y="12064"/>
                </a:cubicBezTo>
                <a:close/>
                <a:moveTo>
                  <a:pt x="18596" y="12331"/>
                </a:moveTo>
                <a:lnTo>
                  <a:pt x="18538" y="12413"/>
                </a:lnTo>
                <a:cubicBezTo>
                  <a:pt x="18507" y="12469"/>
                  <a:pt x="18439" y="12516"/>
                  <a:pt x="18363" y="12516"/>
                </a:cubicBezTo>
                <a:cubicBezTo>
                  <a:pt x="18240" y="12516"/>
                  <a:pt x="18256" y="12518"/>
                  <a:pt x="18392" y="12598"/>
                </a:cubicBezTo>
                <a:cubicBezTo>
                  <a:pt x="18468" y="12642"/>
                  <a:pt x="18559" y="12679"/>
                  <a:pt x="18596" y="12680"/>
                </a:cubicBezTo>
                <a:cubicBezTo>
                  <a:pt x="18691" y="12682"/>
                  <a:pt x="18718" y="12552"/>
                  <a:pt x="18654" y="12433"/>
                </a:cubicBezTo>
                <a:lnTo>
                  <a:pt x="18596" y="12331"/>
                </a:lnTo>
                <a:close/>
                <a:moveTo>
                  <a:pt x="21357" y="12598"/>
                </a:moveTo>
                <a:cubicBezTo>
                  <a:pt x="21305" y="12607"/>
                  <a:pt x="21253" y="12636"/>
                  <a:pt x="21241" y="12680"/>
                </a:cubicBezTo>
                <a:cubicBezTo>
                  <a:pt x="21219" y="12758"/>
                  <a:pt x="21220" y="12779"/>
                  <a:pt x="21357" y="12742"/>
                </a:cubicBezTo>
                <a:cubicBezTo>
                  <a:pt x="21408" y="12728"/>
                  <a:pt x="21473" y="12672"/>
                  <a:pt x="21473" y="12639"/>
                </a:cubicBezTo>
                <a:cubicBezTo>
                  <a:pt x="21473" y="12597"/>
                  <a:pt x="21409" y="12589"/>
                  <a:pt x="21357" y="12598"/>
                </a:cubicBezTo>
                <a:close/>
                <a:moveTo>
                  <a:pt x="19293" y="12639"/>
                </a:moveTo>
                <a:cubicBezTo>
                  <a:pt x="19030" y="12639"/>
                  <a:pt x="19024" y="12638"/>
                  <a:pt x="19061" y="12721"/>
                </a:cubicBezTo>
                <a:cubicBezTo>
                  <a:pt x="19083" y="12770"/>
                  <a:pt x="19087" y="12899"/>
                  <a:pt x="19090" y="13009"/>
                </a:cubicBezTo>
                <a:lnTo>
                  <a:pt x="19090" y="13214"/>
                </a:lnTo>
                <a:lnTo>
                  <a:pt x="19439" y="13214"/>
                </a:lnTo>
                <a:cubicBezTo>
                  <a:pt x="19625" y="13214"/>
                  <a:pt x="19785" y="13190"/>
                  <a:pt x="19787" y="13173"/>
                </a:cubicBezTo>
                <a:cubicBezTo>
                  <a:pt x="19790" y="13156"/>
                  <a:pt x="19777" y="13109"/>
                  <a:pt x="19787" y="13071"/>
                </a:cubicBezTo>
                <a:cubicBezTo>
                  <a:pt x="19799" y="13029"/>
                  <a:pt x="19802" y="13018"/>
                  <a:pt x="19758" y="13029"/>
                </a:cubicBezTo>
                <a:cubicBezTo>
                  <a:pt x="19638" y="13062"/>
                  <a:pt x="19529" y="12937"/>
                  <a:pt x="19555" y="12783"/>
                </a:cubicBezTo>
                <a:lnTo>
                  <a:pt x="19584" y="12639"/>
                </a:lnTo>
                <a:lnTo>
                  <a:pt x="19293" y="12639"/>
                </a:lnTo>
                <a:close/>
                <a:moveTo>
                  <a:pt x="19904" y="12639"/>
                </a:moveTo>
                <a:cubicBezTo>
                  <a:pt x="19822" y="12639"/>
                  <a:pt x="19729" y="12762"/>
                  <a:pt x="19729" y="12844"/>
                </a:cubicBezTo>
                <a:cubicBezTo>
                  <a:pt x="19729" y="12915"/>
                  <a:pt x="19851" y="12890"/>
                  <a:pt x="19962" y="12803"/>
                </a:cubicBezTo>
                <a:cubicBezTo>
                  <a:pt x="20070" y="12719"/>
                  <a:pt x="20040" y="12639"/>
                  <a:pt x="19904" y="12639"/>
                </a:cubicBezTo>
                <a:close/>
                <a:moveTo>
                  <a:pt x="20950" y="12639"/>
                </a:moveTo>
                <a:cubicBezTo>
                  <a:pt x="20835" y="12639"/>
                  <a:pt x="20818" y="12647"/>
                  <a:pt x="20834" y="12927"/>
                </a:cubicBezTo>
                <a:lnTo>
                  <a:pt x="20863" y="13235"/>
                </a:lnTo>
                <a:lnTo>
                  <a:pt x="21241" y="13214"/>
                </a:lnTo>
                <a:cubicBezTo>
                  <a:pt x="21267" y="13213"/>
                  <a:pt x="21276" y="13215"/>
                  <a:pt x="21299" y="13214"/>
                </a:cubicBezTo>
                <a:cubicBezTo>
                  <a:pt x="21310" y="13200"/>
                  <a:pt x="21313" y="13200"/>
                  <a:pt x="21328" y="13194"/>
                </a:cubicBezTo>
                <a:cubicBezTo>
                  <a:pt x="21363" y="13179"/>
                  <a:pt x="21371" y="13091"/>
                  <a:pt x="21357" y="13009"/>
                </a:cubicBezTo>
                <a:cubicBezTo>
                  <a:pt x="21345" y="12936"/>
                  <a:pt x="21357" y="12903"/>
                  <a:pt x="21386" y="12865"/>
                </a:cubicBezTo>
                <a:cubicBezTo>
                  <a:pt x="21240" y="12909"/>
                  <a:pt x="21129" y="12886"/>
                  <a:pt x="21066" y="12803"/>
                </a:cubicBezTo>
                <a:cubicBezTo>
                  <a:pt x="21032" y="12758"/>
                  <a:pt x="21018" y="12702"/>
                  <a:pt x="21037" y="12680"/>
                </a:cubicBezTo>
                <a:cubicBezTo>
                  <a:pt x="21057" y="12658"/>
                  <a:pt x="21017" y="12639"/>
                  <a:pt x="20950" y="12639"/>
                </a:cubicBezTo>
                <a:close/>
                <a:moveTo>
                  <a:pt x="19875" y="13297"/>
                </a:moveTo>
                <a:lnTo>
                  <a:pt x="19875" y="13584"/>
                </a:lnTo>
                <a:cubicBezTo>
                  <a:pt x="19875" y="13897"/>
                  <a:pt x="19907" y="13915"/>
                  <a:pt x="20194" y="13810"/>
                </a:cubicBezTo>
                <a:cubicBezTo>
                  <a:pt x="20370" y="13746"/>
                  <a:pt x="20370" y="13749"/>
                  <a:pt x="20456" y="13831"/>
                </a:cubicBezTo>
                <a:cubicBezTo>
                  <a:pt x="20599" y="13968"/>
                  <a:pt x="20670" y="13905"/>
                  <a:pt x="20688" y="13625"/>
                </a:cubicBezTo>
                <a:cubicBezTo>
                  <a:pt x="20709" y="13316"/>
                  <a:pt x="20686" y="13297"/>
                  <a:pt x="20223" y="13297"/>
                </a:cubicBezTo>
                <a:lnTo>
                  <a:pt x="19875" y="13297"/>
                </a:lnTo>
                <a:close/>
                <a:moveTo>
                  <a:pt x="19700" y="13954"/>
                </a:moveTo>
                <a:cubicBezTo>
                  <a:pt x="19652" y="13954"/>
                  <a:pt x="19594" y="13983"/>
                  <a:pt x="19526" y="14036"/>
                </a:cubicBezTo>
                <a:cubicBezTo>
                  <a:pt x="19468" y="14082"/>
                  <a:pt x="19365" y="14119"/>
                  <a:pt x="19322" y="14119"/>
                </a:cubicBezTo>
                <a:cubicBezTo>
                  <a:pt x="19264" y="14119"/>
                  <a:pt x="19279" y="14141"/>
                  <a:pt x="19322" y="14221"/>
                </a:cubicBezTo>
                <a:cubicBezTo>
                  <a:pt x="19354" y="14279"/>
                  <a:pt x="19351" y="14369"/>
                  <a:pt x="19351" y="14427"/>
                </a:cubicBezTo>
                <a:cubicBezTo>
                  <a:pt x="19351" y="14518"/>
                  <a:pt x="19388" y="14535"/>
                  <a:pt x="19468" y="14489"/>
                </a:cubicBezTo>
                <a:cubicBezTo>
                  <a:pt x="19592" y="14416"/>
                  <a:pt x="19758" y="14140"/>
                  <a:pt x="19758" y="14036"/>
                </a:cubicBezTo>
                <a:cubicBezTo>
                  <a:pt x="19758" y="13983"/>
                  <a:pt x="19749" y="13955"/>
                  <a:pt x="19700" y="13954"/>
                </a:cubicBezTo>
                <a:close/>
                <a:moveTo>
                  <a:pt x="20834" y="13954"/>
                </a:moveTo>
                <a:lnTo>
                  <a:pt x="20834" y="14242"/>
                </a:lnTo>
                <a:lnTo>
                  <a:pt x="20834" y="14530"/>
                </a:lnTo>
                <a:cubicBezTo>
                  <a:pt x="20834" y="14453"/>
                  <a:pt x="20870" y="14368"/>
                  <a:pt x="20921" y="14283"/>
                </a:cubicBezTo>
                <a:cubicBezTo>
                  <a:pt x="20978" y="14189"/>
                  <a:pt x="21015" y="14080"/>
                  <a:pt x="21037" y="13954"/>
                </a:cubicBezTo>
                <a:lnTo>
                  <a:pt x="20834" y="13954"/>
                </a:lnTo>
                <a:close/>
                <a:moveTo>
                  <a:pt x="19933" y="14571"/>
                </a:moveTo>
                <a:cubicBezTo>
                  <a:pt x="19899" y="14571"/>
                  <a:pt x="19913" y="14589"/>
                  <a:pt x="19933" y="14612"/>
                </a:cubicBezTo>
                <a:cubicBezTo>
                  <a:pt x="19953" y="14635"/>
                  <a:pt x="19977" y="14653"/>
                  <a:pt x="19991" y="14653"/>
                </a:cubicBezTo>
                <a:cubicBezTo>
                  <a:pt x="20005" y="14653"/>
                  <a:pt x="19991" y="14634"/>
                  <a:pt x="19991" y="14612"/>
                </a:cubicBezTo>
                <a:cubicBezTo>
                  <a:pt x="19991" y="14589"/>
                  <a:pt x="19967" y="14571"/>
                  <a:pt x="19933" y="14571"/>
                </a:cubicBezTo>
                <a:close/>
                <a:moveTo>
                  <a:pt x="20194" y="14612"/>
                </a:moveTo>
                <a:lnTo>
                  <a:pt x="20165" y="14776"/>
                </a:lnTo>
                <a:cubicBezTo>
                  <a:pt x="20146" y="14872"/>
                  <a:pt x="20099" y="15002"/>
                  <a:pt x="20078" y="15064"/>
                </a:cubicBezTo>
                <a:cubicBezTo>
                  <a:pt x="20046" y="15160"/>
                  <a:pt x="20063" y="15187"/>
                  <a:pt x="20165" y="15187"/>
                </a:cubicBezTo>
                <a:cubicBezTo>
                  <a:pt x="20246" y="15187"/>
                  <a:pt x="20273" y="15164"/>
                  <a:pt x="20252" y="15126"/>
                </a:cubicBezTo>
                <a:cubicBezTo>
                  <a:pt x="20202" y="15033"/>
                  <a:pt x="20415" y="14825"/>
                  <a:pt x="20572" y="14797"/>
                </a:cubicBezTo>
                <a:cubicBezTo>
                  <a:pt x="20662" y="14781"/>
                  <a:pt x="20718" y="14743"/>
                  <a:pt x="20718" y="14694"/>
                </a:cubicBezTo>
                <a:cubicBezTo>
                  <a:pt x="20718" y="14630"/>
                  <a:pt x="20667" y="14612"/>
                  <a:pt x="20456" y="14612"/>
                </a:cubicBezTo>
                <a:lnTo>
                  <a:pt x="20194" y="14612"/>
                </a:lnTo>
                <a:close/>
                <a:moveTo>
                  <a:pt x="20688" y="14920"/>
                </a:moveTo>
                <a:cubicBezTo>
                  <a:pt x="20587" y="14893"/>
                  <a:pt x="20438" y="15038"/>
                  <a:pt x="20485" y="15126"/>
                </a:cubicBezTo>
                <a:cubicBezTo>
                  <a:pt x="20533" y="15214"/>
                  <a:pt x="20613" y="15201"/>
                  <a:pt x="20688" y="15085"/>
                </a:cubicBezTo>
                <a:cubicBezTo>
                  <a:pt x="20773" y="14953"/>
                  <a:pt x="20792" y="14948"/>
                  <a:pt x="20688" y="14920"/>
                </a:cubicBezTo>
                <a:close/>
                <a:moveTo>
                  <a:pt x="20834" y="15393"/>
                </a:moveTo>
                <a:cubicBezTo>
                  <a:pt x="20829" y="15424"/>
                  <a:pt x="20834" y="15453"/>
                  <a:pt x="20834" y="15496"/>
                </a:cubicBezTo>
                <a:lnTo>
                  <a:pt x="20834" y="15722"/>
                </a:lnTo>
                <a:lnTo>
                  <a:pt x="20979" y="15660"/>
                </a:lnTo>
                <a:cubicBezTo>
                  <a:pt x="21023" y="15642"/>
                  <a:pt x="21067" y="15627"/>
                  <a:pt x="21095" y="15619"/>
                </a:cubicBezTo>
                <a:cubicBezTo>
                  <a:pt x="21072" y="15534"/>
                  <a:pt x="20945" y="15437"/>
                  <a:pt x="20834" y="15393"/>
                </a:cubicBezTo>
                <a:close/>
                <a:moveTo>
                  <a:pt x="18886" y="15454"/>
                </a:moveTo>
                <a:cubicBezTo>
                  <a:pt x="18901" y="15448"/>
                  <a:pt x="18928" y="15452"/>
                  <a:pt x="18944" y="15454"/>
                </a:cubicBezTo>
                <a:cubicBezTo>
                  <a:pt x="18961" y="15457"/>
                  <a:pt x="18964" y="15464"/>
                  <a:pt x="18974" y="15475"/>
                </a:cubicBezTo>
                <a:cubicBezTo>
                  <a:pt x="18992" y="15496"/>
                  <a:pt x="19004" y="15523"/>
                  <a:pt x="18974" y="15537"/>
                </a:cubicBezTo>
                <a:cubicBezTo>
                  <a:pt x="18943" y="15550"/>
                  <a:pt x="18905" y="15538"/>
                  <a:pt x="18886" y="15516"/>
                </a:cubicBezTo>
                <a:cubicBezTo>
                  <a:pt x="18868" y="15495"/>
                  <a:pt x="18856" y="15468"/>
                  <a:pt x="18886" y="15454"/>
                </a:cubicBezTo>
                <a:close/>
                <a:moveTo>
                  <a:pt x="19933" y="15475"/>
                </a:moveTo>
                <a:cubicBezTo>
                  <a:pt x="19753" y="15475"/>
                  <a:pt x="19759" y="15486"/>
                  <a:pt x="19816" y="15639"/>
                </a:cubicBezTo>
                <a:cubicBezTo>
                  <a:pt x="19854" y="15739"/>
                  <a:pt x="19857" y="15729"/>
                  <a:pt x="19904" y="15639"/>
                </a:cubicBezTo>
                <a:cubicBezTo>
                  <a:pt x="19960" y="15532"/>
                  <a:pt x="19979" y="15532"/>
                  <a:pt x="20165" y="15619"/>
                </a:cubicBezTo>
                <a:cubicBezTo>
                  <a:pt x="20245" y="15656"/>
                  <a:pt x="20317" y="15676"/>
                  <a:pt x="20340" y="15660"/>
                </a:cubicBezTo>
                <a:cubicBezTo>
                  <a:pt x="20410" y="15610"/>
                  <a:pt x="20111" y="15475"/>
                  <a:pt x="19933" y="15475"/>
                </a:cubicBezTo>
                <a:close/>
                <a:moveTo>
                  <a:pt x="21154" y="15763"/>
                </a:moveTo>
                <a:cubicBezTo>
                  <a:pt x="21083" y="15772"/>
                  <a:pt x="20974" y="15836"/>
                  <a:pt x="20950" y="15886"/>
                </a:cubicBezTo>
                <a:cubicBezTo>
                  <a:pt x="20916" y="15958"/>
                  <a:pt x="21166" y="15936"/>
                  <a:pt x="21212" y="15865"/>
                </a:cubicBezTo>
                <a:cubicBezTo>
                  <a:pt x="21208" y="15822"/>
                  <a:pt x="21178" y="15782"/>
                  <a:pt x="21154" y="15763"/>
                </a:cubicBezTo>
                <a:close/>
                <a:moveTo>
                  <a:pt x="19875" y="15927"/>
                </a:moveTo>
                <a:lnTo>
                  <a:pt x="19875" y="16153"/>
                </a:lnTo>
                <a:cubicBezTo>
                  <a:pt x="19875" y="16344"/>
                  <a:pt x="19915" y="16380"/>
                  <a:pt x="20020" y="16400"/>
                </a:cubicBezTo>
                <a:cubicBezTo>
                  <a:pt x="20087" y="16412"/>
                  <a:pt x="20128" y="16437"/>
                  <a:pt x="20107" y="16461"/>
                </a:cubicBezTo>
                <a:cubicBezTo>
                  <a:pt x="20053" y="16524"/>
                  <a:pt x="20542" y="16524"/>
                  <a:pt x="20630" y="16461"/>
                </a:cubicBezTo>
                <a:cubicBezTo>
                  <a:pt x="20669" y="16434"/>
                  <a:pt x="20718" y="16305"/>
                  <a:pt x="20718" y="16174"/>
                </a:cubicBezTo>
                <a:lnTo>
                  <a:pt x="20718" y="15927"/>
                </a:lnTo>
                <a:lnTo>
                  <a:pt x="20311" y="15927"/>
                </a:lnTo>
                <a:lnTo>
                  <a:pt x="19875" y="15927"/>
                </a:lnTo>
                <a:close/>
                <a:moveTo>
                  <a:pt x="20950" y="16461"/>
                </a:moveTo>
                <a:cubicBezTo>
                  <a:pt x="20947" y="16459"/>
                  <a:pt x="20909" y="16477"/>
                  <a:pt x="20863" y="16503"/>
                </a:cubicBezTo>
                <a:cubicBezTo>
                  <a:pt x="20807" y="16534"/>
                  <a:pt x="20776" y="16556"/>
                  <a:pt x="20776" y="16564"/>
                </a:cubicBezTo>
                <a:cubicBezTo>
                  <a:pt x="20776" y="16598"/>
                  <a:pt x="20816" y="16592"/>
                  <a:pt x="20892" y="16523"/>
                </a:cubicBezTo>
                <a:cubicBezTo>
                  <a:pt x="20928" y="16490"/>
                  <a:pt x="20953" y="16464"/>
                  <a:pt x="20950" y="16461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rotWithShape="0" dir="16200000" dist="127000">
              <a:srgbClr val="000000">
                <a:alpha val="70196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379946" y="1167021"/>
            <a:ext cx="4019551" cy="1259682"/>
          </a:xfrm>
          <a:prstGeom prst="roundRect">
            <a:avLst>
              <a:gd fmla="val 5000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744503" y="1180390"/>
            <a:ext cx="4019551" cy="1259682"/>
          </a:xfrm>
          <a:prstGeom prst="roundRect">
            <a:avLst>
              <a:gd fmla="val 5000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379946" y="2630571"/>
            <a:ext cx="4019551" cy="1259682"/>
          </a:xfrm>
          <a:prstGeom prst="roundRect">
            <a:avLst>
              <a:gd fmla="val 5000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744503" y="2630571"/>
            <a:ext cx="4019551" cy="1259682"/>
          </a:xfrm>
          <a:prstGeom prst="roundRect">
            <a:avLst>
              <a:gd fmla="val 5000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429107" y="392473"/>
            <a:ext cx="8394193" cy="469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3100"/>
              <a:buFont typeface="Playfair Display"/>
              <a:buNone/>
            </a:pPr>
            <a:r>
              <a:rPr b="1" i="0" lang="en-US" sz="31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Суть проекта за 60 секунд</a:t>
            </a:r>
            <a:endParaRPr/>
          </a:p>
        </p:txBody>
      </p:sp>
      <p:sp>
        <p:nvSpPr>
          <p:cNvPr id="30" name="Google Shape;30;p2"/>
          <p:cNvSpPr txBox="1"/>
          <p:nvPr/>
        </p:nvSpPr>
        <p:spPr>
          <a:xfrm>
            <a:off x="763053" y="1370890"/>
            <a:ext cx="3672460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Что делаем</a:t>
            </a:r>
            <a:endParaRPr/>
          </a:p>
        </p:txBody>
      </p:sp>
      <p:sp>
        <p:nvSpPr>
          <p:cNvPr id="31" name="Google Shape;31;p2"/>
          <p:cNvSpPr txBox="1"/>
          <p:nvPr/>
        </p:nvSpPr>
        <p:spPr>
          <a:xfrm>
            <a:off x="763053" y="1683058"/>
            <a:ext cx="3600451" cy="394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Финансовый маркетплейс-помощник на базе AI. 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Не сравниваем продукты — </a:t>
            </a:r>
            <a:r>
              <a:rPr b="1" i="0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решаем проблему клиента</a:t>
            </a:r>
            <a:endParaRPr/>
          </a:p>
        </p:txBody>
      </p:sp>
      <p:sp>
        <p:nvSpPr>
          <p:cNvPr id="32" name="Google Shape;32;p2"/>
          <p:cNvSpPr txBox="1"/>
          <p:nvPr/>
        </p:nvSpPr>
        <p:spPr>
          <a:xfrm>
            <a:off x="5106541" y="1364258"/>
            <a:ext cx="1729235" cy="18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Почему сейчас</a:t>
            </a:r>
            <a:endParaRPr/>
          </a:p>
        </p:txBody>
      </p:sp>
      <p:sp>
        <p:nvSpPr>
          <p:cNvPr id="33" name="Google Shape;33;p2"/>
          <p:cNvSpPr txBox="1"/>
          <p:nvPr/>
        </p:nvSpPr>
        <p:spPr>
          <a:xfrm>
            <a:off x="5120587" y="1683058"/>
            <a:ext cx="3600451" cy="394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Рынок в стрессе. Лидеры стали безликими витринами. Доверие —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самый</a:t>
            </a: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дефицитный актив</a:t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763053" y="2821071"/>
            <a:ext cx="3672460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Wedge-стратегия</a:t>
            </a:r>
            <a:endParaRPr/>
          </a:p>
        </p:txBody>
      </p:sp>
      <p:sp>
        <p:nvSpPr>
          <p:cNvPr id="35" name="Google Shape;35;p2"/>
          <p:cNvSpPr txBox="1"/>
          <p:nvPr/>
        </p:nvSpPr>
        <p:spPr>
          <a:xfrm>
            <a:off x="763053" y="3158401"/>
            <a:ext cx="3600451" cy="359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Заходим через микрозаймы. 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Далее раскатываем на </a:t>
            </a:r>
            <a:r>
              <a:rPr b="1" i="0" lang="en-US" sz="10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8 категорий</a:t>
            </a: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до 30.09.26 г.</a:t>
            </a:r>
            <a:endParaRPr/>
          </a:p>
        </p:txBody>
      </p:sp>
      <p:sp>
        <p:nvSpPr>
          <p:cNvPr id="36" name="Google Shape;36;p2"/>
          <p:cNvSpPr txBox="1"/>
          <p:nvPr/>
        </p:nvSpPr>
        <p:spPr>
          <a:xfrm>
            <a:off x="5106541" y="2821071"/>
            <a:ext cx="1250389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Ключевой актив</a:t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5120587" y="3158401"/>
            <a:ext cx="3600451" cy="359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Интеграция с базой </a:t>
            </a:r>
            <a:r>
              <a:rPr b="1" i="0" lang="en-US" sz="10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Центрофинанс</a:t>
            </a: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Уникальный источник лидов и кросс-продаж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3"/>
          <p:cNvGrpSpPr/>
          <p:nvPr/>
        </p:nvGrpSpPr>
        <p:grpSpPr>
          <a:xfrm>
            <a:off x="443153" y="552600"/>
            <a:ext cx="2508202" cy="247651"/>
            <a:chOff x="0" y="0"/>
            <a:chExt cx="2508201" cy="247650"/>
          </a:xfrm>
        </p:grpSpPr>
        <p:sp>
          <p:nvSpPr>
            <p:cNvPr id="43" name="Google Shape;43;p3"/>
            <p:cNvSpPr/>
            <p:nvPr/>
          </p:nvSpPr>
          <p:spPr>
            <a:xfrm>
              <a:off x="0" y="0"/>
              <a:ext cx="2508201" cy="247650"/>
            </a:xfrm>
            <a:prstGeom prst="roundRect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3"/>
            <p:cNvSpPr txBox="1"/>
            <p:nvPr/>
          </p:nvSpPr>
          <p:spPr>
            <a:xfrm>
              <a:off x="36266" y="36266"/>
              <a:ext cx="2435668" cy="17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4300" lIns="114300" spcFirstLastPara="1" rIns="114300" wrap="square" tIns="1143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B547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FFB547"/>
                  </a:solidFill>
                  <a:latin typeface="Arial"/>
                  <a:ea typeface="Arial"/>
                  <a:cs typeface="Arial"/>
                  <a:sym typeface="Arial"/>
                </a:rPr>
                <a:t>01 · Рыночная конъюнктура</a:t>
              </a:r>
              <a:endParaRPr/>
            </a:p>
          </p:txBody>
        </p:sp>
      </p:grpSp>
      <p:sp>
        <p:nvSpPr>
          <p:cNvPr id="45" name="Google Shape;45;p3"/>
          <p:cNvSpPr/>
          <p:nvPr/>
        </p:nvSpPr>
        <p:spPr>
          <a:xfrm>
            <a:off x="443153" y="3213795"/>
            <a:ext cx="8229601" cy="85725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443153" y="952650"/>
            <a:ext cx="8394194" cy="471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3100"/>
              <a:buFont typeface="Helvetica Neue"/>
              <a:buNone/>
            </a:pPr>
            <a:r>
              <a:rPr b="1" i="0" lang="en-US" sz="31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Слепота лидеров — наш шанс</a:t>
            </a:r>
            <a:endParaRPr/>
          </a:p>
        </p:txBody>
      </p:sp>
      <p:sp>
        <p:nvSpPr>
          <p:cNvPr id="47" name="Google Shape;47;p3"/>
          <p:cNvSpPr txBox="1"/>
          <p:nvPr/>
        </p:nvSpPr>
        <p:spPr>
          <a:xfrm>
            <a:off x="443153" y="1737420"/>
            <a:ext cx="4080510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Макроконтекст 2026</a:t>
            </a:r>
            <a:endParaRPr/>
          </a:p>
        </p:txBody>
      </p:sp>
      <p:sp>
        <p:nvSpPr>
          <p:cNvPr id="48" name="Google Shape;48;p3"/>
          <p:cNvSpPr txBox="1"/>
          <p:nvPr/>
        </p:nvSpPr>
        <p:spPr>
          <a:xfrm>
            <a:off x="443153" y="2118420"/>
            <a:ext cx="4000501" cy="839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🔻 Жесткая ДКП ЦБ → кредитование сжимается</a:t>
            </a:r>
            <a:endParaRPr/>
          </a:p>
          <a:p>
            <a:pPr indent="-342900" lvl="0" marL="3429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😰 Клиенты в стрессе: просрочки, отказы банков</a:t>
            </a:r>
            <a:endParaRPr/>
          </a:p>
          <a:p>
            <a:pPr indent="-342900" lvl="0" marL="3429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🧭 Рынок ищет не каталог, а проводника</a:t>
            </a:r>
            <a:endParaRPr/>
          </a:p>
        </p:txBody>
      </p:sp>
      <p:sp>
        <p:nvSpPr>
          <p:cNvPr id="49" name="Google Shape;49;p3"/>
          <p:cNvSpPr txBox="1"/>
          <p:nvPr/>
        </p:nvSpPr>
        <p:spPr>
          <a:xfrm>
            <a:off x="4672253" y="1737420"/>
            <a:ext cx="4080511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Слепота конкурентов</a:t>
            </a:r>
            <a:endParaRPr/>
          </a:p>
        </p:txBody>
      </p:sp>
      <p:sp>
        <p:nvSpPr>
          <p:cNvPr id="50" name="Google Shape;50;p3"/>
          <p:cNvSpPr txBox="1"/>
          <p:nvPr/>
        </p:nvSpPr>
        <p:spPr>
          <a:xfrm>
            <a:off x="4672253" y="2118420"/>
            <a:ext cx="4000501" cy="886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Банки.ру, Сравни.ру, Выберу эволюционировали в</a:t>
            </a:r>
            <a:r>
              <a:rPr b="1" i="0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калькуляторы-экзаменаторы</a:t>
            </a: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Они перегружают терминами, скрывают логику ранжирования и зарабатывают на обмане ожиданий</a:t>
            </a:r>
            <a:endParaRPr/>
          </a:p>
        </p:txBody>
      </p:sp>
      <p:sp>
        <p:nvSpPr>
          <p:cNvPr id="51" name="Google Shape;51;p3"/>
          <p:cNvSpPr txBox="1"/>
          <p:nvPr/>
        </p:nvSpPr>
        <p:spPr>
          <a:xfrm>
            <a:off x="725474" y="3363020"/>
            <a:ext cx="7829551" cy="558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200"/>
              <a:buFont typeface="Helvetica Neue"/>
              <a:buNone/>
            </a:pPr>
            <a:r>
              <a:rPr b="0" i="1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💡 </a:t>
            </a:r>
            <a:r>
              <a:rPr b="1" i="1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Инсайт:</a:t>
            </a:r>
            <a:r>
              <a:rPr b="0" i="1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В мире финансового стресса самый дефицитный актив — </a:t>
            </a:r>
            <a:r>
              <a:rPr b="1" i="1" lang="en-US" sz="12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доверие</a:t>
            </a:r>
            <a:r>
              <a:rPr b="0" i="1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br>
              <a:rPr b="0" i="1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Тот, кто первым перестанет продавать витрину и начнёт продавать уверенность — заберёт рынок</a:t>
            </a:r>
            <a:endParaRPr/>
          </a:p>
        </p:txBody>
      </p:sp>
      <p:sp>
        <p:nvSpPr>
          <p:cNvPr id="52" name="Google Shape;52;p3"/>
          <p:cNvSpPr txBox="1"/>
          <p:nvPr/>
        </p:nvSpPr>
        <p:spPr>
          <a:xfrm>
            <a:off x="511378" y="571054"/>
            <a:ext cx="2371752" cy="21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 Рыночная конъюнктура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/>
        </p:nvSpPr>
        <p:spPr>
          <a:xfrm>
            <a:off x="374903" y="404853"/>
            <a:ext cx="8394194" cy="471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3100"/>
              <a:buFont typeface="Helvetica Neue"/>
              <a:buNone/>
            </a:pPr>
            <a:r>
              <a:rPr b="1" i="0" lang="en-US" sz="31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Какие проблемы клиентов решаем</a:t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41636" y="1187161"/>
            <a:ext cx="3220509" cy="1046775"/>
          </a:xfrm>
          <a:prstGeom prst="roundRect">
            <a:avLst>
              <a:gd fmla="val 5000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1088268" y="1378628"/>
            <a:ext cx="2376258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Страх отказа</a:t>
            </a:r>
            <a:endParaRPr/>
          </a:p>
        </p:txBody>
      </p:sp>
      <p:sp>
        <p:nvSpPr>
          <p:cNvPr id="60" name="Google Shape;60;p4"/>
          <p:cNvSpPr txBox="1"/>
          <p:nvPr/>
        </p:nvSpPr>
        <p:spPr>
          <a:xfrm>
            <a:off x="1095638" y="1766224"/>
            <a:ext cx="3078562" cy="148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Клиент боится испортить КИ</a:t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5320194" y="1187161"/>
            <a:ext cx="3220509" cy="1046775"/>
          </a:xfrm>
          <a:prstGeom prst="roundRect">
            <a:avLst>
              <a:gd fmla="val 5000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5976385" y="1378628"/>
            <a:ext cx="2376258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Непрозрачность</a:t>
            </a:r>
            <a:endParaRPr/>
          </a:p>
        </p:txBody>
      </p:sp>
      <p:sp>
        <p:nvSpPr>
          <p:cNvPr id="63" name="Google Shape;63;p4"/>
          <p:cNvSpPr txBox="1"/>
          <p:nvPr/>
        </p:nvSpPr>
        <p:spPr>
          <a:xfrm>
            <a:off x="5976385" y="1714505"/>
            <a:ext cx="3449603" cy="365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Клиент не понимает реальную 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стоимость продукта</a:t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5295125" y="2620787"/>
            <a:ext cx="3270648" cy="1046775"/>
          </a:xfrm>
          <a:prstGeom prst="roundRect">
            <a:avLst>
              <a:gd fmla="val 5000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5956150" y="2805260"/>
            <a:ext cx="2376258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Отсутствие советника</a:t>
            </a:r>
            <a:endParaRPr/>
          </a:p>
        </p:txBody>
      </p:sp>
      <p:sp>
        <p:nvSpPr>
          <p:cNvPr id="66" name="Google Shape;66;p4"/>
          <p:cNvSpPr txBox="1"/>
          <p:nvPr/>
        </p:nvSpPr>
        <p:spPr>
          <a:xfrm>
            <a:off x="5956150" y="3148130"/>
            <a:ext cx="1894082" cy="365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Рынок даёт каталог, а не рабочее решение</a:t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57438" y="2620787"/>
            <a:ext cx="3220509" cy="1046775"/>
          </a:xfrm>
          <a:prstGeom prst="roundRect">
            <a:avLst>
              <a:gd fmla="val 5000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1120457" y="2805260"/>
            <a:ext cx="2376258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Финансовый стресс</a:t>
            </a:r>
            <a:endParaRPr/>
          </a:p>
        </p:txBody>
      </p:sp>
      <p:sp>
        <p:nvSpPr>
          <p:cNvPr id="69" name="Google Shape;69;p4"/>
          <p:cNvSpPr txBox="1"/>
          <p:nvPr/>
        </p:nvSpPr>
        <p:spPr>
          <a:xfrm>
            <a:off x="1125468" y="3148130"/>
            <a:ext cx="3412192" cy="365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Деньги нужны сейчас, 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нет времени на долгий выбор</a:t>
            </a:r>
            <a:endParaRPr/>
          </a:p>
        </p:txBody>
      </p:sp>
      <p:pic>
        <p:nvPicPr>
          <p:cNvPr descr="fiery-blaze-digital-illustration-intense-fire_191095-90428.avif" id="70" name="Google Shape;70;p4"/>
          <p:cNvPicPr preferRelativeResize="0"/>
          <p:nvPr/>
        </p:nvPicPr>
        <p:blipFill rotWithShape="1">
          <a:blip r:embed="rId3">
            <a:alphaModFix/>
          </a:blip>
          <a:srcRect b="13816" l="26365" r="23158" t="14729"/>
          <a:stretch/>
        </p:blipFill>
        <p:spPr>
          <a:xfrm>
            <a:off x="637553" y="1467891"/>
            <a:ext cx="257782" cy="364916"/>
          </a:xfrm>
          <a:custGeom>
            <a:rect b="b" l="l" r="r" t="t"/>
            <a:pathLst>
              <a:path extrusionOk="0" h="21557" w="21550">
                <a:moveTo>
                  <a:pt x="15355" y="0"/>
                </a:moveTo>
                <a:cubicBezTo>
                  <a:pt x="15202" y="0"/>
                  <a:pt x="14990" y="165"/>
                  <a:pt x="14990" y="281"/>
                </a:cubicBezTo>
                <a:cubicBezTo>
                  <a:pt x="14990" y="346"/>
                  <a:pt x="14953" y="409"/>
                  <a:pt x="14924" y="422"/>
                </a:cubicBezTo>
                <a:cubicBezTo>
                  <a:pt x="14894" y="435"/>
                  <a:pt x="14879" y="517"/>
                  <a:pt x="14857" y="586"/>
                </a:cubicBezTo>
                <a:cubicBezTo>
                  <a:pt x="14792" y="796"/>
                  <a:pt x="14206" y="1654"/>
                  <a:pt x="13862" y="2063"/>
                </a:cubicBezTo>
                <a:cubicBezTo>
                  <a:pt x="13388" y="2627"/>
                  <a:pt x="12874" y="3008"/>
                  <a:pt x="12369" y="3189"/>
                </a:cubicBezTo>
                <a:cubicBezTo>
                  <a:pt x="12196" y="3250"/>
                  <a:pt x="12043" y="3343"/>
                  <a:pt x="12004" y="3376"/>
                </a:cubicBezTo>
                <a:cubicBezTo>
                  <a:pt x="11873" y="3488"/>
                  <a:pt x="11709" y="3428"/>
                  <a:pt x="11573" y="3235"/>
                </a:cubicBezTo>
                <a:cubicBezTo>
                  <a:pt x="11358" y="2932"/>
                  <a:pt x="11044" y="2940"/>
                  <a:pt x="10743" y="3259"/>
                </a:cubicBezTo>
                <a:cubicBezTo>
                  <a:pt x="10541" y="3474"/>
                  <a:pt x="10516" y="3510"/>
                  <a:pt x="10445" y="3634"/>
                </a:cubicBezTo>
                <a:cubicBezTo>
                  <a:pt x="10412" y="3690"/>
                  <a:pt x="10345" y="3823"/>
                  <a:pt x="10279" y="3939"/>
                </a:cubicBezTo>
                <a:cubicBezTo>
                  <a:pt x="10212" y="4055"/>
                  <a:pt x="10147" y="4179"/>
                  <a:pt x="10146" y="4220"/>
                </a:cubicBezTo>
                <a:cubicBezTo>
                  <a:pt x="10146" y="4261"/>
                  <a:pt x="10110" y="4327"/>
                  <a:pt x="10080" y="4361"/>
                </a:cubicBezTo>
                <a:cubicBezTo>
                  <a:pt x="10033" y="4413"/>
                  <a:pt x="10021" y="4407"/>
                  <a:pt x="9947" y="4337"/>
                </a:cubicBezTo>
                <a:cubicBezTo>
                  <a:pt x="9900" y="4293"/>
                  <a:pt x="9835" y="4175"/>
                  <a:pt x="9814" y="4079"/>
                </a:cubicBezTo>
                <a:cubicBezTo>
                  <a:pt x="9793" y="3984"/>
                  <a:pt x="9776" y="3904"/>
                  <a:pt x="9748" y="3892"/>
                </a:cubicBezTo>
                <a:cubicBezTo>
                  <a:pt x="9677" y="3861"/>
                  <a:pt x="9677" y="3360"/>
                  <a:pt x="9748" y="3329"/>
                </a:cubicBezTo>
                <a:cubicBezTo>
                  <a:pt x="9780" y="3315"/>
                  <a:pt x="9814" y="3251"/>
                  <a:pt x="9814" y="3189"/>
                </a:cubicBezTo>
                <a:cubicBezTo>
                  <a:pt x="9814" y="3047"/>
                  <a:pt x="10314" y="2276"/>
                  <a:pt x="10478" y="2180"/>
                </a:cubicBezTo>
                <a:cubicBezTo>
                  <a:pt x="10621" y="2097"/>
                  <a:pt x="10638" y="1903"/>
                  <a:pt x="10511" y="1829"/>
                </a:cubicBezTo>
                <a:cubicBezTo>
                  <a:pt x="10380" y="1752"/>
                  <a:pt x="10180" y="1823"/>
                  <a:pt x="9881" y="2016"/>
                </a:cubicBezTo>
                <a:cubicBezTo>
                  <a:pt x="9733" y="2112"/>
                  <a:pt x="9481" y="2248"/>
                  <a:pt x="9317" y="2321"/>
                </a:cubicBezTo>
                <a:cubicBezTo>
                  <a:pt x="9152" y="2394"/>
                  <a:pt x="8907" y="2544"/>
                  <a:pt x="8786" y="2649"/>
                </a:cubicBezTo>
                <a:cubicBezTo>
                  <a:pt x="8665" y="2755"/>
                  <a:pt x="8502" y="2875"/>
                  <a:pt x="8421" y="2931"/>
                </a:cubicBezTo>
                <a:cubicBezTo>
                  <a:pt x="8159" y="3112"/>
                  <a:pt x="7781" y="3494"/>
                  <a:pt x="7724" y="3634"/>
                </a:cubicBezTo>
                <a:cubicBezTo>
                  <a:pt x="7608" y="3921"/>
                  <a:pt x="7668" y="4126"/>
                  <a:pt x="7890" y="4126"/>
                </a:cubicBezTo>
                <a:cubicBezTo>
                  <a:pt x="7972" y="4126"/>
                  <a:pt x="7999" y="4157"/>
                  <a:pt x="7956" y="4361"/>
                </a:cubicBezTo>
                <a:cubicBezTo>
                  <a:pt x="7900" y="4628"/>
                  <a:pt x="7944" y="5335"/>
                  <a:pt x="8023" y="5369"/>
                </a:cubicBezTo>
                <a:cubicBezTo>
                  <a:pt x="8051" y="5382"/>
                  <a:pt x="8056" y="5425"/>
                  <a:pt x="8056" y="5463"/>
                </a:cubicBezTo>
                <a:cubicBezTo>
                  <a:pt x="8056" y="5501"/>
                  <a:pt x="8177" y="5638"/>
                  <a:pt x="8288" y="5791"/>
                </a:cubicBezTo>
                <a:cubicBezTo>
                  <a:pt x="8399" y="5944"/>
                  <a:pt x="8487" y="6098"/>
                  <a:pt x="8487" y="6119"/>
                </a:cubicBezTo>
                <a:cubicBezTo>
                  <a:pt x="8487" y="6196"/>
                  <a:pt x="8247" y="6164"/>
                  <a:pt x="8023" y="6049"/>
                </a:cubicBezTo>
                <a:cubicBezTo>
                  <a:pt x="7826" y="5948"/>
                  <a:pt x="7751" y="5914"/>
                  <a:pt x="7525" y="5932"/>
                </a:cubicBezTo>
                <a:cubicBezTo>
                  <a:pt x="7312" y="5949"/>
                  <a:pt x="7232" y="5957"/>
                  <a:pt x="7094" y="5885"/>
                </a:cubicBezTo>
                <a:cubicBezTo>
                  <a:pt x="6740" y="5700"/>
                  <a:pt x="6459" y="5860"/>
                  <a:pt x="6397" y="6307"/>
                </a:cubicBezTo>
                <a:cubicBezTo>
                  <a:pt x="6326" y="6818"/>
                  <a:pt x="6151" y="7241"/>
                  <a:pt x="5766" y="7878"/>
                </a:cubicBezTo>
                <a:cubicBezTo>
                  <a:pt x="5739" y="7922"/>
                  <a:pt x="5688" y="8071"/>
                  <a:pt x="5667" y="8182"/>
                </a:cubicBezTo>
                <a:cubicBezTo>
                  <a:pt x="5635" y="8350"/>
                  <a:pt x="5376" y="8779"/>
                  <a:pt x="5103" y="9097"/>
                </a:cubicBezTo>
                <a:cubicBezTo>
                  <a:pt x="4888" y="9347"/>
                  <a:pt x="4629" y="9629"/>
                  <a:pt x="4473" y="9777"/>
                </a:cubicBezTo>
                <a:cubicBezTo>
                  <a:pt x="4318" y="9923"/>
                  <a:pt x="4266" y="9944"/>
                  <a:pt x="4207" y="9894"/>
                </a:cubicBezTo>
                <a:cubicBezTo>
                  <a:pt x="4163" y="9856"/>
                  <a:pt x="4150" y="9782"/>
                  <a:pt x="4174" y="9683"/>
                </a:cubicBezTo>
                <a:cubicBezTo>
                  <a:pt x="4226" y="9463"/>
                  <a:pt x="4077" y="9362"/>
                  <a:pt x="3643" y="9355"/>
                </a:cubicBezTo>
                <a:cubicBezTo>
                  <a:pt x="3321" y="9349"/>
                  <a:pt x="3325" y="9369"/>
                  <a:pt x="3079" y="9566"/>
                </a:cubicBezTo>
                <a:cubicBezTo>
                  <a:pt x="2942" y="9676"/>
                  <a:pt x="2718" y="9904"/>
                  <a:pt x="2581" y="10081"/>
                </a:cubicBezTo>
                <a:cubicBezTo>
                  <a:pt x="2444" y="10259"/>
                  <a:pt x="2287" y="10455"/>
                  <a:pt x="2216" y="10527"/>
                </a:cubicBezTo>
                <a:cubicBezTo>
                  <a:pt x="2101" y="10644"/>
                  <a:pt x="1995" y="10769"/>
                  <a:pt x="1818" y="11043"/>
                </a:cubicBezTo>
                <a:cubicBezTo>
                  <a:pt x="1767" y="11122"/>
                  <a:pt x="1743" y="11135"/>
                  <a:pt x="1520" y="11113"/>
                </a:cubicBezTo>
                <a:cubicBezTo>
                  <a:pt x="1295" y="11091"/>
                  <a:pt x="1239" y="11081"/>
                  <a:pt x="1088" y="11183"/>
                </a:cubicBezTo>
                <a:cubicBezTo>
                  <a:pt x="777" y="11394"/>
                  <a:pt x="943" y="11652"/>
                  <a:pt x="1387" y="11652"/>
                </a:cubicBezTo>
                <a:cubicBezTo>
                  <a:pt x="1675" y="11652"/>
                  <a:pt x="1719" y="11733"/>
                  <a:pt x="1719" y="12145"/>
                </a:cubicBezTo>
                <a:cubicBezTo>
                  <a:pt x="1719" y="12442"/>
                  <a:pt x="1708" y="12491"/>
                  <a:pt x="1155" y="13176"/>
                </a:cubicBezTo>
                <a:cubicBezTo>
                  <a:pt x="1008" y="13358"/>
                  <a:pt x="1013" y="13360"/>
                  <a:pt x="1022" y="14161"/>
                </a:cubicBezTo>
                <a:cubicBezTo>
                  <a:pt x="1028" y="14676"/>
                  <a:pt x="1049" y="14977"/>
                  <a:pt x="1088" y="15005"/>
                </a:cubicBezTo>
                <a:cubicBezTo>
                  <a:pt x="1122" y="15029"/>
                  <a:pt x="1155" y="15158"/>
                  <a:pt x="1155" y="15286"/>
                </a:cubicBezTo>
                <a:cubicBezTo>
                  <a:pt x="1155" y="15507"/>
                  <a:pt x="1148" y="15526"/>
                  <a:pt x="889" y="15732"/>
                </a:cubicBezTo>
                <a:cubicBezTo>
                  <a:pt x="614" y="15950"/>
                  <a:pt x="392" y="16190"/>
                  <a:pt x="392" y="16271"/>
                </a:cubicBezTo>
                <a:cubicBezTo>
                  <a:pt x="392" y="16295"/>
                  <a:pt x="341" y="16402"/>
                  <a:pt x="259" y="16529"/>
                </a:cubicBezTo>
                <a:cubicBezTo>
                  <a:pt x="136" y="16719"/>
                  <a:pt x="108" y="16777"/>
                  <a:pt x="159" y="16857"/>
                </a:cubicBezTo>
                <a:cubicBezTo>
                  <a:pt x="194" y="16911"/>
                  <a:pt x="226" y="16998"/>
                  <a:pt x="226" y="17045"/>
                </a:cubicBezTo>
                <a:cubicBezTo>
                  <a:pt x="226" y="17135"/>
                  <a:pt x="317" y="17266"/>
                  <a:pt x="723" y="17701"/>
                </a:cubicBezTo>
                <a:cubicBezTo>
                  <a:pt x="916" y="17907"/>
                  <a:pt x="970" y="18001"/>
                  <a:pt x="956" y="18100"/>
                </a:cubicBezTo>
                <a:lnTo>
                  <a:pt x="956" y="18240"/>
                </a:lnTo>
                <a:lnTo>
                  <a:pt x="723" y="18100"/>
                </a:lnTo>
                <a:cubicBezTo>
                  <a:pt x="365" y="17898"/>
                  <a:pt x="186" y="17951"/>
                  <a:pt x="126" y="18264"/>
                </a:cubicBezTo>
                <a:cubicBezTo>
                  <a:pt x="109" y="18355"/>
                  <a:pt x="87" y="18439"/>
                  <a:pt x="60" y="18451"/>
                </a:cubicBezTo>
                <a:cubicBezTo>
                  <a:pt x="-31" y="18491"/>
                  <a:pt x="-19" y="18708"/>
                  <a:pt x="93" y="18780"/>
                </a:cubicBezTo>
                <a:cubicBezTo>
                  <a:pt x="177" y="18833"/>
                  <a:pt x="291" y="18836"/>
                  <a:pt x="557" y="18827"/>
                </a:cubicBezTo>
                <a:cubicBezTo>
                  <a:pt x="869" y="18816"/>
                  <a:pt x="911" y="18824"/>
                  <a:pt x="1055" y="18920"/>
                </a:cubicBezTo>
                <a:cubicBezTo>
                  <a:pt x="1144" y="18980"/>
                  <a:pt x="1325" y="19045"/>
                  <a:pt x="1420" y="19061"/>
                </a:cubicBezTo>
                <a:cubicBezTo>
                  <a:pt x="1690" y="19108"/>
                  <a:pt x="2015" y="19267"/>
                  <a:pt x="2084" y="19389"/>
                </a:cubicBezTo>
                <a:cubicBezTo>
                  <a:pt x="2185" y="19568"/>
                  <a:pt x="2212" y="19652"/>
                  <a:pt x="2316" y="19858"/>
                </a:cubicBezTo>
                <a:cubicBezTo>
                  <a:pt x="2414" y="20053"/>
                  <a:pt x="2720" y="20392"/>
                  <a:pt x="3013" y="20608"/>
                </a:cubicBezTo>
                <a:cubicBezTo>
                  <a:pt x="3253" y="20787"/>
                  <a:pt x="3567" y="20888"/>
                  <a:pt x="4008" y="20984"/>
                </a:cubicBezTo>
                <a:cubicBezTo>
                  <a:pt x="4230" y="21032"/>
                  <a:pt x="4475" y="21103"/>
                  <a:pt x="4572" y="21124"/>
                </a:cubicBezTo>
                <a:cubicBezTo>
                  <a:pt x="4807" y="21175"/>
                  <a:pt x="5826" y="21176"/>
                  <a:pt x="5899" y="21124"/>
                </a:cubicBezTo>
                <a:cubicBezTo>
                  <a:pt x="5937" y="21098"/>
                  <a:pt x="6041" y="21091"/>
                  <a:pt x="6165" y="21124"/>
                </a:cubicBezTo>
                <a:cubicBezTo>
                  <a:pt x="6311" y="21163"/>
                  <a:pt x="6374" y="21164"/>
                  <a:pt x="6463" y="21124"/>
                </a:cubicBezTo>
                <a:cubicBezTo>
                  <a:pt x="6621" y="21055"/>
                  <a:pt x="6822" y="21068"/>
                  <a:pt x="6994" y="21148"/>
                </a:cubicBezTo>
                <a:cubicBezTo>
                  <a:pt x="7117" y="21205"/>
                  <a:pt x="7247" y="21215"/>
                  <a:pt x="7824" y="21195"/>
                </a:cubicBezTo>
                <a:lnTo>
                  <a:pt x="8520" y="21171"/>
                </a:lnTo>
                <a:lnTo>
                  <a:pt x="8786" y="21335"/>
                </a:lnTo>
                <a:cubicBezTo>
                  <a:pt x="9055" y="21507"/>
                  <a:pt x="9124" y="21504"/>
                  <a:pt x="9416" y="21429"/>
                </a:cubicBezTo>
                <a:cubicBezTo>
                  <a:pt x="9574" y="21389"/>
                  <a:pt x="9643" y="21404"/>
                  <a:pt x="9881" y="21476"/>
                </a:cubicBezTo>
                <a:cubicBezTo>
                  <a:pt x="10289" y="21600"/>
                  <a:pt x="10491" y="21580"/>
                  <a:pt x="10710" y="21429"/>
                </a:cubicBezTo>
                <a:cubicBezTo>
                  <a:pt x="10861" y="21325"/>
                  <a:pt x="10912" y="21312"/>
                  <a:pt x="11042" y="21335"/>
                </a:cubicBezTo>
                <a:cubicBezTo>
                  <a:pt x="11129" y="21351"/>
                  <a:pt x="11564" y="21383"/>
                  <a:pt x="11971" y="21406"/>
                </a:cubicBezTo>
                <a:cubicBezTo>
                  <a:pt x="12673" y="21444"/>
                  <a:pt x="12716" y="21444"/>
                  <a:pt x="12999" y="21359"/>
                </a:cubicBezTo>
                <a:cubicBezTo>
                  <a:pt x="13164" y="21309"/>
                  <a:pt x="13351" y="21224"/>
                  <a:pt x="13431" y="21171"/>
                </a:cubicBezTo>
                <a:cubicBezTo>
                  <a:pt x="13548" y="21093"/>
                  <a:pt x="13680" y="21087"/>
                  <a:pt x="14127" y="21054"/>
                </a:cubicBezTo>
                <a:cubicBezTo>
                  <a:pt x="14429" y="21032"/>
                  <a:pt x="14886" y="20961"/>
                  <a:pt x="15156" y="20913"/>
                </a:cubicBezTo>
                <a:cubicBezTo>
                  <a:pt x="15426" y="20865"/>
                  <a:pt x="15776" y="20814"/>
                  <a:pt x="15919" y="20796"/>
                </a:cubicBezTo>
                <a:cubicBezTo>
                  <a:pt x="16236" y="20757"/>
                  <a:pt x="16824" y="20546"/>
                  <a:pt x="16981" y="20421"/>
                </a:cubicBezTo>
                <a:cubicBezTo>
                  <a:pt x="17136" y="20297"/>
                  <a:pt x="17628" y="20055"/>
                  <a:pt x="17910" y="19952"/>
                </a:cubicBezTo>
                <a:cubicBezTo>
                  <a:pt x="18208" y="19843"/>
                  <a:pt x="19391" y="18990"/>
                  <a:pt x="19535" y="18780"/>
                </a:cubicBezTo>
                <a:cubicBezTo>
                  <a:pt x="19597" y="18690"/>
                  <a:pt x="19649" y="18603"/>
                  <a:pt x="19668" y="18592"/>
                </a:cubicBezTo>
                <a:cubicBezTo>
                  <a:pt x="19756" y="18542"/>
                  <a:pt x="19967" y="18219"/>
                  <a:pt x="19967" y="18123"/>
                </a:cubicBezTo>
                <a:cubicBezTo>
                  <a:pt x="19967" y="18065"/>
                  <a:pt x="19918" y="17958"/>
                  <a:pt x="19867" y="17889"/>
                </a:cubicBezTo>
                <a:cubicBezTo>
                  <a:pt x="19779" y="17769"/>
                  <a:pt x="19766" y="17766"/>
                  <a:pt x="19867" y="17795"/>
                </a:cubicBezTo>
                <a:cubicBezTo>
                  <a:pt x="20353" y="17936"/>
                  <a:pt x="20666" y="17775"/>
                  <a:pt x="20464" y="17490"/>
                </a:cubicBezTo>
                <a:lnTo>
                  <a:pt x="20365" y="17373"/>
                </a:lnTo>
                <a:lnTo>
                  <a:pt x="20630" y="17326"/>
                </a:lnTo>
                <a:cubicBezTo>
                  <a:pt x="20822" y="17290"/>
                  <a:pt x="20905" y="17246"/>
                  <a:pt x="20995" y="17139"/>
                </a:cubicBezTo>
                <a:cubicBezTo>
                  <a:pt x="21061" y="17060"/>
                  <a:pt x="21178" y="16979"/>
                  <a:pt x="21261" y="16951"/>
                </a:cubicBezTo>
                <a:cubicBezTo>
                  <a:pt x="21344" y="16923"/>
                  <a:pt x="21447" y="16845"/>
                  <a:pt x="21493" y="16787"/>
                </a:cubicBezTo>
                <a:cubicBezTo>
                  <a:pt x="21551" y="16714"/>
                  <a:pt x="21569" y="16667"/>
                  <a:pt x="21526" y="16576"/>
                </a:cubicBezTo>
                <a:lnTo>
                  <a:pt x="21393" y="16576"/>
                </a:lnTo>
                <a:cubicBezTo>
                  <a:pt x="20957" y="16592"/>
                  <a:pt x="20848" y="16667"/>
                  <a:pt x="20829" y="16951"/>
                </a:cubicBezTo>
                <a:cubicBezTo>
                  <a:pt x="20822" y="17066"/>
                  <a:pt x="20797" y="17189"/>
                  <a:pt x="20763" y="17209"/>
                </a:cubicBezTo>
                <a:cubicBezTo>
                  <a:pt x="20681" y="17256"/>
                  <a:pt x="20045" y="17270"/>
                  <a:pt x="19900" y="17232"/>
                </a:cubicBezTo>
                <a:cubicBezTo>
                  <a:pt x="19818" y="17211"/>
                  <a:pt x="19801" y="17174"/>
                  <a:pt x="19801" y="17068"/>
                </a:cubicBezTo>
                <a:cubicBezTo>
                  <a:pt x="19801" y="16974"/>
                  <a:pt x="19749" y="16921"/>
                  <a:pt x="19701" y="16928"/>
                </a:cubicBezTo>
                <a:cubicBezTo>
                  <a:pt x="19650" y="16935"/>
                  <a:pt x="19640" y="16860"/>
                  <a:pt x="19635" y="16670"/>
                </a:cubicBezTo>
                <a:cubicBezTo>
                  <a:pt x="19616" y="15912"/>
                  <a:pt x="19319" y="14566"/>
                  <a:pt x="19137" y="14419"/>
                </a:cubicBezTo>
                <a:cubicBezTo>
                  <a:pt x="19111" y="14397"/>
                  <a:pt x="19104" y="14335"/>
                  <a:pt x="19104" y="14255"/>
                </a:cubicBezTo>
                <a:cubicBezTo>
                  <a:pt x="19104" y="14137"/>
                  <a:pt x="19130" y="14076"/>
                  <a:pt x="19303" y="13973"/>
                </a:cubicBezTo>
                <a:lnTo>
                  <a:pt x="19502" y="13833"/>
                </a:lnTo>
                <a:lnTo>
                  <a:pt x="19237" y="13786"/>
                </a:lnTo>
                <a:cubicBezTo>
                  <a:pt x="19083" y="13754"/>
                  <a:pt x="18954" y="13703"/>
                  <a:pt x="18938" y="13669"/>
                </a:cubicBezTo>
                <a:cubicBezTo>
                  <a:pt x="18855" y="13486"/>
                  <a:pt x="18706" y="13331"/>
                  <a:pt x="18607" y="13294"/>
                </a:cubicBezTo>
                <a:cubicBezTo>
                  <a:pt x="18412" y="13220"/>
                  <a:pt x="18360" y="13101"/>
                  <a:pt x="18474" y="13012"/>
                </a:cubicBezTo>
                <a:cubicBezTo>
                  <a:pt x="18619" y="12899"/>
                  <a:pt x="18550" y="12801"/>
                  <a:pt x="18308" y="12801"/>
                </a:cubicBezTo>
                <a:cubicBezTo>
                  <a:pt x="18128" y="12801"/>
                  <a:pt x="18081" y="12782"/>
                  <a:pt x="17976" y="12637"/>
                </a:cubicBezTo>
                <a:cubicBezTo>
                  <a:pt x="17911" y="12547"/>
                  <a:pt x="17844" y="12467"/>
                  <a:pt x="17810" y="12473"/>
                </a:cubicBezTo>
                <a:cubicBezTo>
                  <a:pt x="17777" y="12478"/>
                  <a:pt x="17704" y="12394"/>
                  <a:pt x="17644" y="12285"/>
                </a:cubicBezTo>
                <a:cubicBezTo>
                  <a:pt x="17501" y="12024"/>
                  <a:pt x="17089" y="11710"/>
                  <a:pt x="16549" y="11418"/>
                </a:cubicBezTo>
                <a:cubicBezTo>
                  <a:pt x="16121" y="11186"/>
                  <a:pt x="16045" y="11094"/>
                  <a:pt x="16184" y="10996"/>
                </a:cubicBezTo>
                <a:cubicBezTo>
                  <a:pt x="16237" y="10959"/>
                  <a:pt x="16208" y="10909"/>
                  <a:pt x="16085" y="10738"/>
                </a:cubicBezTo>
                <a:cubicBezTo>
                  <a:pt x="15872" y="10440"/>
                  <a:pt x="15896" y="10255"/>
                  <a:pt x="16151" y="10175"/>
                </a:cubicBezTo>
                <a:cubicBezTo>
                  <a:pt x="16253" y="10144"/>
                  <a:pt x="16368" y="10077"/>
                  <a:pt x="16384" y="10035"/>
                </a:cubicBezTo>
                <a:cubicBezTo>
                  <a:pt x="16408" y="9969"/>
                  <a:pt x="16407" y="9973"/>
                  <a:pt x="16549" y="10011"/>
                </a:cubicBezTo>
                <a:cubicBezTo>
                  <a:pt x="16640" y="10036"/>
                  <a:pt x="16780" y="10083"/>
                  <a:pt x="16848" y="10128"/>
                </a:cubicBezTo>
                <a:cubicBezTo>
                  <a:pt x="16959" y="10202"/>
                  <a:pt x="16981" y="10212"/>
                  <a:pt x="17014" y="10152"/>
                </a:cubicBezTo>
                <a:cubicBezTo>
                  <a:pt x="17081" y="10028"/>
                  <a:pt x="17060" y="9919"/>
                  <a:pt x="16948" y="9894"/>
                </a:cubicBezTo>
                <a:cubicBezTo>
                  <a:pt x="16725" y="9844"/>
                  <a:pt x="16676" y="9782"/>
                  <a:pt x="16815" y="9613"/>
                </a:cubicBezTo>
                <a:cubicBezTo>
                  <a:pt x="17290" y="9031"/>
                  <a:pt x="17381" y="8801"/>
                  <a:pt x="17512" y="7737"/>
                </a:cubicBezTo>
                <a:cubicBezTo>
                  <a:pt x="17591" y="7087"/>
                  <a:pt x="17596" y="6904"/>
                  <a:pt x="17512" y="6705"/>
                </a:cubicBezTo>
                <a:cubicBezTo>
                  <a:pt x="17416" y="6480"/>
                  <a:pt x="17279" y="6492"/>
                  <a:pt x="17279" y="6729"/>
                </a:cubicBezTo>
                <a:cubicBezTo>
                  <a:pt x="17279" y="7293"/>
                  <a:pt x="17004" y="7553"/>
                  <a:pt x="16019" y="7925"/>
                </a:cubicBezTo>
                <a:cubicBezTo>
                  <a:pt x="15794" y="8009"/>
                  <a:pt x="15572" y="8103"/>
                  <a:pt x="15521" y="8136"/>
                </a:cubicBezTo>
                <a:cubicBezTo>
                  <a:pt x="15470" y="8168"/>
                  <a:pt x="15417" y="8182"/>
                  <a:pt x="15388" y="8182"/>
                </a:cubicBezTo>
                <a:cubicBezTo>
                  <a:pt x="15360" y="8182"/>
                  <a:pt x="15221" y="8255"/>
                  <a:pt x="15090" y="8347"/>
                </a:cubicBezTo>
                <a:lnTo>
                  <a:pt x="14857" y="8534"/>
                </a:lnTo>
                <a:lnTo>
                  <a:pt x="14691" y="8440"/>
                </a:lnTo>
                <a:cubicBezTo>
                  <a:pt x="14539" y="8356"/>
                  <a:pt x="14525" y="8318"/>
                  <a:pt x="14559" y="8112"/>
                </a:cubicBezTo>
                <a:cubicBezTo>
                  <a:pt x="14586" y="7947"/>
                  <a:pt x="14581" y="7917"/>
                  <a:pt x="14526" y="7925"/>
                </a:cubicBezTo>
                <a:cubicBezTo>
                  <a:pt x="14471" y="7932"/>
                  <a:pt x="14451" y="7857"/>
                  <a:pt x="14459" y="7643"/>
                </a:cubicBezTo>
                <a:cubicBezTo>
                  <a:pt x="14471" y="7329"/>
                  <a:pt x="14650" y="6901"/>
                  <a:pt x="14758" y="6916"/>
                </a:cubicBezTo>
                <a:cubicBezTo>
                  <a:pt x="14795" y="6922"/>
                  <a:pt x="14853" y="6856"/>
                  <a:pt x="14891" y="6776"/>
                </a:cubicBezTo>
                <a:cubicBezTo>
                  <a:pt x="14928" y="6695"/>
                  <a:pt x="15012" y="6600"/>
                  <a:pt x="15056" y="6588"/>
                </a:cubicBezTo>
                <a:cubicBezTo>
                  <a:pt x="15145" y="6564"/>
                  <a:pt x="15198" y="6390"/>
                  <a:pt x="15255" y="6072"/>
                </a:cubicBezTo>
                <a:cubicBezTo>
                  <a:pt x="15276" y="5959"/>
                  <a:pt x="15321" y="5764"/>
                  <a:pt x="15355" y="5650"/>
                </a:cubicBezTo>
                <a:cubicBezTo>
                  <a:pt x="15420" y="5433"/>
                  <a:pt x="15396" y="5061"/>
                  <a:pt x="15255" y="4713"/>
                </a:cubicBezTo>
                <a:cubicBezTo>
                  <a:pt x="15187" y="4541"/>
                  <a:pt x="15186" y="4519"/>
                  <a:pt x="15388" y="4361"/>
                </a:cubicBezTo>
                <a:cubicBezTo>
                  <a:pt x="15502" y="4272"/>
                  <a:pt x="15618" y="4174"/>
                  <a:pt x="15654" y="4126"/>
                </a:cubicBezTo>
                <a:cubicBezTo>
                  <a:pt x="15709" y="4053"/>
                  <a:pt x="15687" y="4033"/>
                  <a:pt x="15587" y="4033"/>
                </a:cubicBezTo>
                <a:cubicBezTo>
                  <a:pt x="15524" y="4033"/>
                  <a:pt x="15449" y="3997"/>
                  <a:pt x="15421" y="3962"/>
                </a:cubicBezTo>
                <a:cubicBezTo>
                  <a:pt x="15379" y="3908"/>
                  <a:pt x="15357" y="3914"/>
                  <a:pt x="15222" y="4009"/>
                </a:cubicBezTo>
                <a:lnTo>
                  <a:pt x="15056" y="4126"/>
                </a:lnTo>
                <a:lnTo>
                  <a:pt x="14957" y="4056"/>
                </a:lnTo>
                <a:cubicBezTo>
                  <a:pt x="14877" y="3999"/>
                  <a:pt x="14786" y="3861"/>
                  <a:pt x="14725" y="3611"/>
                </a:cubicBezTo>
                <a:cubicBezTo>
                  <a:pt x="14569" y="2980"/>
                  <a:pt x="14717" y="1493"/>
                  <a:pt x="14924" y="1571"/>
                </a:cubicBezTo>
                <a:cubicBezTo>
                  <a:pt x="14954" y="1582"/>
                  <a:pt x="14966" y="1700"/>
                  <a:pt x="14957" y="1829"/>
                </a:cubicBezTo>
                <a:cubicBezTo>
                  <a:pt x="14944" y="2008"/>
                  <a:pt x="14951" y="2047"/>
                  <a:pt x="15023" y="2063"/>
                </a:cubicBezTo>
                <a:cubicBezTo>
                  <a:pt x="15039" y="2015"/>
                  <a:pt x="15079" y="1943"/>
                  <a:pt x="15090" y="1876"/>
                </a:cubicBezTo>
                <a:cubicBezTo>
                  <a:pt x="15111" y="1741"/>
                  <a:pt x="15129" y="1629"/>
                  <a:pt x="15156" y="1618"/>
                </a:cubicBezTo>
                <a:cubicBezTo>
                  <a:pt x="15183" y="1606"/>
                  <a:pt x="15234" y="1514"/>
                  <a:pt x="15255" y="1430"/>
                </a:cubicBezTo>
                <a:cubicBezTo>
                  <a:pt x="15277" y="1346"/>
                  <a:pt x="15314" y="1203"/>
                  <a:pt x="15355" y="1102"/>
                </a:cubicBezTo>
                <a:cubicBezTo>
                  <a:pt x="15502" y="742"/>
                  <a:pt x="15620" y="368"/>
                  <a:pt x="15620" y="258"/>
                </a:cubicBezTo>
                <a:cubicBezTo>
                  <a:pt x="15620" y="139"/>
                  <a:pt x="15473" y="0"/>
                  <a:pt x="15355" y="0"/>
                </a:cubicBezTo>
                <a:close/>
                <a:moveTo>
                  <a:pt x="14924" y="2790"/>
                </a:moveTo>
                <a:lnTo>
                  <a:pt x="14824" y="2813"/>
                </a:lnTo>
                <a:lnTo>
                  <a:pt x="14857" y="3095"/>
                </a:lnTo>
                <a:cubicBezTo>
                  <a:pt x="14890" y="3338"/>
                  <a:pt x="14912" y="3384"/>
                  <a:pt x="14990" y="3376"/>
                </a:cubicBezTo>
                <a:cubicBezTo>
                  <a:pt x="14960" y="3322"/>
                  <a:pt x="14926" y="3065"/>
                  <a:pt x="14924" y="2790"/>
                </a:cubicBezTo>
                <a:close/>
                <a:moveTo>
                  <a:pt x="15654" y="3470"/>
                </a:moveTo>
                <a:cubicBezTo>
                  <a:pt x="15516" y="3513"/>
                  <a:pt x="15361" y="3556"/>
                  <a:pt x="15255" y="3634"/>
                </a:cubicBezTo>
                <a:cubicBezTo>
                  <a:pt x="15259" y="3640"/>
                  <a:pt x="15252" y="3657"/>
                  <a:pt x="15255" y="3657"/>
                </a:cubicBezTo>
                <a:cubicBezTo>
                  <a:pt x="15270" y="3657"/>
                  <a:pt x="15403" y="3620"/>
                  <a:pt x="15521" y="3564"/>
                </a:cubicBezTo>
                <a:lnTo>
                  <a:pt x="15720" y="3470"/>
                </a:lnTo>
                <a:lnTo>
                  <a:pt x="15654" y="3470"/>
                </a:lnTo>
                <a:close/>
                <a:moveTo>
                  <a:pt x="15620" y="5252"/>
                </a:moveTo>
                <a:cubicBezTo>
                  <a:pt x="15601" y="5258"/>
                  <a:pt x="15587" y="5280"/>
                  <a:pt x="15587" y="5299"/>
                </a:cubicBezTo>
                <a:cubicBezTo>
                  <a:pt x="15587" y="5328"/>
                  <a:pt x="15654" y="5339"/>
                  <a:pt x="15720" y="5346"/>
                </a:cubicBezTo>
                <a:cubicBezTo>
                  <a:pt x="15715" y="5314"/>
                  <a:pt x="15692" y="5282"/>
                  <a:pt x="15687" y="5252"/>
                </a:cubicBezTo>
                <a:cubicBezTo>
                  <a:pt x="15659" y="5248"/>
                  <a:pt x="15636" y="5247"/>
                  <a:pt x="15620" y="5252"/>
                </a:cubicBezTo>
                <a:close/>
                <a:moveTo>
                  <a:pt x="17313" y="6072"/>
                </a:moveTo>
                <a:cubicBezTo>
                  <a:pt x="17235" y="6071"/>
                  <a:pt x="17182" y="6088"/>
                  <a:pt x="17113" y="6096"/>
                </a:cubicBezTo>
                <a:cubicBezTo>
                  <a:pt x="17190" y="6195"/>
                  <a:pt x="17283" y="6191"/>
                  <a:pt x="17445" y="6119"/>
                </a:cubicBezTo>
                <a:cubicBezTo>
                  <a:pt x="17491" y="6099"/>
                  <a:pt x="17545" y="6093"/>
                  <a:pt x="17578" y="6096"/>
                </a:cubicBezTo>
                <a:cubicBezTo>
                  <a:pt x="17509" y="6082"/>
                  <a:pt x="17403" y="6074"/>
                  <a:pt x="17313" y="6072"/>
                </a:cubicBezTo>
                <a:close/>
                <a:moveTo>
                  <a:pt x="17578" y="6096"/>
                </a:moveTo>
                <a:cubicBezTo>
                  <a:pt x="17610" y="6101"/>
                  <a:pt x="17633" y="6114"/>
                  <a:pt x="17678" y="6143"/>
                </a:cubicBezTo>
                <a:cubicBezTo>
                  <a:pt x="17673" y="6136"/>
                  <a:pt x="17682" y="6122"/>
                  <a:pt x="17678" y="6119"/>
                </a:cubicBezTo>
                <a:cubicBezTo>
                  <a:pt x="17656" y="6108"/>
                  <a:pt x="17615" y="6103"/>
                  <a:pt x="17578" y="6096"/>
                </a:cubicBezTo>
                <a:close/>
                <a:moveTo>
                  <a:pt x="15786" y="6213"/>
                </a:moveTo>
                <a:cubicBezTo>
                  <a:pt x="15799" y="6288"/>
                  <a:pt x="15816" y="6426"/>
                  <a:pt x="15820" y="6494"/>
                </a:cubicBezTo>
                <a:cubicBezTo>
                  <a:pt x="15821" y="6520"/>
                  <a:pt x="15846" y="6523"/>
                  <a:pt x="15853" y="6541"/>
                </a:cubicBezTo>
                <a:cubicBezTo>
                  <a:pt x="15841" y="6447"/>
                  <a:pt x="15799" y="6366"/>
                  <a:pt x="15786" y="6213"/>
                </a:cubicBezTo>
                <a:close/>
                <a:moveTo>
                  <a:pt x="17545" y="6260"/>
                </a:moveTo>
                <a:cubicBezTo>
                  <a:pt x="17531" y="6255"/>
                  <a:pt x="17511" y="6266"/>
                  <a:pt x="17445" y="6283"/>
                </a:cubicBezTo>
                <a:cubicBezTo>
                  <a:pt x="17395" y="6297"/>
                  <a:pt x="17346" y="6333"/>
                  <a:pt x="17346" y="6354"/>
                </a:cubicBezTo>
                <a:cubicBezTo>
                  <a:pt x="17346" y="6415"/>
                  <a:pt x="17509" y="6396"/>
                  <a:pt x="17545" y="6330"/>
                </a:cubicBezTo>
                <a:cubicBezTo>
                  <a:pt x="17564" y="6296"/>
                  <a:pt x="17559" y="6265"/>
                  <a:pt x="17545" y="6260"/>
                </a:cubicBezTo>
                <a:close/>
                <a:moveTo>
                  <a:pt x="16881" y="6729"/>
                </a:moveTo>
                <a:cubicBezTo>
                  <a:pt x="16890" y="6921"/>
                  <a:pt x="16872" y="7019"/>
                  <a:pt x="16782" y="7151"/>
                </a:cubicBezTo>
                <a:cubicBezTo>
                  <a:pt x="16742" y="7208"/>
                  <a:pt x="16679" y="7258"/>
                  <a:pt x="16616" y="7315"/>
                </a:cubicBezTo>
                <a:cubicBezTo>
                  <a:pt x="16748" y="7306"/>
                  <a:pt x="16801" y="7291"/>
                  <a:pt x="16881" y="7198"/>
                </a:cubicBezTo>
                <a:cubicBezTo>
                  <a:pt x="16946" y="7123"/>
                  <a:pt x="16981" y="6985"/>
                  <a:pt x="16981" y="6893"/>
                </a:cubicBezTo>
                <a:lnTo>
                  <a:pt x="16981" y="6729"/>
                </a:lnTo>
                <a:lnTo>
                  <a:pt x="16881" y="6729"/>
                </a:lnTo>
                <a:close/>
                <a:moveTo>
                  <a:pt x="15620" y="7104"/>
                </a:moveTo>
                <a:cubicBezTo>
                  <a:pt x="15604" y="7115"/>
                  <a:pt x="15628" y="7152"/>
                  <a:pt x="15687" y="7198"/>
                </a:cubicBezTo>
                <a:cubicBezTo>
                  <a:pt x="15745" y="7243"/>
                  <a:pt x="15804" y="7279"/>
                  <a:pt x="15820" y="7268"/>
                </a:cubicBezTo>
                <a:cubicBezTo>
                  <a:pt x="15836" y="7257"/>
                  <a:pt x="15812" y="7220"/>
                  <a:pt x="15753" y="7174"/>
                </a:cubicBezTo>
                <a:cubicBezTo>
                  <a:pt x="15695" y="7129"/>
                  <a:pt x="15636" y="7093"/>
                  <a:pt x="15620" y="7104"/>
                </a:cubicBezTo>
                <a:close/>
                <a:moveTo>
                  <a:pt x="16052" y="7385"/>
                </a:moveTo>
                <a:cubicBezTo>
                  <a:pt x="16036" y="7372"/>
                  <a:pt x="16012" y="7404"/>
                  <a:pt x="15952" y="7456"/>
                </a:cubicBezTo>
                <a:cubicBezTo>
                  <a:pt x="15847" y="7547"/>
                  <a:pt x="15824" y="7545"/>
                  <a:pt x="15720" y="7479"/>
                </a:cubicBezTo>
                <a:cubicBezTo>
                  <a:pt x="15617" y="7413"/>
                  <a:pt x="15620" y="7428"/>
                  <a:pt x="15554" y="7503"/>
                </a:cubicBezTo>
                <a:cubicBezTo>
                  <a:pt x="15464" y="7604"/>
                  <a:pt x="15522" y="7691"/>
                  <a:pt x="15654" y="7667"/>
                </a:cubicBezTo>
                <a:cubicBezTo>
                  <a:pt x="15710" y="7656"/>
                  <a:pt x="15776" y="7677"/>
                  <a:pt x="15820" y="7714"/>
                </a:cubicBezTo>
                <a:cubicBezTo>
                  <a:pt x="15924" y="7802"/>
                  <a:pt x="16037" y="7721"/>
                  <a:pt x="16052" y="7549"/>
                </a:cubicBezTo>
                <a:cubicBezTo>
                  <a:pt x="16060" y="7453"/>
                  <a:pt x="16067" y="7399"/>
                  <a:pt x="16052" y="7385"/>
                </a:cubicBezTo>
                <a:close/>
                <a:moveTo>
                  <a:pt x="15488" y="7807"/>
                </a:moveTo>
                <a:cubicBezTo>
                  <a:pt x="15466" y="7814"/>
                  <a:pt x="15446" y="7827"/>
                  <a:pt x="15421" y="7854"/>
                </a:cubicBezTo>
                <a:cubicBezTo>
                  <a:pt x="15344" y="7942"/>
                  <a:pt x="15381" y="7964"/>
                  <a:pt x="15521" y="7901"/>
                </a:cubicBezTo>
                <a:cubicBezTo>
                  <a:pt x="15580" y="7875"/>
                  <a:pt x="15594" y="7859"/>
                  <a:pt x="15554" y="7831"/>
                </a:cubicBezTo>
                <a:cubicBezTo>
                  <a:pt x="15534" y="7817"/>
                  <a:pt x="15509" y="7801"/>
                  <a:pt x="15488" y="7807"/>
                </a:cubicBezTo>
                <a:close/>
                <a:moveTo>
                  <a:pt x="17678" y="8722"/>
                </a:moveTo>
                <a:cubicBezTo>
                  <a:pt x="17627" y="8756"/>
                  <a:pt x="17561" y="8860"/>
                  <a:pt x="17478" y="9003"/>
                </a:cubicBezTo>
                <a:lnTo>
                  <a:pt x="17313" y="9308"/>
                </a:lnTo>
                <a:lnTo>
                  <a:pt x="17412" y="9308"/>
                </a:lnTo>
                <a:cubicBezTo>
                  <a:pt x="17430" y="9277"/>
                  <a:pt x="17421" y="9277"/>
                  <a:pt x="17445" y="9237"/>
                </a:cubicBezTo>
                <a:cubicBezTo>
                  <a:pt x="17488" y="9167"/>
                  <a:pt x="17545" y="9081"/>
                  <a:pt x="17545" y="9050"/>
                </a:cubicBezTo>
                <a:cubicBezTo>
                  <a:pt x="17545" y="9019"/>
                  <a:pt x="17547" y="8978"/>
                  <a:pt x="17578" y="8956"/>
                </a:cubicBezTo>
                <a:cubicBezTo>
                  <a:pt x="17602" y="8939"/>
                  <a:pt x="17647" y="8829"/>
                  <a:pt x="17678" y="8722"/>
                </a:cubicBezTo>
                <a:close/>
                <a:moveTo>
                  <a:pt x="17810" y="10011"/>
                </a:moveTo>
                <a:cubicBezTo>
                  <a:pt x="17783" y="10014"/>
                  <a:pt x="17766" y="10041"/>
                  <a:pt x="17810" y="10128"/>
                </a:cubicBezTo>
                <a:cubicBezTo>
                  <a:pt x="17878" y="10260"/>
                  <a:pt x="17890" y="10273"/>
                  <a:pt x="17910" y="10175"/>
                </a:cubicBezTo>
                <a:cubicBezTo>
                  <a:pt x="17913" y="10157"/>
                  <a:pt x="17935" y="10147"/>
                  <a:pt x="17943" y="10128"/>
                </a:cubicBezTo>
                <a:cubicBezTo>
                  <a:pt x="17907" y="10094"/>
                  <a:pt x="17884" y="10046"/>
                  <a:pt x="17843" y="10011"/>
                </a:cubicBezTo>
                <a:cubicBezTo>
                  <a:pt x="17828" y="10007"/>
                  <a:pt x="17818" y="10010"/>
                  <a:pt x="17810" y="10011"/>
                </a:cubicBezTo>
                <a:close/>
                <a:moveTo>
                  <a:pt x="18540" y="10668"/>
                </a:moveTo>
                <a:cubicBezTo>
                  <a:pt x="18158" y="10664"/>
                  <a:pt x="18163" y="10689"/>
                  <a:pt x="18341" y="10949"/>
                </a:cubicBezTo>
                <a:cubicBezTo>
                  <a:pt x="18405" y="11043"/>
                  <a:pt x="18441" y="11127"/>
                  <a:pt x="18441" y="11160"/>
                </a:cubicBezTo>
                <a:cubicBezTo>
                  <a:pt x="18441" y="11193"/>
                  <a:pt x="18467" y="11242"/>
                  <a:pt x="18507" y="11254"/>
                </a:cubicBezTo>
                <a:cubicBezTo>
                  <a:pt x="18654" y="11296"/>
                  <a:pt x="18700" y="11280"/>
                  <a:pt x="18607" y="11207"/>
                </a:cubicBezTo>
                <a:cubicBezTo>
                  <a:pt x="18423" y="11064"/>
                  <a:pt x="18543" y="10758"/>
                  <a:pt x="18806" y="10691"/>
                </a:cubicBezTo>
                <a:cubicBezTo>
                  <a:pt x="18854" y="10679"/>
                  <a:pt x="18724" y="10669"/>
                  <a:pt x="18540" y="10668"/>
                </a:cubicBezTo>
                <a:close/>
                <a:moveTo>
                  <a:pt x="18772" y="10879"/>
                </a:moveTo>
                <a:cubicBezTo>
                  <a:pt x="18758" y="10876"/>
                  <a:pt x="18764" y="10903"/>
                  <a:pt x="18739" y="10949"/>
                </a:cubicBezTo>
                <a:cubicBezTo>
                  <a:pt x="18712" y="11000"/>
                  <a:pt x="18688" y="11056"/>
                  <a:pt x="18706" y="11090"/>
                </a:cubicBezTo>
                <a:cubicBezTo>
                  <a:pt x="18724" y="11124"/>
                  <a:pt x="18779" y="11160"/>
                  <a:pt x="18806" y="11160"/>
                </a:cubicBezTo>
                <a:cubicBezTo>
                  <a:pt x="18900" y="11160"/>
                  <a:pt x="18903" y="11088"/>
                  <a:pt x="18839" y="10972"/>
                </a:cubicBezTo>
                <a:cubicBezTo>
                  <a:pt x="18807" y="10915"/>
                  <a:pt x="18787" y="10882"/>
                  <a:pt x="18772" y="10879"/>
                </a:cubicBezTo>
                <a:close/>
                <a:moveTo>
                  <a:pt x="19336" y="11207"/>
                </a:moveTo>
                <a:cubicBezTo>
                  <a:pt x="19327" y="11200"/>
                  <a:pt x="19322" y="11211"/>
                  <a:pt x="19270" y="11230"/>
                </a:cubicBezTo>
                <a:cubicBezTo>
                  <a:pt x="19207" y="11254"/>
                  <a:pt x="19137" y="11312"/>
                  <a:pt x="19137" y="11348"/>
                </a:cubicBezTo>
                <a:cubicBezTo>
                  <a:pt x="19137" y="11438"/>
                  <a:pt x="19279" y="11386"/>
                  <a:pt x="19336" y="11277"/>
                </a:cubicBezTo>
                <a:cubicBezTo>
                  <a:pt x="19358" y="11236"/>
                  <a:pt x="19346" y="11213"/>
                  <a:pt x="19336" y="11207"/>
                </a:cubicBezTo>
                <a:close/>
                <a:moveTo>
                  <a:pt x="19635" y="11324"/>
                </a:moveTo>
                <a:cubicBezTo>
                  <a:pt x="19554" y="11337"/>
                  <a:pt x="19502" y="11354"/>
                  <a:pt x="19502" y="11394"/>
                </a:cubicBezTo>
                <a:cubicBezTo>
                  <a:pt x="19502" y="11545"/>
                  <a:pt x="19193" y="11621"/>
                  <a:pt x="19038" y="11512"/>
                </a:cubicBezTo>
                <a:cubicBezTo>
                  <a:pt x="18983" y="11473"/>
                  <a:pt x="18971" y="11511"/>
                  <a:pt x="18971" y="11676"/>
                </a:cubicBezTo>
                <a:lnTo>
                  <a:pt x="18971" y="11887"/>
                </a:lnTo>
                <a:lnTo>
                  <a:pt x="19171" y="11887"/>
                </a:lnTo>
                <a:cubicBezTo>
                  <a:pt x="19140" y="11859"/>
                  <a:pt x="19101" y="11855"/>
                  <a:pt x="19071" y="11840"/>
                </a:cubicBezTo>
                <a:cubicBezTo>
                  <a:pt x="18920" y="11765"/>
                  <a:pt x="18944" y="11706"/>
                  <a:pt x="19137" y="11676"/>
                </a:cubicBezTo>
                <a:cubicBezTo>
                  <a:pt x="19229" y="11662"/>
                  <a:pt x="19350" y="11623"/>
                  <a:pt x="19403" y="11582"/>
                </a:cubicBezTo>
                <a:cubicBezTo>
                  <a:pt x="19469" y="11531"/>
                  <a:pt x="19565" y="11424"/>
                  <a:pt x="19635" y="11324"/>
                </a:cubicBezTo>
                <a:close/>
                <a:moveTo>
                  <a:pt x="19900" y="11770"/>
                </a:moveTo>
                <a:cubicBezTo>
                  <a:pt x="19752" y="11798"/>
                  <a:pt x="19689" y="11847"/>
                  <a:pt x="19635" y="11910"/>
                </a:cubicBezTo>
                <a:lnTo>
                  <a:pt x="19867" y="11910"/>
                </a:lnTo>
                <a:lnTo>
                  <a:pt x="19900" y="12215"/>
                </a:lnTo>
                <a:cubicBezTo>
                  <a:pt x="19916" y="12494"/>
                  <a:pt x="19910" y="12520"/>
                  <a:pt x="20033" y="12520"/>
                </a:cubicBezTo>
                <a:cubicBezTo>
                  <a:pt x="20105" y="12520"/>
                  <a:pt x="20197" y="12498"/>
                  <a:pt x="20232" y="12473"/>
                </a:cubicBezTo>
                <a:cubicBezTo>
                  <a:pt x="20361" y="12382"/>
                  <a:pt x="20393" y="12517"/>
                  <a:pt x="20265" y="12614"/>
                </a:cubicBezTo>
                <a:cubicBezTo>
                  <a:pt x="20191" y="12670"/>
                  <a:pt x="20165" y="12716"/>
                  <a:pt x="20199" y="12731"/>
                </a:cubicBezTo>
                <a:cubicBezTo>
                  <a:pt x="20231" y="12745"/>
                  <a:pt x="20278" y="12730"/>
                  <a:pt x="20299" y="12684"/>
                </a:cubicBezTo>
                <a:cubicBezTo>
                  <a:pt x="20344" y="12583"/>
                  <a:pt x="20509" y="12510"/>
                  <a:pt x="20630" y="12543"/>
                </a:cubicBezTo>
                <a:cubicBezTo>
                  <a:pt x="20705" y="12563"/>
                  <a:pt x="20716" y="12508"/>
                  <a:pt x="20730" y="12238"/>
                </a:cubicBezTo>
                <a:lnTo>
                  <a:pt x="20763" y="11910"/>
                </a:lnTo>
                <a:lnTo>
                  <a:pt x="21029" y="11910"/>
                </a:lnTo>
                <a:cubicBezTo>
                  <a:pt x="20984" y="11875"/>
                  <a:pt x="20940" y="11856"/>
                  <a:pt x="20896" y="11840"/>
                </a:cubicBezTo>
                <a:cubicBezTo>
                  <a:pt x="20759" y="11788"/>
                  <a:pt x="20401" y="11760"/>
                  <a:pt x="20133" y="11770"/>
                </a:cubicBezTo>
                <a:cubicBezTo>
                  <a:pt x="20043" y="11773"/>
                  <a:pt x="19963" y="11758"/>
                  <a:pt x="19900" y="11770"/>
                </a:cubicBezTo>
                <a:close/>
                <a:moveTo>
                  <a:pt x="18573" y="12027"/>
                </a:moveTo>
                <a:cubicBezTo>
                  <a:pt x="18556" y="12030"/>
                  <a:pt x="18531" y="12034"/>
                  <a:pt x="18507" y="12051"/>
                </a:cubicBezTo>
                <a:cubicBezTo>
                  <a:pt x="18456" y="12087"/>
                  <a:pt x="18446" y="12129"/>
                  <a:pt x="18507" y="12215"/>
                </a:cubicBezTo>
                <a:lnTo>
                  <a:pt x="18573" y="12332"/>
                </a:lnTo>
                <a:lnTo>
                  <a:pt x="18607" y="12192"/>
                </a:lnTo>
                <a:cubicBezTo>
                  <a:pt x="18624" y="12073"/>
                  <a:pt x="18625" y="12020"/>
                  <a:pt x="18573" y="12027"/>
                </a:cubicBezTo>
                <a:close/>
                <a:moveTo>
                  <a:pt x="18142" y="12074"/>
                </a:moveTo>
                <a:cubicBezTo>
                  <a:pt x="18125" y="12075"/>
                  <a:pt x="18109" y="12092"/>
                  <a:pt x="18109" y="12145"/>
                </a:cubicBezTo>
                <a:cubicBezTo>
                  <a:pt x="18109" y="12203"/>
                  <a:pt x="18094" y="12291"/>
                  <a:pt x="18076" y="12332"/>
                </a:cubicBezTo>
                <a:cubicBezTo>
                  <a:pt x="18044" y="12403"/>
                  <a:pt x="18046" y="12401"/>
                  <a:pt x="18109" y="12332"/>
                </a:cubicBezTo>
                <a:cubicBezTo>
                  <a:pt x="18145" y="12292"/>
                  <a:pt x="18207" y="12270"/>
                  <a:pt x="18242" y="12285"/>
                </a:cubicBezTo>
                <a:cubicBezTo>
                  <a:pt x="18284" y="12304"/>
                  <a:pt x="18275" y="12300"/>
                  <a:pt x="18242" y="12262"/>
                </a:cubicBezTo>
                <a:cubicBezTo>
                  <a:pt x="18213" y="12230"/>
                  <a:pt x="18182" y="12175"/>
                  <a:pt x="18175" y="12145"/>
                </a:cubicBezTo>
                <a:cubicBezTo>
                  <a:pt x="18164" y="12092"/>
                  <a:pt x="18159" y="12074"/>
                  <a:pt x="18142" y="12074"/>
                </a:cubicBezTo>
                <a:close/>
                <a:moveTo>
                  <a:pt x="18607" y="12332"/>
                </a:moveTo>
                <a:lnTo>
                  <a:pt x="18573" y="12426"/>
                </a:lnTo>
                <a:cubicBezTo>
                  <a:pt x="18543" y="12482"/>
                  <a:pt x="18450" y="12520"/>
                  <a:pt x="18374" y="12520"/>
                </a:cubicBezTo>
                <a:cubicBezTo>
                  <a:pt x="18251" y="12520"/>
                  <a:pt x="18272" y="12510"/>
                  <a:pt x="18407" y="12590"/>
                </a:cubicBezTo>
                <a:cubicBezTo>
                  <a:pt x="18483" y="12635"/>
                  <a:pt x="18570" y="12683"/>
                  <a:pt x="18607" y="12684"/>
                </a:cubicBezTo>
                <a:cubicBezTo>
                  <a:pt x="18702" y="12686"/>
                  <a:pt x="18737" y="12544"/>
                  <a:pt x="18673" y="12426"/>
                </a:cubicBezTo>
                <a:lnTo>
                  <a:pt x="18607" y="12332"/>
                </a:lnTo>
                <a:close/>
                <a:moveTo>
                  <a:pt x="21360" y="12614"/>
                </a:moveTo>
                <a:cubicBezTo>
                  <a:pt x="21308" y="12623"/>
                  <a:pt x="21273" y="12640"/>
                  <a:pt x="21261" y="12684"/>
                </a:cubicBezTo>
                <a:cubicBezTo>
                  <a:pt x="21239" y="12762"/>
                  <a:pt x="21257" y="12768"/>
                  <a:pt x="21393" y="12731"/>
                </a:cubicBezTo>
                <a:cubicBezTo>
                  <a:pt x="21444" y="12717"/>
                  <a:pt x="21493" y="12694"/>
                  <a:pt x="21493" y="12660"/>
                </a:cubicBezTo>
                <a:cubicBezTo>
                  <a:pt x="21493" y="12618"/>
                  <a:pt x="21413" y="12604"/>
                  <a:pt x="21360" y="12614"/>
                </a:cubicBezTo>
                <a:close/>
                <a:moveTo>
                  <a:pt x="19303" y="12637"/>
                </a:moveTo>
                <a:cubicBezTo>
                  <a:pt x="19039" y="12637"/>
                  <a:pt x="19034" y="12648"/>
                  <a:pt x="19071" y="12731"/>
                </a:cubicBezTo>
                <a:cubicBezTo>
                  <a:pt x="19093" y="12780"/>
                  <a:pt x="19102" y="12903"/>
                  <a:pt x="19104" y="13012"/>
                </a:cubicBezTo>
                <a:lnTo>
                  <a:pt x="19104" y="13223"/>
                </a:lnTo>
                <a:lnTo>
                  <a:pt x="19436" y="13223"/>
                </a:lnTo>
                <a:cubicBezTo>
                  <a:pt x="19622" y="13223"/>
                  <a:pt x="19798" y="13193"/>
                  <a:pt x="19801" y="13176"/>
                </a:cubicBezTo>
                <a:cubicBezTo>
                  <a:pt x="19803" y="13159"/>
                  <a:pt x="19791" y="13121"/>
                  <a:pt x="19801" y="13082"/>
                </a:cubicBezTo>
                <a:cubicBezTo>
                  <a:pt x="19812" y="13041"/>
                  <a:pt x="19811" y="13024"/>
                  <a:pt x="19768" y="13036"/>
                </a:cubicBezTo>
                <a:cubicBezTo>
                  <a:pt x="19647" y="13068"/>
                  <a:pt x="19543" y="12932"/>
                  <a:pt x="19569" y="12778"/>
                </a:cubicBezTo>
                <a:lnTo>
                  <a:pt x="19602" y="12637"/>
                </a:lnTo>
                <a:lnTo>
                  <a:pt x="19303" y="12637"/>
                </a:lnTo>
                <a:close/>
                <a:moveTo>
                  <a:pt x="19934" y="12637"/>
                </a:moveTo>
                <a:cubicBezTo>
                  <a:pt x="19852" y="12637"/>
                  <a:pt x="19735" y="12766"/>
                  <a:pt x="19735" y="12848"/>
                </a:cubicBezTo>
                <a:cubicBezTo>
                  <a:pt x="19735" y="12919"/>
                  <a:pt x="19890" y="12887"/>
                  <a:pt x="20000" y="12801"/>
                </a:cubicBezTo>
                <a:cubicBezTo>
                  <a:pt x="20108" y="12717"/>
                  <a:pt x="20070" y="12637"/>
                  <a:pt x="19934" y="12637"/>
                </a:cubicBezTo>
                <a:close/>
                <a:moveTo>
                  <a:pt x="20962" y="12637"/>
                </a:moveTo>
                <a:cubicBezTo>
                  <a:pt x="20847" y="12637"/>
                  <a:pt x="20847" y="12662"/>
                  <a:pt x="20863" y="12942"/>
                </a:cubicBezTo>
                <a:lnTo>
                  <a:pt x="20863" y="13223"/>
                </a:lnTo>
                <a:lnTo>
                  <a:pt x="21261" y="13223"/>
                </a:lnTo>
                <a:cubicBezTo>
                  <a:pt x="21287" y="13222"/>
                  <a:pt x="21271" y="13224"/>
                  <a:pt x="21294" y="13223"/>
                </a:cubicBezTo>
                <a:cubicBezTo>
                  <a:pt x="21305" y="13209"/>
                  <a:pt x="21346" y="13183"/>
                  <a:pt x="21360" y="13176"/>
                </a:cubicBezTo>
                <a:cubicBezTo>
                  <a:pt x="21395" y="13161"/>
                  <a:pt x="21407" y="13094"/>
                  <a:pt x="21393" y="13012"/>
                </a:cubicBezTo>
                <a:cubicBezTo>
                  <a:pt x="21381" y="12940"/>
                  <a:pt x="21397" y="12886"/>
                  <a:pt x="21427" y="12848"/>
                </a:cubicBezTo>
                <a:cubicBezTo>
                  <a:pt x="21281" y="12892"/>
                  <a:pt x="21124" y="12884"/>
                  <a:pt x="21062" y="12801"/>
                </a:cubicBezTo>
                <a:cubicBezTo>
                  <a:pt x="21027" y="12755"/>
                  <a:pt x="21009" y="12706"/>
                  <a:pt x="21029" y="12684"/>
                </a:cubicBezTo>
                <a:cubicBezTo>
                  <a:pt x="21048" y="12662"/>
                  <a:pt x="21030" y="12637"/>
                  <a:pt x="20962" y="12637"/>
                </a:cubicBezTo>
                <a:close/>
                <a:moveTo>
                  <a:pt x="19900" y="13294"/>
                </a:moveTo>
                <a:lnTo>
                  <a:pt x="19900" y="13575"/>
                </a:lnTo>
                <a:cubicBezTo>
                  <a:pt x="19900" y="13887"/>
                  <a:pt x="19912" y="13914"/>
                  <a:pt x="20199" y="13809"/>
                </a:cubicBezTo>
                <a:cubicBezTo>
                  <a:pt x="20375" y="13745"/>
                  <a:pt x="20412" y="13750"/>
                  <a:pt x="20498" y="13833"/>
                </a:cubicBezTo>
                <a:cubicBezTo>
                  <a:pt x="20640" y="13970"/>
                  <a:pt x="20678" y="13902"/>
                  <a:pt x="20697" y="13622"/>
                </a:cubicBezTo>
                <a:cubicBezTo>
                  <a:pt x="20718" y="13312"/>
                  <a:pt x="20695" y="13294"/>
                  <a:pt x="20232" y="13294"/>
                </a:cubicBezTo>
                <a:lnTo>
                  <a:pt x="19900" y="13294"/>
                </a:lnTo>
                <a:close/>
                <a:moveTo>
                  <a:pt x="19701" y="13950"/>
                </a:moveTo>
                <a:cubicBezTo>
                  <a:pt x="19653" y="13950"/>
                  <a:pt x="19603" y="13991"/>
                  <a:pt x="19535" y="14044"/>
                </a:cubicBezTo>
                <a:cubicBezTo>
                  <a:pt x="19478" y="14089"/>
                  <a:pt x="19379" y="14114"/>
                  <a:pt x="19336" y="14114"/>
                </a:cubicBezTo>
                <a:cubicBezTo>
                  <a:pt x="19278" y="14114"/>
                  <a:pt x="19293" y="14151"/>
                  <a:pt x="19336" y="14231"/>
                </a:cubicBezTo>
                <a:cubicBezTo>
                  <a:pt x="19368" y="14289"/>
                  <a:pt x="19370" y="14384"/>
                  <a:pt x="19370" y="14442"/>
                </a:cubicBezTo>
                <a:cubicBezTo>
                  <a:pt x="19370" y="14533"/>
                  <a:pt x="19390" y="14536"/>
                  <a:pt x="19469" y="14489"/>
                </a:cubicBezTo>
                <a:cubicBezTo>
                  <a:pt x="19593" y="14416"/>
                  <a:pt x="19801" y="14147"/>
                  <a:pt x="19801" y="14044"/>
                </a:cubicBezTo>
                <a:cubicBezTo>
                  <a:pt x="19801" y="13990"/>
                  <a:pt x="19750" y="13950"/>
                  <a:pt x="19701" y="13950"/>
                </a:cubicBezTo>
                <a:close/>
                <a:moveTo>
                  <a:pt x="20829" y="13950"/>
                </a:moveTo>
                <a:lnTo>
                  <a:pt x="20829" y="14255"/>
                </a:lnTo>
                <a:lnTo>
                  <a:pt x="20829" y="14536"/>
                </a:lnTo>
                <a:lnTo>
                  <a:pt x="20863" y="14536"/>
                </a:lnTo>
                <a:cubicBezTo>
                  <a:pt x="20863" y="14460"/>
                  <a:pt x="20878" y="14363"/>
                  <a:pt x="20929" y="14278"/>
                </a:cubicBezTo>
                <a:cubicBezTo>
                  <a:pt x="20986" y="14184"/>
                  <a:pt x="21040" y="14076"/>
                  <a:pt x="21062" y="13950"/>
                </a:cubicBezTo>
                <a:lnTo>
                  <a:pt x="20829" y="13950"/>
                </a:lnTo>
                <a:close/>
                <a:moveTo>
                  <a:pt x="19967" y="14583"/>
                </a:moveTo>
                <a:cubicBezTo>
                  <a:pt x="19933" y="14583"/>
                  <a:pt x="19914" y="14584"/>
                  <a:pt x="19934" y="14606"/>
                </a:cubicBezTo>
                <a:cubicBezTo>
                  <a:pt x="19953" y="14629"/>
                  <a:pt x="19986" y="14653"/>
                  <a:pt x="20000" y="14653"/>
                </a:cubicBezTo>
                <a:cubicBezTo>
                  <a:pt x="20014" y="14653"/>
                  <a:pt x="20033" y="14629"/>
                  <a:pt x="20033" y="14606"/>
                </a:cubicBezTo>
                <a:cubicBezTo>
                  <a:pt x="20033" y="14584"/>
                  <a:pt x="20001" y="14583"/>
                  <a:pt x="19967" y="14583"/>
                </a:cubicBezTo>
                <a:close/>
                <a:moveTo>
                  <a:pt x="20199" y="14606"/>
                </a:moveTo>
                <a:lnTo>
                  <a:pt x="20166" y="14794"/>
                </a:lnTo>
                <a:cubicBezTo>
                  <a:pt x="20147" y="14890"/>
                  <a:pt x="20120" y="15013"/>
                  <a:pt x="20100" y="15075"/>
                </a:cubicBezTo>
                <a:cubicBezTo>
                  <a:pt x="20068" y="15171"/>
                  <a:pt x="20096" y="15193"/>
                  <a:pt x="20199" y="15193"/>
                </a:cubicBezTo>
                <a:cubicBezTo>
                  <a:pt x="20280" y="15193"/>
                  <a:pt x="20286" y="15161"/>
                  <a:pt x="20265" y="15122"/>
                </a:cubicBezTo>
                <a:cubicBezTo>
                  <a:pt x="20215" y="15029"/>
                  <a:pt x="20406" y="14822"/>
                  <a:pt x="20564" y="14794"/>
                </a:cubicBezTo>
                <a:cubicBezTo>
                  <a:pt x="20654" y="14778"/>
                  <a:pt x="20730" y="14749"/>
                  <a:pt x="20730" y="14700"/>
                </a:cubicBezTo>
                <a:cubicBezTo>
                  <a:pt x="20730" y="14636"/>
                  <a:pt x="20675" y="14606"/>
                  <a:pt x="20464" y="14606"/>
                </a:cubicBezTo>
                <a:lnTo>
                  <a:pt x="20199" y="14606"/>
                </a:lnTo>
                <a:close/>
                <a:moveTo>
                  <a:pt x="20697" y="14935"/>
                </a:moveTo>
                <a:cubicBezTo>
                  <a:pt x="20595" y="14907"/>
                  <a:pt x="20450" y="15035"/>
                  <a:pt x="20498" y="15122"/>
                </a:cubicBezTo>
                <a:cubicBezTo>
                  <a:pt x="20546" y="15211"/>
                  <a:pt x="20621" y="15192"/>
                  <a:pt x="20697" y="15075"/>
                </a:cubicBezTo>
                <a:cubicBezTo>
                  <a:pt x="20781" y="14944"/>
                  <a:pt x="20801" y="14963"/>
                  <a:pt x="20697" y="14935"/>
                </a:cubicBezTo>
                <a:close/>
                <a:moveTo>
                  <a:pt x="20829" y="15404"/>
                </a:moveTo>
                <a:cubicBezTo>
                  <a:pt x="20825" y="15435"/>
                  <a:pt x="20829" y="15455"/>
                  <a:pt x="20829" y="15497"/>
                </a:cubicBezTo>
                <a:lnTo>
                  <a:pt x="20829" y="15732"/>
                </a:lnTo>
                <a:lnTo>
                  <a:pt x="20995" y="15661"/>
                </a:lnTo>
                <a:cubicBezTo>
                  <a:pt x="21040" y="15643"/>
                  <a:pt x="21067" y="15646"/>
                  <a:pt x="21095" y="15638"/>
                </a:cubicBezTo>
                <a:cubicBezTo>
                  <a:pt x="21071" y="15553"/>
                  <a:pt x="20941" y="15448"/>
                  <a:pt x="20829" y="15404"/>
                </a:cubicBezTo>
                <a:close/>
                <a:moveTo>
                  <a:pt x="18905" y="15450"/>
                </a:moveTo>
                <a:cubicBezTo>
                  <a:pt x="18920" y="15444"/>
                  <a:pt x="18955" y="15448"/>
                  <a:pt x="18971" y="15450"/>
                </a:cubicBezTo>
                <a:cubicBezTo>
                  <a:pt x="18988" y="15453"/>
                  <a:pt x="18995" y="15463"/>
                  <a:pt x="19005" y="15474"/>
                </a:cubicBezTo>
                <a:cubicBezTo>
                  <a:pt x="19023" y="15495"/>
                  <a:pt x="19002" y="15531"/>
                  <a:pt x="18971" y="15544"/>
                </a:cubicBezTo>
                <a:cubicBezTo>
                  <a:pt x="18941" y="15558"/>
                  <a:pt x="18891" y="15542"/>
                  <a:pt x="18872" y="15521"/>
                </a:cubicBezTo>
                <a:cubicBezTo>
                  <a:pt x="18853" y="15499"/>
                  <a:pt x="18875" y="15464"/>
                  <a:pt x="18905" y="15450"/>
                </a:cubicBezTo>
                <a:close/>
                <a:moveTo>
                  <a:pt x="19967" y="15474"/>
                </a:moveTo>
                <a:cubicBezTo>
                  <a:pt x="19787" y="15474"/>
                  <a:pt x="19776" y="15485"/>
                  <a:pt x="19834" y="15638"/>
                </a:cubicBezTo>
                <a:cubicBezTo>
                  <a:pt x="19872" y="15737"/>
                  <a:pt x="19854" y="15727"/>
                  <a:pt x="19900" y="15638"/>
                </a:cubicBezTo>
                <a:cubicBezTo>
                  <a:pt x="19957" y="15531"/>
                  <a:pt x="19979" y="15528"/>
                  <a:pt x="20166" y="15615"/>
                </a:cubicBezTo>
                <a:cubicBezTo>
                  <a:pt x="20246" y="15652"/>
                  <a:pt x="20342" y="15678"/>
                  <a:pt x="20365" y="15661"/>
                </a:cubicBezTo>
                <a:cubicBezTo>
                  <a:pt x="20436" y="15611"/>
                  <a:pt x="20145" y="15474"/>
                  <a:pt x="19967" y="15474"/>
                </a:cubicBezTo>
                <a:close/>
                <a:moveTo>
                  <a:pt x="21161" y="15779"/>
                </a:moveTo>
                <a:cubicBezTo>
                  <a:pt x="21091" y="15788"/>
                  <a:pt x="20986" y="15822"/>
                  <a:pt x="20962" y="15872"/>
                </a:cubicBezTo>
                <a:cubicBezTo>
                  <a:pt x="20928" y="15945"/>
                  <a:pt x="21182" y="15943"/>
                  <a:pt x="21228" y="15872"/>
                </a:cubicBezTo>
                <a:cubicBezTo>
                  <a:pt x="21224" y="15829"/>
                  <a:pt x="21219" y="15798"/>
                  <a:pt x="21194" y="15779"/>
                </a:cubicBezTo>
                <a:cubicBezTo>
                  <a:pt x="21189" y="15779"/>
                  <a:pt x="21167" y="15778"/>
                  <a:pt x="21161" y="15779"/>
                </a:cubicBezTo>
                <a:close/>
                <a:moveTo>
                  <a:pt x="19900" y="15919"/>
                </a:moveTo>
                <a:lnTo>
                  <a:pt x="19900" y="16154"/>
                </a:lnTo>
                <a:cubicBezTo>
                  <a:pt x="19900" y="16344"/>
                  <a:pt x="19928" y="16369"/>
                  <a:pt x="20033" y="16388"/>
                </a:cubicBezTo>
                <a:cubicBezTo>
                  <a:pt x="20101" y="16401"/>
                  <a:pt x="20121" y="16434"/>
                  <a:pt x="20100" y="16459"/>
                </a:cubicBezTo>
                <a:cubicBezTo>
                  <a:pt x="20045" y="16521"/>
                  <a:pt x="20575" y="16521"/>
                  <a:pt x="20664" y="16459"/>
                </a:cubicBezTo>
                <a:cubicBezTo>
                  <a:pt x="20702" y="16431"/>
                  <a:pt x="20730" y="16309"/>
                  <a:pt x="20730" y="16177"/>
                </a:cubicBezTo>
                <a:lnTo>
                  <a:pt x="20730" y="15919"/>
                </a:lnTo>
                <a:lnTo>
                  <a:pt x="20299" y="15919"/>
                </a:lnTo>
                <a:lnTo>
                  <a:pt x="19900" y="15919"/>
                </a:lnTo>
                <a:close/>
              </a:path>
            </a:pathLst>
          </a:custGeom>
          <a:noFill/>
          <a:ln>
            <a:noFill/>
          </a:ln>
          <a:effectLst>
            <a:outerShdw blurRad="254000" rotWithShape="0" dir="16200000" dist="127000">
              <a:srgbClr val="000000">
                <a:alpha val="70196"/>
              </a:srgbClr>
            </a:outerShdw>
          </a:effectLst>
        </p:spPr>
      </p:pic>
      <p:pic>
        <p:nvPicPr>
          <p:cNvPr descr="fiery-blaze-digital-illustration-intense-fire_191095-90428.avif" id="71" name="Google Shape;71;p4"/>
          <p:cNvPicPr preferRelativeResize="0"/>
          <p:nvPr/>
        </p:nvPicPr>
        <p:blipFill rotWithShape="1">
          <a:blip r:embed="rId3">
            <a:alphaModFix/>
          </a:blip>
          <a:srcRect b="13816" l="26365" r="23158" t="14729"/>
          <a:stretch/>
        </p:blipFill>
        <p:spPr>
          <a:xfrm>
            <a:off x="637553" y="2961717"/>
            <a:ext cx="257782" cy="364915"/>
          </a:xfrm>
          <a:custGeom>
            <a:rect b="b" l="l" r="r" t="t"/>
            <a:pathLst>
              <a:path extrusionOk="0" h="21557" w="21550">
                <a:moveTo>
                  <a:pt x="15355" y="0"/>
                </a:moveTo>
                <a:cubicBezTo>
                  <a:pt x="15202" y="0"/>
                  <a:pt x="14990" y="165"/>
                  <a:pt x="14990" y="281"/>
                </a:cubicBezTo>
                <a:cubicBezTo>
                  <a:pt x="14990" y="346"/>
                  <a:pt x="14953" y="409"/>
                  <a:pt x="14924" y="422"/>
                </a:cubicBezTo>
                <a:cubicBezTo>
                  <a:pt x="14894" y="435"/>
                  <a:pt x="14879" y="517"/>
                  <a:pt x="14857" y="586"/>
                </a:cubicBezTo>
                <a:cubicBezTo>
                  <a:pt x="14792" y="796"/>
                  <a:pt x="14206" y="1654"/>
                  <a:pt x="13862" y="2063"/>
                </a:cubicBezTo>
                <a:cubicBezTo>
                  <a:pt x="13388" y="2627"/>
                  <a:pt x="12874" y="3008"/>
                  <a:pt x="12369" y="3189"/>
                </a:cubicBezTo>
                <a:cubicBezTo>
                  <a:pt x="12196" y="3250"/>
                  <a:pt x="12043" y="3343"/>
                  <a:pt x="12004" y="3376"/>
                </a:cubicBezTo>
                <a:cubicBezTo>
                  <a:pt x="11873" y="3488"/>
                  <a:pt x="11709" y="3428"/>
                  <a:pt x="11573" y="3235"/>
                </a:cubicBezTo>
                <a:cubicBezTo>
                  <a:pt x="11358" y="2932"/>
                  <a:pt x="11044" y="2940"/>
                  <a:pt x="10743" y="3259"/>
                </a:cubicBezTo>
                <a:cubicBezTo>
                  <a:pt x="10541" y="3474"/>
                  <a:pt x="10516" y="3510"/>
                  <a:pt x="10445" y="3634"/>
                </a:cubicBezTo>
                <a:cubicBezTo>
                  <a:pt x="10412" y="3690"/>
                  <a:pt x="10345" y="3823"/>
                  <a:pt x="10279" y="3939"/>
                </a:cubicBezTo>
                <a:cubicBezTo>
                  <a:pt x="10212" y="4055"/>
                  <a:pt x="10147" y="4179"/>
                  <a:pt x="10146" y="4220"/>
                </a:cubicBezTo>
                <a:cubicBezTo>
                  <a:pt x="10146" y="4261"/>
                  <a:pt x="10110" y="4327"/>
                  <a:pt x="10080" y="4361"/>
                </a:cubicBezTo>
                <a:cubicBezTo>
                  <a:pt x="10033" y="4413"/>
                  <a:pt x="10021" y="4407"/>
                  <a:pt x="9947" y="4337"/>
                </a:cubicBezTo>
                <a:cubicBezTo>
                  <a:pt x="9900" y="4293"/>
                  <a:pt x="9835" y="4175"/>
                  <a:pt x="9814" y="4079"/>
                </a:cubicBezTo>
                <a:cubicBezTo>
                  <a:pt x="9793" y="3984"/>
                  <a:pt x="9776" y="3904"/>
                  <a:pt x="9748" y="3892"/>
                </a:cubicBezTo>
                <a:cubicBezTo>
                  <a:pt x="9677" y="3861"/>
                  <a:pt x="9677" y="3360"/>
                  <a:pt x="9748" y="3329"/>
                </a:cubicBezTo>
                <a:cubicBezTo>
                  <a:pt x="9780" y="3315"/>
                  <a:pt x="9814" y="3251"/>
                  <a:pt x="9814" y="3189"/>
                </a:cubicBezTo>
                <a:cubicBezTo>
                  <a:pt x="9814" y="3047"/>
                  <a:pt x="10314" y="2276"/>
                  <a:pt x="10478" y="2180"/>
                </a:cubicBezTo>
                <a:cubicBezTo>
                  <a:pt x="10621" y="2097"/>
                  <a:pt x="10638" y="1903"/>
                  <a:pt x="10511" y="1829"/>
                </a:cubicBezTo>
                <a:cubicBezTo>
                  <a:pt x="10380" y="1752"/>
                  <a:pt x="10180" y="1823"/>
                  <a:pt x="9881" y="2016"/>
                </a:cubicBezTo>
                <a:cubicBezTo>
                  <a:pt x="9733" y="2112"/>
                  <a:pt x="9481" y="2248"/>
                  <a:pt x="9317" y="2321"/>
                </a:cubicBezTo>
                <a:cubicBezTo>
                  <a:pt x="9152" y="2394"/>
                  <a:pt x="8907" y="2544"/>
                  <a:pt x="8786" y="2649"/>
                </a:cubicBezTo>
                <a:cubicBezTo>
                  <a:pt x="8665" y="2755"/>
                  <a:pt x="8502" y="2875"/>
                  <a:pt x="8421" y="2931"/>
                </a:cubicBezTo>
                <a:cubicBezTo>
                  <a:pt x="8159" y="3112"/>
                  <a:pt x="7781" y="3494"/>
                  <a:pt x="7724" y="3634"/>
                </a:cubicBezTo>
                <a:cubicBezTo>
                  <a:pt x="7608" y="3921"/>
                  <a:pt x="7668" y="4126"/>
                  <a:pt x="7890" y="4126"/>
                </a:cubicBezTo>
                <a:cubicBezTo>
                  <a:pt x="7972" y="4126"/>
                  <a:pt x="7999" y="4157"/>
                  <a:pt x="7956" y="4361"/>
                </a:cubicBezTo>
                <a:cubicBezTo>
                  <a:pt x="7900" y="4628"/>
                  <a:pt x="7944" y="5335"/>
                  <a:pt x="8023" y="5369"/>
                </a:cubicBezTo>
                <a:cubicBezTo>
                  <a:pt x="8051" y="5382"/>
                  <a:pt x="8056" y="5425"/>
                  <a:pt x="8056" y="5463"/>
                </a:cubicBezTo>
                <a:cubicBezTo>
                  <a:pt x="8056" y="5501"/>
                  <a:pt x="8177" y="5638"/>
                  <a:pt x="8288" y="5791"/>
                </a:cubicBezTo>
                <a:cubicBezTo>
                  <a:pt x="8399" y="5944"/>
                  <a:pt x="8487" y="6098"/>
                  <a:pt x="8487" y="6119"/>
                </a:cubicBezTo>
                <a:cubicBezTo>
                  <a:pt x="8487" y="6196"/>
                  <a:pt x="8247" y="6164"/>
                  <a:pt x="8023" y="6049"/>
                </a:cubicBezTo>
                <a:cubicBezTo>
                  <a:pt x="7826" y="5948"/>
                  <a:pt x="7751" y="5914"/>
                  <a:pt x="7525" y="5932"/>
                </a:cubicBezTo>
                <a:cubicBezTo>
                  <a:pt x="7312" y="5949"/>
                  <a:pt x="7232" y="5957"/>
                  <a:pt x="7094" y="5885"/>
                </a:cubicBezTo>
                <a:cubicBezTo>
                  <a:pt x="6740" y="5700"/>
                  <a:pt x="6459" y="5860"/>
                  <a:pt x="6397" y="6307"/>
                </a:cubicBezTo>
                <a:cubicBezTo>
                  <a:pt x="6326" y="6818"/>
                  <a:pt x="6151" y="7241"/>
                  <a:pt x="5766" y="7878"/>
                </a:cubicBezTo>
                <a:cubicBezTo>
                  <a:pt x="5739" y="7922"/>
                  <a:pt x="5688" y="8071"/>
                  <a:pt x="5667" y="8182"/>
                </a:cubicBezTo>
                <a:cubicBezTo>
                  <a:pt x="5635" y="8350"/>
                  <a:pt x="5376" y="8779"/>
                  <a:pt x="5103" y="9097"/>
                </a:cubicBezTo>
                <a:cubicBezTo>
                  <a:pt x="4888" y="9347"/>
                  <a:pt x="4629" y="9629"/>
                  <a:pt x="4473" y="9777"/>
                </a:cubicBezTo>
                <a:cubicBezTo>
                  <a:pt x="4318" y="9923"/>
                  <a:pt x="4266" y="9944"/>
                  <a:pt x="4207" y="9894"/>
                </a:cubicBezTo>
                <a:cubicBezTo>
                  <a:pt x="4163" y="9856"/>
                  <a:pt x="4150" y="9782"/>
                  <a:pt x="4174" y="9683"/>
                </a:cubicBezTo>
                <a:cubicBezTo>
                  <a:pt x="4226" y="9463"/>
                  <a:pt x="4077" y="9362"/>
                  <a:pt x="3643" y="9355"/>
                </a:cubicBezTo>
                <a:cubicBezTo>
                  <a:pt x="3321" y="9349"/>
                  <a:pt x="3325" y="9369"/>
                  <a:pt x="3079" y="9566"/>
                </a:cubicBezTo>
                <a:cubicBezTo>
                  <a:pt x="2942" y="9676"/>
                  <a:pt x="2718" y="9904"/>
                  <a:pt x="2581" y="10081"/>
                </a:cubicBezTo>
                <a:cubicBezTo>
                  <a:pt x="2444" y="10259"/>
                  <a:pt x="2287" y="10455"/>
                  <a:pt x="2216" y="10527"/>
                </a:cubicBezTo>
                <a:cubicBezTo>
                  <a:pt x="2101" y="10644"/>
                  <a:pt x="1995" y="10769"/>
                  <a:pt x="1818" y="11043"/>
                </a:cubicBezTo>
                <a:cubicBezTo>
                  <a:pt x="1767" y="11122"/>
                  <a:pt x="1743" y="11135"/>
                  <a:pt x="1520" y="11113"/>
                </a:cubicBezTo>
                <a:cubicBezTo>
                  <a:pt x="1295" y="11091"/>
                  <a:pt x="1239" y="11081"/>
                  <a:pt x="1088" y="11183"/>
                </a:cubicBezTo>
                <a:cubicBezTo>
                  <a:pt x="777" y="11394"/>
                  <a:pt x="943" y="11652"/>
                  <a:pt x="1387" y="11652"/>
                </a:cubicBezTo>
                <a:cubicBezTo>
                  <a:pt x="1675" y="11652"/>
                  <a:pt x="1719" y="11733"/>
                  <a:pt x="1719" y="12145"/>
                </a:cubicBezTo>
                <a:cubicBezTo>
                  <a:pt x="1719" y="12442"/>
                  <a:pt x="1708" y="12491"/>
                  <a:pt x="1155" y="13176"/>
                </a:cubicBezTo>
                <a:cubicBezTo>
                  <a:pt x="1008" y="13358"/>
                  <a:pt x="1013" y="13360"/>
                  <a:pt x="1022" y="14161"/>
                </a:cubicBezTo>
                <a:cubicBezTo>
                  <a:pt x="1028" y="14676"/>
                  <a:pt x="1049" y="14977"/>
                  <a:pt x="1088" y="15005"/>
                </a:cubicBezTo>
                <a:cubicBezTo>
                  <a:pt x="1122" y="15029"/>
                  <a:pt x="1155" y="15158"/>
                  <a:pt x="1155" y="15286"/>
                </a:cubicBezTo>
                <a:cubicBezTo>
                  <a:pt x="1155" y="15507"/>
                  <a:pt x="1148" y="15526"/>
                  <a:pt x="889" y="15732"/>
                </a:cubicBezTo>
                <a:cubicBezTo>
                  <a:pt x="614" y="15950"/>
                  <a:pt x="392" y="16190"/>
                  <a:pt x="392" y="16271"/>
                </a:cubicBezTo>
                <a:cubicBezTo>
                  <a:pt x="392" y="16295"/>
                  <a:pt x="341" y="16402"/>
                  <a:pt x="259" y="16529"/>
                </a:cubicBezTo>
                <a:cubicBezTo>
                  <a:pt x="136" y="16719"/>
                  <a:pt x="108" y="16777"/>
                  <a:pt x="159" y="16857"/>
                </a:cubicBezTo>
                <a:cubicBezTo>
                  <a:pt x="194" y="16911"/>
                  <a:pt x="226" y="16998"/>
                  <a:pt x="226" y="17045"/>
                </a:cubicBezTo>
                <a:cubicBezTo>
                  <a:pt x="226" y="17135"/>
                  <a:pt x="317" y="17266"/>
                  <a:pt x="723" y="17701"/>
                </a:cubicBezTo>
                <a:cubicBezTo>
                  <a:pt x="916" y="17907"/>
                  <a:pt x="970" y="18001"/>
                  <a:pt x="956" y="18100"/>
                </a:cubicBezTo>
                <a:lnTo>
                  <a:pt x="956" y="18240"/>
                </a:lnTo>
                <a:lnTo>
                  <a:pt x="723" y="18100"/>
                </a:lnTo>
                <a:cubicBezTo>
                  <a:pt x="365" y="17898"/>
                  <a:pt x="186" y="17951"/>
                  <a:pt x="126" y="18264"/>
                </a:cubicBezTo>
                <a:cubicBezTo>
                  <a:pt x="109" y="18355"/>
                  <a:pt x="87" y="18439"/>
                  <a:pt x="60" y="18451"/>
                </a:cubicBezTo>
                <a:cubicBezTo>
                  <a:pt x="-31" y="18491"/>
                  <a:pt x="-19" y="18708"/>
                  <a:pt x="93" y="18780"/>
                </a:cubicBezTo>
                <a:cubicBezTo>
                  <a:pt x="177" y="18833"/>
                  <a:pt x="291" y="18836"/>
                  <a:pt x="557" y="18827"/>
                </a:cubicBezTo>
                <a:cubicBezTo>
                  <a:pt x="869" y="18816"/>
                  <a:pt x="911" y="18824"/>
                  <a:pt x="1055" y="18920"/>
                </a:cubicBezTo>
                <a:cubicBezTo>
                  <a:pt x="1144" y="18980"/>
                  <a:pt x="1325" y="19045"/>
                  <a:pt x="1420" y="19061"/>
                </a:cubicBezTo>
                <a:cubicBezTo>
                  <a:pt x="1690" y="19108"/>
                  <a:pt x="2015" y="19267"/>
                  <a:pt x="2084" y="19389"/>
                </a:cubicBezTo>
                <a:cubicBezTo>
                  <a:pt x="2185" y="19568"/>
                  <a:pt x="2212" y="19652"/>
                  <a:pt x="2316" y="19858"/>
                </a:cubicBezTo>
                <a:cubicBezTo>
                  <a:pt x="2414" y="20053"/>
                  <a:pt x="2720" y="20392"/>
                  <a:pt x="3013" y="20608"/>
                </a:cubicBezTo>
                <a:cubicBezTo>
                  <a:pt x="3253" y="20787"/>
                  <a:pt x="3567" y="20888"/>
                  <a:pt x="4008" y="20984"/>
                </a:cubicBezTo>
                <a:cubicBezTo>
                  <a:pt x="4230" y="21032"/>
                  <a:pt x="4475" y="21103"/>
                  <a:pt x="4572" y="21124"/>
                </a:cubicBezTo>
                <a:cubicBezTo>
                  <a:pt x="4807" y="21175"/>
                  <a:pt x="5826" y="21176"/>
                  <a:pt x="5899" y="21124"/>
                </a:cubicBezTo>
                <a:cubicBezTo>
                  <a:pt x="5937" y="21098"/>
                  <a:pt x="6041" y="21091"/>
                  <a:pt x="6165" y="21124"/>
                </a:cubicBezTo>
                <a:cubicBezTo>
                  <a:pt x="6311" y="21163"/>
                  <a:pt x="6374" y="21164"/>
                  <a:pt x="6463" y="21124"/>
                </a:cubicBezTo>
                <a:cubicBezTo>
                  <a:pt x="6621" y="21055"/>
                  <a:pt x="6822" y="21068"/>
                  <a:pt x="6994" y="21148"/>
                </a:cubicBezTo>
                <a:cubicBezTo>
                  <a:pt x="7117" y="21205"/>
                  <a:pt x="7247" y="21215"/>
                  <a:pt x="7824" y="21195"/>
                </a:cubicBezTo>
                <a:lnTo>
                  <a:pt x="8520" y="21171"/>
                </a:lnTo>
                <a:lnTo>
                  <a:pt x="8786" y="21335"/>
                </a:lnTo>
                <a:cubicBezTo>
                  <a:pt x="9055" y="21507"/>
                  <a:pt x="9124" y="21504"/>
                  <a:pt x="9416" y="21429"/>
                </a:cubicBezTo>
                <a:cubicBezTo>
                  <a:pt x="9574" y="21389"/>
                  <a:pt x="9643" y="21404"/>
                  <a:pt x="9881" y="21476"/>
                </a:cubicBezTo>
                <a:cubicBezTo>
                  <a:pt x="10289" y="21600"/>
                  <a:pt x="10491" y="21580"/>
                  <a:pt x="10710" y="21429"/>
                </a:cubicBezTo>
                <a:cubicBezTo>
                  <a:pt x="10861" y="21325"/>
                  <a:pt x="10912" y="21312"/>
                  <a:pt x="11042" y="21335"/>
                </a:cubicBezTo>
                <a:cubicBezTo>
                  <a:pt x="11129" y="21351"/>
                  <a:pt x="11564" y="21383"/>
                  <a:pt x="11971" y="21406"/>
                </a:cubicBezTo>
                <a:cubicBezTo>
                  <a:pt x="12673" y="21444"/>
                  <a:pt x="12716" y="21444"/>
                  <a:pt x="12999" y="21359"/>
                </a:cubicBezTo>
                <a:cubicBezTo>
                  <a:pt x="13164" y="21309"/>
                  <a:pt x="13351" y="21224"/>
                  <a:pt x="13431" y="21171"/>
                </a:cubicBezTo>
                <a:cubicBezTo>
                  <a:pt x="13548" y="21093"/>
                  <a:pt x="13680" y="21087"/>
                  <a:pt x="14127" y="21054"/>
                </a:cubicBezTo>
                <a:cubicBezTo>
                  <a:pt x="14429" y="21032"/>
                  <a:pt x="14886" y="20961"/>
                  <a:pt x="15156" y="20913"/>
                </a:cubicBezTo>
                <a:cubicBezTo>
                  <a:pt x="15426" y="20865"/>
                  <a:pt x="15776" y="20814"/>
                  <a:pt x="15919" y="20796"/>
                </a:cubicBezTo>
                <a:cubicBezTo>
                  <a:pt x="16236" y="20757"/>
                  <a:pt x="16824" y="20546"/>
                  <a:pt x="16981" y="20421"/>
                </a:cubicBezTo>
                <a:cubicBezTo>
                  <a:pt x="17136" y="20297"/>
                  <a:pt x="17628" y="20055"/>
                  <a:pt x="17910" y="19952"/>
                </a:cubicBezTo>
                <a:cubicBezTo>
                  <a:pt x="18208" y="19843"/>
                  <a:pt x="19391" y="18990"/>
                  <a:pt x="19535" y="18780"/>
                </a:cubicBezTo>
                <a:cubicBezTo>
                  <a:pt x="19597" y="18690"/>
                  <a:pt x="19649" y="18603"/>
                  <a:pt x="19668" y="18592"/>
                </a:cubicBezTo>
                <a:cubicBezTo>
                  <a:pt x="19756" y="18542"/>
                  <a:pt x="19967" y="18219"/>
                  <a:pt x="19967" y="18123"/>
                </a:cubicBezTo>
                <a:cubicBezTo>
                  <a:pt x="19967" y="18065"/>
                  <a:pt x="19918" y="17958"/>
                  <a:pt x="19867" y="17889"/>
                </a:cubicBezTo>
                <a:cubicBezTo>
                  <a:pt x="19779" y="17769"/>
                  <a:pt x="19766" y="17766"/>
                  <a:pt x="19867" y="17795"/>
                </a:cubicBezTo>
                <a:cubicBezTo>
                  <a:pt x="20353" y="17936"/>
                  <a:pt x="20666" y="17775"/>
                  <a:pt x="20464" y="17490"/>
                </a:cubicBezTo>
                <a:lnTo>
                  <a:pt x="20365" y="17373"/>
                </a:lnTo>
                <a:lnTo>
                  <a:pt x="20630" y="17326"/>
                </a:lnTo>
                <a:cubicBezTo>
                  <a:pt x="20822" y="17290"/>
                  <a:pt x="20905" y="17246"/>
                  <a:pt x="20995" y="17139"/>
                </a:cubicBezTo>
                <a:cubicBezTo>
                  <a:pt x="21061" y="17060"/>
                  <a:pt x="21178" y="16979"/>
                  <a:pt x="21261" y="16951"/>
                </a:cubicBezTo>
                <a:cubicBezTo>
                  <a:pt x="21344" y="16923"/>
                  <a:pt x="21447" y="16845"/>
                  <a:pt x="21493" y="16787"/>
                </a:cubicBezTo>
                <a:cubicBezTo>
                  <a:pt x="21551" y="16714"/>
                  <a:pt x="21569" y="16667"/>
                  <a:pt x="21526" y="16576"/>
                </a:cubicBezTo>
                <a:lnTo>
                  <a:pt x="21393" y="16576"/>
                </a:lnTo>
                <a:cubicBezTo>
                  <a:pt x="20957" y="16592"/>
                  <a:pt x="20848" y="16667"/>
                  <a:pt x="20829" y="16951"/>
                </a:cubicBezTo>
                <a:cubicBezTo>
                  <a:pt x="20822" y="17066"/>
                  <a:pt x="20797" y="17189"/>
                  <a:pt x="20763" y="17209"/>
                </a:cubicBezTo>
                <a:cubicBezTo>
                  <a:pt x="20681" y="17256"/>
                  <a:pt x="20045" y="17270"/>
                  <a:pt x="19900" y="17232"/>
                </a:cubicBezTo>
                <a:cubicBezTo>
                  <a:pt x="19818" y="17211"/>
                  <a:pt x="19801" y="17174"/>
                  <a:pt x="19801" y="17068"/>
                </a:cubicBezTo>
                <a:cubicBezTo>
                  <a:pt x="19801" y="16974"/>
                  <a:pt x="19749" y="16921"/>
                  <a:pt x="19701" y="16928"/>
                </a:cubicBezTo>
                <a:cubicBezTo>
                  <a:pt x="19650" y="16935"/>
                  <a:pt x="19640" y="16860"/>
                  <a:pt x="19635" y="16670"/>
                </a:cubicBezTo>
                <a:cubicBezTo>
                  <a:pt x="19616" y="15912"/>
                  <a:pt x="19319" y="14566"/>
                  <a:pt x="19137" y="14419"/>
                </a:cubicBezTo>
                <a:cubicBezTo>
                  <a:pt x="19111" y="14397"/>
                  <a:pt x="19104" y="14335"/>
                  <a:pt x="19104" y="14255"/>
                </a:cubicBezTo>
                <a:cubicBezTo>
                  <a:pt x="19104" y="14137"/>
                  <a:pt x="19130" y="14076"/>
                  <a:pt x="19303" y="13973"/>
                </a:cubicBezTo>
                <a:lnTo>
                  <a:pt x="19502" y="13833"/>
                </a:lnTo>
                <a:lnTo>
                  <a:pt x="19237" y="13786"/>
                </a:lnTo>
                <a:cubicBezTo>
                  <a:pt x="19083" y="13754"/>
                  <a:pt x="18954" y="13703"/>
                  <a:pt x="18938" y="13669"/>
                </a:cubicBezTo>
                <a:cubicBezTo>
                  <a:pt x="18855" y="13486"/>
                  <a:pt x="18706" y="13331"/>
                  <a:pt x="18607" y="13294"/>
                </a:cubicBezTo>
                <a:cubicBezTo>
                  <a:pt x="18412" y="13220"/>
                  <a:pt x="18360" y="13101"/>
                  <a:pt x="18474" y="13012"/>
                </a:cubicBezTo>
                <a:cubicBezTo>
                  <a:pt x="18619" y="12899"/>
                  <a:pt x="18550" y="12801"/>
                  <a:pt x="18308" y="12801"/>
                </a:cubicBezTo>
                <a:cubicBezTo>
                  <a:pt x="18128" y="12801"/>
                  <a:pt x="18081" y="12782"/>
                  <a:pt x="17976" y="12637"/>
                </a:cubicBezTo>
                <a:cubicBezTo>
                  <a:pt x="17911" y="12547"/>
                  <a:pt x="17844" y="12467"/>
                  <a:pt x="17810" y="12473"/>
                </a:cubicBezTo>
                <a:cubicBezTo>
                  <a:pt x="17777" y="12478"/>
                  <a:pt x="17704" y="12394"/>
                  <a:pt x="17644" y="12285"/>
                </a:cubicBezTo>
                <a:cubicBezTo>
                  <a:pt x="17501" y="12024"/>
                  <a:pt x="17089" y="11710"/>
                  <a:pt x="16549" y="11418"/>
                </a:cubicBezTo>
                <a:cubicBezTo>
                  <a:pt x="16121" y="11186"/>
                  <a:pt x="16045" y="11094"/>
                  <a:pt x="16184" y="10996"/>
                </a:cubicBezTo>
                <a:cubicBezTo>
                  <a:pt x="16237" y="10959"/>
                  <a:pt x="16208" y="10909"/>
                  <a:pt x="16085" y="10738"/>
                </a:cubicBezTo>
                <a:cubicBezTo>
                  <a:pt x="15872" y="10440"/>
                  <a:pt x="15896" y="10255"/>
                  <a:pt x="16151" y="10175"/>
                </a:cubicBezTo>
                <a:cubicBezTo>
                  <a:pt x="16253" y="10144"/>
                  <a:pt x="16368" y="10077"/>
                  <a:pt x="16384" y="10035"/>
                </a:cubicBezTo>
                <a:cubicBezTo>
                  <a:pt x="16408" y="9969"/>
                  <a:pt x="16407" y="9973"/>
                  <a:pt x="16549" y="10011"/>
                </a:cubicBezTo>
                <a:cubicBezTo>
                  <a:pt x="16640" y="10036"/>
                  <a:pt x="16780" y="10083"/>
                  <a:pt x="16848" y="10128"/>
                </a:cubicBezTo>
                <a:cubicBezTo>
                  <a:pt x="16959" y="10202"/>
                  <a:pt x="16981" y="10212"/>
                  <a:pt x="17014" y="10152"/>
                </a:cubicBezTo>
                <a:cubicBezTo>
                  <a:pt x="17081" y="10028"/>
                  <a:pt x="17060" y="9919"/>
                  <a:pt x="16948" y="9894"/>
                </a:cubicBezTo>
                <a:cubicBezTo>
                  <a:pt x="16725" y="9844"/>
                  <a:pt x="16676" y="9782"/>
                  <a:pt x="16815" y="9613"/>
                </a:cubicBezTo>
                <a:cubicBezTo>
                  <a:pt x="17290" y="9031"/>
                  <a:pt x="17381" y="8801"/>
                  <a:pt x="17512" y="7737"/>
                </a:cubicBezTo>
                <a:cubicBezTo>
                  <a:pt x="17591" y="7087"/>
                  <a:pt x="17596" y="6904"/>
                  <a:pt x="17512" y="6705"/>
                </a:cubicBezTo>
                <a:cubicBezTo>
                  <a:pt x="17416" y="6480"/>
                  <a:pt x="17279" y="6492"/>
                  <a:pt x="17279" y="6729"/>
                </a:cubicBezTo>
                <a:cubicBezTo>
                  <a:pt x="17279" y="7293"/>
                  <a:pt x="17004" y="7553"/>
                  <a:pt x="16019" y="7925"/>
                </a:cubicBezTo>
                <a:cubicBezTo>
                  <a:pt x="15794" y="8009"/>
                  <a:pt x="15572" y="8103"/>
                  <a:pt x="15521" y="8136"/>
                </a:cubicBezTo>
                <a:cubicBezTo>
                  <a:pt x="15470" y="8168"/>
                  <a:pt x="15417" y="8182"/>
                  <a:pt x="15388" y="8182"/>
                </a:cubicBezTo>
                <a:cubicBezTo>
                  <a:pt x="15360" y="8182"/>
                  <a:pt x="15221" y="8255"/>
                  <a:pt x="15090" y="8347"/>
                </a:cubicBezTo>
                <a:lnTo>
                  <a:pt x="14857" y="8534"/>
                </a:lnTo>
                <a:lnTo>
                  <a:pt x="14691" y="8440"/>
                </a:lnTo>
                <a:cubicBezTo>
                  <a:pt x="14539" y="8356"/>
                  <a:pt x="14525" y="8318"/>
                  <a:pt x="14559" y="8112"/>
                </a:cubicBezTo>
                <a:cubicBezTo>
                  <a:pt x="14586" y="7947"/>
                  <a:pt x="14581" y="7917"/>
                  <a:pt x="14526" y="7925"/>
                </a:cubicBezTo>
                <a:cubicBezTo>
                  <a:pt x="14471" y="7932"/>
                  <a:pt x="14451" y="7857"/>
                  <a:pt x="14459" y="7643"/>
                </a:cubicBezTo>
                <a:cubicBezTo>
                  <a:pt x="14471" y="7329"/>
                  <a:pt x="14650" y="6901"/>
                  <a:pt x="14758" y="6916"/>
                </a:cubicBezTo>
                <a:cubicBezTo>
                  <a:pt x="14795" y="6922"/>
                  <a:pt x="14853" y="6856"/>
                  <a:pt x="14891" y="6776"/>
                </a:cubicBezTo>
                <a:cubicBezTo>
                  <a:pt x="14928" y="6695"/>
                  <a:pt x="15012" y="6600"/>
                  <a:pt x="15056" y="6588"/>
                </a:cubicBezTo>
                <a:cubicBezTo>
                  <a:pt x="15145" y="6564"/>
                  <a:pt x="15198" y="6390"/>
                  <a:pt x="15255" y="6072"/>
                </a:cubicBezTo>
                <a:cubicBezTo>
                  <a:pt x="15276" y="5959"/>
                  <a:pt x="15321" y="5764"/>
                  <a:pt x="15355" y="5650"/>
                </a:cubicBezTo>
                <a:cubicBezTo>
                  <a:pt x="15420" y="5433"/>
                  <a:pt x="15396" y="5061"/>
                  <a:pt x="15255" y="4713"/>
                </a:cubicBezTo>
                <a:cubicBezTo>
                  <a:pt x="15187" y="4541"/>
                  <a:pt x="15186" y="4519"/>
                  <a:pt x="15388" y="4361"/>
                </a:cubicBezTo>
                <a:cubicBezTo>
                  <a:pt x="15502" y="4272"/>
                  <a:pt x="15618" y="4174"/>
                  <a:pt x="15654" y="4126"/>
                </a:cubicBezTo>
                <a:cubicBezTo>
                  <a:pt x="15709" y="4053"/>
                  <a:pt x="15687" y="4033"/>
                  <a:pt x="15587" y="4033"/>
                </a:cubicBezTo>
                <a:cubicBezTo>
                  <a:pt x="15524" y="4033"/>
                  <a:pt x="15449" y="3997"/>
                  <a:pt x="15421" y="3962"/>
                </a:cubicBezTo>
                <a:cubicBezTo>
                  <a:pt x="15379" y="3908"/>
                  <a:pt x="15357" y="3914"/>
                  <a:pt x="15222" y="4009"/>
                </a:cubicBezTo>
                <a:lnTo>
                  <a:pt x="15056" y="4126"/>
                </a:lnTo>
                <a:lnTo>
                  <a:pt x="14957" y="4056"/>
                </a:lnTo>
                <a:cubicBezTo>
                  <a:pt x="14877" y="3999"/>
                  <a:pt x="14786" y="3861"/>
                  <a:pt x="14725" y="3611"/>
                </a:cubicBezTo>
                <a:cubicBezTo>
                  <a:pt x="14569" y="2980"/>
                  <a:pt x="14717" y="1493"/>
                  <a:pt x="14924" y="1571"/>
                </a:cubicBezTo>
                <a:cubicBezTo>
                  <a:pt x="14954" y="1582"/>
                  <a:pt x="14966" y="1700"/>
                  <a:pt x="14957" y="1829"/>
                </a:cubicBezTo>
                <a:cubicBezTo>
                  <a:pt x="14944" y="2008"/>
                  <a:pt x="14951" y="2047"/>
                  <a:pt x="15023" y="2063"/>
                </a:cubicBezTo>
                <a:cubicBezTo>
                  <a:pt x="15039" y="2015"/>
                  <a:pt x="15079" y="1943"/>
                  <a:pt x="15090" y="1876"/>
                </a:cubicBezTo>
                <a:cubicBezTo>
                  <a:pt x="15111" y="1741"/>
                  <a:pt x="15129" y="1629"/>
                  <a:pt x="15156" y="1618"/>
                </a:cubicBezTo>
                <a:cubicBezTo>
                  <a:pt x="15183" y="1606"/>
                  <a:pt x="15234" y="1514"/>
                  <a:pt x="15255" y="1430"/>
                </a:cubicBezTo>
                <a:cubicBezTo>
                  <a:pt x="15277" y="1346"/>
                  <a:pt x="15314" y="1203"/>
                  <a:pt x="15355" y="1102"/>
                </a:cubicBezTo>
                <a:cubicBezTo>
                  <a:pt x="15502" y="742"/>
                  <a:pt x="15620" y="368"/>
                  <a:pt x="15620" y="258"/>
                </a:cubicBezTo>
                <a:cubicBezTo>
                  <a:pt x="15620" y="139"/>
                  <a:pt x="15473" y="0"/>
                  <a:pt x="15355" y="0"/>
                </a:cubicBezTo>
                <a:close/>
                <a:moveTo>
                  <a:pt x="14924" y="2790"/>
                </a:moveTo>
                <a:lnTo>
                  <a:pt x="14824" y="2813"/>
                </a:lnTo>
                <a:lnTo>
                  <a:pt x="14857" y="3095"/>
                </a:lnTo>
                <a:cubicBezTo>
                  <a:pt x="14890" y="3338"/>
                  <a:pt x="14912" y="3384"/>
                  <a:pt x="14990" y="3376"/>
                </a:cubicBezTo>
                <a:cubicBezTo>
                  <a:pt x="14960" y="3322"/>
                  <a:pt x="14926" y="3065"/>
                  <a:pt x="14924" y="2790"/>
                </a:cubicBezTo>
                <a:close/>
                <a:moveTo>
                  <a:pt x="15654" y="3470"/>
                </a:moveTo>
                <a:cubicBezTo>
                  <a:pt x="15516" y="3513"/>
                  <a:pt x="15361" y="3556"/>
                  <a:pt x="15255" y="3634"/>
                </a:cubicBezTo>
                <a:cubicBezTo>
                  <a:pt x="15259" y="3640"/>
                  <a:pt x="15252" y="3657"/>
                  <a:pt x="15255" y="3657"/>
                </a:cubicBezTo>
                <a:cubicBezTo>
                  <a:pt x="15270" y="3657"/>
                  <a:pt x="15403" y="3620"/>
                  <a:pt x="15521" y="3564"/>
                </a:cubicBezTo>
                <a:lnTo>
                  <a:pt x="15720" y="3470"/>
                </a:lnTo>
                <a:lnTo>
                  <a:pt x="15654" y="3470"/>
                </a:lnTo>
                <a:close/>
                <a:moveTo>
                  <a:pt x="15620" y="5252"/>
                </a:moveTo>
                <a:cubicBezTo>
                  <a:pt x="15601" y="5258"/>
                  <a:pt x="15587" y="5280"/>
                  <a:pt x="15587" y="5299"/>
                </a:cubicBezTo>
                <a:cubicBezTo>
                  <a:pt x="15587" y="5328"/>
                  <a:pt x="15654" y="5339"/>
                  <a:pt x="15720" y="5346"/>
                </a:cubicBezTo>
                <a:cubicBezTo>
                  <a:pt x="15715" y="5314"/>
                  <a:pt x="15692" y="5282"/>
                  <a:pt x="15687" y="5252"/>
                </a:cubicBezTo>
                <a:cubicBezTo>
                  <a:pt x="15659" y="5248"/>
                  <a:pt x="15636" y="5247"/>
                  <a:pt x="15620" y="5252"/>
                </a:cubicBezTo>
                <a:close/>
                <a:moveTo>
                  <a:pt x="17313" y="6072"/>
                </a:moveTo>
                <a:cubicBezTo>
                  <a:pt x="17235" y="6071"/>
                  <a:pt x="17182" y="6088"/>
                  <a:pt x="17113" y="6096"/>
                </a:cubicBezTo>
                <a:cubicBezTo>
                  <a:pt x="17190" y="6195"/>
                  <a:pt x="17283" y="6191"/>
                  <a:pt x="17445" y="6119"/>
                </a:cubicBezTo>
                <a:cubicBezTo>
                  <a:pt x="17491" y="6099"/>
                  <a:pt x="17545" y="6093"/>
                  <a:pt x="17578" y="6096"/>
                </a:cubicBezTo>
                <a:cubicBezTo>
                  <a:pt x="17509" y="6082"/>
                  <a:pt x="17403" y="6074"/>
                  <a:pt x="17313" y="6072"/>
                </a:cubicBezTo>
                <a:close/>
                <a:moveTo>
                  <a:pt x="17578" y="6096"/>
                </a:moveTo>
                <a:cubicBezTo>
                  <a:pt x="17610" y="6101"/>
                  <a:pt x="17633" y="6114"/>
                  <a:pt x="17678" y="6143"/>
                </a:cubicBezTo>
                <a:cubicBezTo>
                  <a:pt x="17673" y="6136"/>
                  <a:pt x="17682" y="6122"/>
                  <a:pt x="17678" y="6119"/>
                </a:cubicBezTo>
                <a:cubicBezTo>
                  <a:pt x="17656" y="6108"/>
                  <a:pt x="17615" y="6103"/>
                  <a:pt x="17578" y="6096"/>
                </a:cubicBezTo>
                <a:close/>
                <a:moveTo>
                  <a:pt x="15786" y="6213"/>
                </a:moveTo>
                <a:cubicBezTo>
                  <a:pt x="15799" y="6288"/>
                  <a:pt x="15816" y="6426"/>
                  <a:pt x="15820" y="6494"/>
                </a:cubicBezTo>
                <a:cubicBezTo>
                  <a:pt x="15821" y="6520"/>
                  <a:pt x="15846" y="6523"/>
                  <a:pt x="15853" y="6541"/>
                </a:cubicBezTo>
                <a:cubicBezTo>
                  <a:pt x="15841" y="6447"/>
                  <a:pt x="15799" y="6366"/>
                  <a:pt x="15786" y="6213"/>
                </a:cubicBezTo>
                <a:close/>
                <a:moveTo>
                  <a:pt x="17545" y="6260"/>
                </a:moveTo>
                <a:cubicBezTo>
                  <a:pt x="17531" y="6255"/>
                  <a:pt x="17511" y="6266"/>
                  <a:pt x="17445" y="6283"/>
                </a:cubicBezTo>
                <a:cubicBezTo>
                  <a:pt x="17395" y="6297"/>
                  <a:pt x="17346" y="6333"/>
                  <a:pt x="17346" y="6354"/>
                </a:cubicBezTo>
                <a:cubicBezTo>
                  <a:pt x="17346" y="6415"/>
                  <a:pt x="17509" y="6396"/>
                  <a:pt x="17545" y="6330"/>
                </a:cubicBezTo>
                <a:cubicBezTo>
                  <a:pt x="17564" y="6296"/>
                  <a:pt x="17559" y="6265"/>
                  <a:pt x="17545" y="6260"/>
                </a:cubicBezTo>
                <a:close/>
                <a:moveTo>
                  <a:pt x="16881" y="6729"/>
                </a:moveTo>
                <a:cubicBezTo>
                  <a:pt x="16890" y="6921"/>
                  <a:pt x="16872" y="7019"/>
                  <a:pt x="16782" y="7151"/>
                </a:cubicBezTo>
                <a:cubicBezTo>
                  <a:pt x="16742" y="7208"/>
                  <a:pt x="16679" y="7258"/>
                  <a:pt x="16616" y="7315"/>
                </a:cubicBezTo>
                <a:cubicBezTo>
                  <a:pt x="16748" y="7306"/>
                  <a:pt x="16801" y="7291"/>
                  <a:pt x="16881" y="7198"/>
                </a:cubicBezTo>
                <a:cubicBezTo>
                  <a:pt x="16946" y="7123"/>
                  <a:pt x="16981" y="6985"/>
                  <a:pt x="16981" y="6893"/>
                </a:cubicBezTo>
                <a:lnTo>
                  <a:pt x="16981" y="6729"/>
                </a:lnTo>
                <a:lnTo>
                  <a:pt x="16881" y="6729"/>
                </a:lnTo>
                <a:close/>
                <a:moveTo>
                  <a:pt x="15620" y="7104"/>
                </a:moveTo>
                <a:cubicBezTo>
                  <a:pt x="15604" y="7115"/>
                  <a:pt x="15628" y="7152"/>
                  <a:pt x="15687" y="7198"/>
                </a:cubicBezTo>
                <a:cubicBezTo>
                  <a:pt x="15745" y="7243"/>
                  <a:pt x="15804" y="7279"/>
                  <a:pt x="15820" y="7268"/>
                </a:cubicBezTo>
                <a:cubicBezTo>
                  <a:pt x="15836" y="7257"/>
                  <a:pt x="15812" y="7220"/>
                  <a:pt x="15753" y="7174"/>
                </a:cubicBezTo>
                <a:cubicBezTo>
                  <a:pt x="15695" y="7129"/>
                  <a:pt x="15636" y="7093"/>
                  <a:pt x="15620" y="7104"/>
                </a:cubicBezTo>
                <a:close/>
                <a:moveTo>
                  <a:pt x="16052" y="7385"/>
                </a:moveTo>
                <a:cubicBezTo>
                  <a:pt x="16036" y="7372"/>
                  <a:pt x="16012" y="7404"/>
                  <a:pt x="15952" y="7456"/>
                </a:cubicBezTo>
                <a:cubicBezTo>
                  <a:pt x="15847" y="7547"/>
                  <a:pt x="15824" y="7545"/>
                  <a:pt x="15720" y="7479"/>
                </a:cubicBezTo>
                <a:cubicBezTo>
                  <a:pt x="15617" y="7413"/>
                  <a:pt x="15620" y="7428"/>
                  <a:pt x="15554" y="7503"/>
                </a:cubicBezTo>
                <a:cubicBezTo>
                  <a:pt x="15464" y="7604"/>
                  <a:pt x="15522" y="7691"/>
                  <a:pt x="15654" y="7667"/>
                </a:cubicBezTo>
                <a:cubicBezTo>
                  <a:pt x="15710" y="7656"/>
                  <a:pt x="15776" y="7677"/>
                  <a:pt x="15820" y="7714"/>
                </a:cubicBezTo>
                <a:cubicBezTo>
                  <a:pt x="15924" y="7802"/>
                  <a:pt x="16037" y="7721"/>
                  <a:pt x="16052" y="7549"/>
                </a:cubicBezTo>
                <a:cubicBezTo>
                  <a:pt x="16060" y="7453"/>
                  <a:pt x="16067" y="7399"/>
                  <a:pt x="16052" y="7385"/>
                </a:cubicBezTo>
                <a:close/>
                <a:moveTo>
                  <a:pt x="15488" y="7807"/>
                </a:moveTo>
                <a:cubicBezTo>
                  <a:pt x="15466" y="7814"/>
                  <a:pt x="15446" y="7827"/>
                  <a:pt x="15421" y="7854"/>
                </a:cubicBezTo>
                <a:cubicBezTo>
                  <a:pt x="15344" y="7942"/>
                  <a:pt x="15381" y="7964"/>
                  <a:pt x="15521" y="7901"/>
                </a:cubicBezTo>
                <a:cubicBezTo>
                  <a:pt x="15580" y="7875"/>
                  <a:pt x="15594" y="7859"/>
                  <a:pt x="15554" y="7831"/>
                </a:cubicBezTo>
                <a:cubicBezTo>
                  <a:pt x="15534" y="7817"/>
                  <a:pt x="15509" y="7801"/>
                  <a:pt x="15488" y="7807"/>
                </a:cubicBezTo>
                <a:close/>
                <a:moveTo>
                  <a:pt x="17678" y="8722"/>
                </a:moveTo>
                <a:cubicBezTo>
                  <a:pt x="17627" y="8756"/>
                  <a:pt x="17561" y="8860"/>
                  <a:pt x="17478" y="9003"/>
                </a:cubicBezTo>
                <a:lnTo>
                  <a:pt x="17313" y="9308"/>
                </a:lnTo>
                <a:lnTo>
                  <a:pt x="17412" y="9308"/>
                </a:lnTo>
                <a:cubicBezTo>
                  <a:pt x="17430" y="9277"/>
                  <a:pt x="17421" y="9277"/>
                  <a:pt x="17445" y="9237"/>
                </a:cubicBezTo>
                <a:cubicBezTo>
                  <a:pt x="17488" y="9167"/>
                  <a:pt x="17545" y="9081"/>
                  <a:pt x="17545" y="9050"/>
                </a:cubicBezTo>
                <a:cubicBezTo>
                  <a:pt x="17545" y="9019"/>
                  <a:pt x="17547" y="8978"/>
                  <a:pt x="17578" y="8956"/>
                </a:cubicBezTo>
                <a:cubicBezTo>
                  <a:pt x="17602" y="8939"/>
                  <a:pt x="17647" y="8829"/>
                  <a:pt x="17678" y="8722"/>
                </a:cubicBezTo>
                <a:close/>
                <a:moveTo>
                  <a:pt x="17810" y="10011"/>
                </a:moveTo>
                <a:cubicBezTo>
                  <a:pt x="17783" y="10014"/>
                  <a:pt x="17766" y="10041"/>
                  <a:pt x="17810" y="10128"/>
                </a:cubicBezTo>
                <a:cubicBezTo>
                  <a:pt x="17878" y="10260"/>
                  <a:pt x="17890" y="10273"/>
                  <a:pt x="17910" y="10175"/>
                </a:cubicBezTo>
                <a:cubicBezTo>
                  <a:pt x="17913" y="10157"/>
                  <a:pt x="17935" y="10147"/>
                  <a:pt x="17943" y="10128"/>
                </a:cubicBezTo>
                <a:cubicBezTo>
                  <a:pt x="17907" y="10094"/>
                  <a:pt x="17884" y="10046"/>
                  <a:pt x="17843" y="10011"/>
                </a:cubicBezTo>
                <a:cubicBezTo>
                  <a:pt x="17828" y="10007"/>
                  <a:pt x="17818" y="10010"/>
                  <a:pt x="17810" y="10011"/>
                </a:cubicBezTo>
                <a:close/>
                <a:moveTo>
                  <a:pt x="18540" y="10668"/>
                </a:moveTo>
                <a:cubicBezTo>
                  <a:pt x="18158" y="10664"/>
                  <a:pt x="18163" y="10689"/>
                  <a:pt x="18341" y="10949"/>
                </a:cubicBezTo>
                <a:cubicBezTo>
                  <a:pt x="18405" y="11043"/>
                  <a:pt x="18441" y="11127"/>
                  <a:pt x="18441" y="11160"/>
                </a:cubicBezTo>
                <a:cubicBezTo>
                  <a:pt x="18441" y="11193"/>
                  <a:pt x="18467" y="11242"/>
                  <a:pt x="18507" y="11254"/>
                </a:cubicBezTo>
                <a:cubicBezTo>
                  <a:pt x="18654" y="11296"/>
                  <a:pt x="18700" y="11280"/>
                  <a:pt x="18607" y="11207"/>
                </a:cubicBezTo>
                <a:cubicBezTo>
                  <a:pt x="18423" y="11064"/>
                  <a:pt x="18543" y="10758"/>
                  <a:pt x="18806" y="10691"/>
                </a:cubicBezTo>
                <a:cubicBezTo>
                  <a:pt x="18854" y="10679"/>
                  <a:pt x="18724" y="10669"/>
                  <a:pt x="18540" y="10668"/>
                </a:cubicBezTo>
                <a:close/>
                <a:moveTo>
                  <a:pt x="18772" y="10879"/>
                </a:moveTo>
                <a:cubicBezTo>
                  <a:pt x="18758" y="10876"/>
                  <a:pt x="18764" y="10903"/>
                  <a:pt x="18739" y="10949"/>
                </a:cubicBezTo>
                <a:cubicBezTo>
                  <a:pt x="18712" y="11000"/>
                  <a:pt x="18688" y="11056"/>
                  <a:pt x="18706" y="11090"/>
                </a:cubicBezTo>
                <a:cubicBezTo>
                  <a:pt x="18724" y="11124"/>
                  <a:pt x="18779" y="11160"/>
                  <a:pt x="18806" y="11160"/>
                </a:cubicBezTo>
                <a:cubicBezTo>
                  <a:pt x="18900" y="11160"/>
                  <a:pt x="18903" y="11088"/>
                  <a:pt x="18839" y="10972"/>
                </a:cubicBezTo>
                <a:cubicBezTo>
                  <a:pt x="18807" y="10915"/>
                  <a:pt x="18787" y="10882"/>
                  <a:pt x="18772" y="10879"/>
                </a:cubicBezTo>
                <a:close/>
                <a:moveTo>
                  <a:pt x="19336" y="11207"/>
                </a:moveTo>
                <a:cubicBezTo>
                  <a:pt x="19327" y="11200"/>
                  <a:pt x="19322" y="11211"/>
                  <a:pt x="19270" y="11230"/>
                </a:cubicBezTo>
                <a:cubicBezTo>
                  <a:pt x="19207" y="11254"/>
                  <a:pt x="19137" y="11312"/>
                  <a:pt x="19137" y="11348"/>
                </a:cubicBezTo>
                <a:cubicBezTo>
                  <a:pt x="19137" y="11438"/>
                  <a:pt x="19279" y="11386"/>
                  <a:pt x="19336" y="11277"/>
                </a:cubicBezTo>
                <a:cubicBezTo>
                  <a:pt x="19358" y="11236"/>
                  <a:pt x="19346" y="11213"/>
                  <a:pt x="19336" y="11207"/>
                </a:cubicBezTo>
                <a:close/>
                <a:moveTo>
                  <a:pt x="19635" y="11324"/>
                </a:moveTo>
                <a:cubicBezTo>
                  <a:pt x="19554" y="11337"/>
                  <a:pt x="19502" y="11354"/>
                  <a:pt x="19502" y="11394"/>
                </a:cubicBezTo>
                <a:cubicBezTo>
                  <a:pt x="19502" y="11545"/>
                  <a:pt x="19193" y="11621"/>
                  <a:pt x="19038" y="11512"/>
                </a:cubicBezTo>
                <a:cubicBezTo>
                  <a:pt x="18983" y="11473"/>
                  <a:pt x="18971" y="11511"/>
                  <a:pt x="18971" y="11676"/>
                </a:cubicBezTo>
                <a:lnTo>
                  <a:pt x="18971" y="11887"/>
                </a:lnTo>
                <a:lnTo>
                  <a:pt x="19171" y="11887"/>
                </a:lnTo>
                <a:cubicBezTo>
                  <a:pt x="19140" y="11859"/>
                  <a:pt x="19101" y="11855"/>
                  <a:pt x="19071" y="11840"/>
                </a:cubicBezTo>
                <a:cubicBezTo>
                  <a:pt x="18920" y="11765"/>
                  <a:pt x="18944" y="11706"/>
                  <a:pt x="19137" y="11676"/>
                </a:cubicBezTo>
                <a:cubicBezTo>
                  <a:pt x="19229" y="11662"/>
                  <a:pt x="19350" y="11623"/>
                  <a:pt x="19403" y="11582"/>
                </a:cubicBezTo>
                <a:cubicBezTo>
                  <a:pt x="19469" y="11531"/>
                  <a:pt x="19565" y="11424"/>
                  <a:pt x="19635" y="11324"/>
                </a:cubicBezTo>
                <a:close/>
                <a:moveTo>
                  <a:pt x="19900" y="11770"/>
                </a:moveTo>
                <a:cubicBezTo>
                  <a:pt x="19752" y="11798"/>
                  <a:pt x="19689" y="11847"/>
                  <a:pt x="19635" y="11910"/>
                </a:cubicBezTo>
                <a:lnTo>
                  <a:pt x="19867" y="11910"/>
                </a:lnTo>
                <a:lnTo>
                  <a:pt x="19900" y="12215"/>
                </a:lnTo>
                <a:cubicBezTo>
                  <a:pt x="19916" y="12494"/>
                  <a:pt x="19910" y="12520"/>
                  <a:pt x="20033" y="12520"/>
                </a:cubicBezTo>
                <a:cubicBezTo>
                  <a:pt x="20105" y="12520"/>
                  <a:pt x="20197" y="12498"/>
                  <a:pt x="20232" y="12473"/>
                </a:cubicBezTo>
                <a:cubicBezTo>
                  <a:pt x="20361" y="12382"/>
                  <a:pt x="20393" y="12517"/>
                  <a:pt x="20265" y="12614"/>
                </a:cubicBezTo>
                <a:cubicBezTo>
                  <a:pt x="20191" y="12670"/>
                  <a:pt x="20165" y="12716"/>
                  <a:pt x="20199" y="12731"/>
                </a:cubicBezTo>
                <a:cubicBezTo>
                  <a:pt x="20231" y="12745"/>
                  <a:pt x="20278" y="12730"/>
                  <a:pt x="20299" y="12684"/>
                </a:cubicBezTo>
                <a:cubicBezTo>
                  <a:pt x="20344" y="12583"/>
                  <a:pt x="20509" y="12510"/>
                  <a:pt x="20630" y="12543"/>
                </a:cubicBezTo>
                <a:cubicBezTo>
                  <a:pt x="20705" y="12563"/>
                  <a:pt x="20716" y="12508"/>
                  <a:pt x="20730" y="12238"/>
                </a:cubicBezTo>
                <a:lnTo>
                  <a:pt x="20763" y="11910"/>
                </a:lnTo>
                <a:lnTo>
                  <a:pt x="21029" y="11910"/>
                </a:lnTo>
                <a:cubicBezTo>
                  <a:pt x="20984" y="11875"/>
                  <a:pt x="20940" y="11856"/>
                  <a:pt x="20896" y="11840"/>
                </a:cubicBezTo>
                <a:cubicBezTo>
                  <a:pt x="20759" y="11788"/>
                  <a:pt x="20401" y="11760"/>
                  <a:pt x="20133" y="11770"/>
                </a:cubicBezTo>
                <a:cubicBezTo>
                  <a:pt x="20043" y="11773"/>
                  <a:pt x="19963" y="11758"/>
                  <a:pt x="19900" y="11770"/>
                </a:cubicBezTo>
                <a:close/>
                <a:moveTo>
                  <a:pt x="18573" y="12027"/>
                </a:moveTo>
                <a:cubicBezTo>
                  <a:pt x="18556" y="12030"/>
                  <a:pt x="18531" y="12034"/>
                  <a:pt x="18507" y="12051"/>
                </a:cubicBezTo>
                <a:cubicBezTo>
                  <a:pt x="18456" y="12087"/>
                  <a:pt x="18446" y="12129"/>
                  <a:pt x="18507" y="12215"/>
                </a:cubicBezTo>
                <a:lnTo>
                  <a:pt x="18573" y="12332"/>
                </a:lnTo>
                <a:lnTo>
                  <a:pt x="18607" y="12192"/>
                </a:lnTo>
                <a:cubicBezTo>
                  <a:pt x="18624" y="12073"/>
                  <a:pt x="18625" y="12020"/>
                  <a:pt x="18573" y="12027"/>
                </a:cubicBezTo>
                <a:close/>
                <a:moveTo>
                  <a:pt x="18142" y="12074"/>
                </a:moveTo>
                <a:cubicBezTo>
                  <a:pt x="18125" y="12075"/>
                  <a:pt x="18109" y="12092"/>
                  <a:pt x="18109" y="12145"/>
                </a:cubicBezTo>
                <a:cubicBezTo>
                  <a:pt x="18109" y="12203"/>
                  <a:pt x="18094" y="12291"/>
                  <a:pt x="18076" y="12332"/>
                </a:cubicBezTo>
                <a:cubicBezTo>
                  <a:pt x="18044" y="12403"/>
                  <a:pt x="18046" y="12401"/>
                  <a:pt x="18109" y="12332"/>
                </a:cubicBezTo>
                <a:cubicBezTo>
                  <a:pt x="18145" y="12292"/>
                  <a:pt x="18207" y="12270"/>
                  <a:pt x="18242" y="12285"/>
                </a:cubicBezTo>
                <a:cubicBezTo>
                  <a:pt x="18284" y="12304"/>
                  <a:pt x="18275" y="12300"/>
                  <a:pt x="18242" y="12262"/>
                </a:cubicBezTo>
                <a:cubicBezTo>
                  <a:pt x="18213" y="12230"/>
                  <a:pt x="18182" y="12175"/>
                  <a:pt x="18175" y="12145"/>
                </a:cubicBezTo>
                <a:cubicBezTo>
                  <a:pt x="18164" y="12092"/>
                  <a:pt x="18159" y="12074"/>
                  <a:pt x="18142" y="12074"/>
                </a:cubicBezTo>
                <a:close/>
                <a:moveTo>
                  <a:pt x="18607" y="12332"/>
                </a:moveTo>
                <a:lnTo>
                  <a:pt x="18573" y="12426"/>
                </a:lnTo>
                <a:cubicBezTo>
                  <a:pt x="18543" y="12482"/>
                  <a:pt x="18450" y="12520"/>
                  <a:pt x="18374" y="12520"/>
                </a:cubicBezTo>
                <a:cubicBezTo>
                  <a:pt x="18251" y="12520"/>
                  <a:pt x="18272" y="12510"/>
                  <a:pt x="18407" y="12590"/>
                </a:cubicBezTo>
                <a:cubicBezTo>
                  <a:pt x="18483" y="12635"/>
                  <a:pt x="18570" y="12683"/>
                  <a:pt x="18607" y="12684"/>
                </a:cubicBezTo>
                <a:cubicBezTo>
                  <a:pt x="18702" y="12686"/>
                  <a:pt x="18737" y="12544"/>
                  <a:pt x="18673" y="12426"/>
                </a:cubicBezTo>
                <a:lnTo>
                  <a:pt x="18607" y="12332"/>
                </a:lnTo>
                <a:close/>
                <a:moveTo>
                  <a:pt x="21360" y="12614"/>
                </a:moveTo>
                <a:cubicBezTo>
                  <a:pt x="21308" y="12623"/>
                  <a:pt x="21273" y="12640"/>
                  <a:pt x="21261" y="12684"/>
                </a:cubicBezTo>
                <a:cubicBezTo>
                  <a:pt x="21239" y="12762"/>
                  <a:pt x="21257" y="12768"/>
                  <a:pt x="21393" y="12731"/>
                </a:cubicBezTo>
                <a:cubicBezTo>
                  <a:pt x="21444" y="12717"/>
                  <a:pt x="21493" y="12694"/>
                  <a:pt x="21493" y="12660"/>
                </a:cubicBezTo>
                <a:cubicBezTo>
                  <a:pt x="21493" y="12618"/>
                  <a:pt x="21413" y="12604"/>
                  <a:pt x="21360" y="12614"/>
                </a:cubicBezTo>
                <a:close/>
                <a:moveTo>
                  <a:pt x="19303" y="12637"/>
                </a:moveTo>
                <a:cubicBezTo>
                  <a:pt x="19039" y="12637"/>
                  <a:pt x="19034" y="12648"/>
                  <a:pt x="19071" y="12731"/>
                </a:cubicBezTo>
                <a:cubicBezTo>
                  <a:pt x="19093" y="12780"/>
                  <a:pt x="19102" y="12903"/>
                  <a:pt x="19104" y="13012"/>
                </a:cubicBezTo>
                <a:lnTo>
                  <a:pt x="19104" y="13223"/>
                </a:lnTo>
                <a:lnTo>
                  <a:pt x="19436" y="13223"/>
                </a:lnTo>
                <a:cubicBezTo>
                  <a:pt x="19622" y="13223"/>
                  <a:pt x="19798" y="13193"/>
                  <a:pt x="19801" y="13176"/>
                </a:cubicBezTo>
                <a:cubicBezTo>
                  <a:pt x="19803" y="13159"/>
                  <a:pt x="19791" y="13121"/>
                  <a:pt x="19801" y="13082"/>
                </a:cubicBezTo>
                <a:cubicBezTo>
                  <a:pt x="19812" y="13041"/>
                  <a:pt x="19811" y="13024"/>
                  <a:pt x="19768" y="13036"/>
                </a:cubicBezTo>
                <a:cubicBezTo>
                  <a:pt x="19647" y="13068"/>
                  <a:pt x="19543" y="12932"/>
                  <a:pt x="19569" y="12778"/>
                </a:cubicBezTo>
                <a:lnTo>
                  <a:pt x="19602" y="12637"/>
                </a:lnTo>
                <a:lnTo>
                  <a:pt x="19303" y="12637"/>
                </a:lnTo>
                <a:close/>
                <a:moveTo>
                  <a:pt x="19934" y="12637"/>
                </a:moveTo>
                <a:cubicBezTo>
                  <a:pt x="19852" y="12637"/>
                  <a:pt x="19735" y="12766"/>
                  <a:pt x="19735" y="12848"/>
                </a:cubicBezTo>
                <a:cubicBezTo>
                  <a:pt x="19735" y="12919"/>
                  <a:pt x="19890" y="12887"/>
                  <a:pt x="20000" y="12801"/>
                </a:cubicBezTo>
                <a:cubicBezTo>
                  <a:pt x="20108" y="12717"/>
                  <a:pt x="20070" y="12637"/>
                  <a:pt x="19934" y="12637"/>
                </a:cubicBezTo>
                <a:close/>
                <a:moveTo>
                  <a:pt x="20962" y="12637"/>
                </a:moveTo>
                <a:cubicBezTo>
                  <a:pt x="20847" y="12637"/>
                  <a:pt x="20847" y="12662"/>
                  <a:pt x="20863" y="12942"/>
                </a:cubicBezTo>
                <a:lnTo>
                  <a:pt x="20863" y="13223"/>
                </a:lnTo>
                <a:lnTo>
                  <a:pt x="21261" y="13223"/>
                </a:lnTo>
                <a:cubicBezTo>
                  <a:pt x="21287" y="13222"/>
                  <a:pt x="21271" y="13224"/>
                  <a:pt x="21294" y="13223"/>
                </a:cubicBezTo>
                <a:cubicBezTo>
                  <a:pt x="21305" y="13209"/>
                  <a:pt x="21346" y="13183"/>
                  <a:pt x="21360" y="13176"/>
                </a:cubicBezTo>
                <a:cubicBezTo>
                  <a:pt x="21395" y="13161"/>
                  <a:pt x="21407" y="13094"/>
                  <a:pt x="21393" y="13012"/>
                </a:cubicBezTo>
                <a:cubicBezTo>
                  <a:pt x="21381" y="12940"/>
                  <a:pt x="21397" y="12886"/>
                  <a:pt x="21427" y="12848"/>
                </a:cubicBezTo>
                <a:cubicBezTo>
                  <a:pt x="21281" y="12892"/>
                  <a:pt x="21124" y="12884"/>
                  <a:pt x="21062" y="12801"/>
                </a:cubicBezTo>
                <a:cubicBezTo>
                  <a:pt x="21027" y="12755"/>
                  <a:pt x="21009" y="12706"/>
                  <a:pt x="21029" y="12684"/>
                </a:cubicBezTo>
                <a:cubicBezTo>
                  <a:pt x="21048" y="12662"/>
                  <a:pt x="21030" y="12637"/>
                  <a:pt x="20962" y="12637"/>
                </a:cubicBezTo>
                <a:close/>
                <a:moveTo>
                  <a:pt x="19900" y="13294"/>
                </a:moveTo>
                <a:lnTo>
                  <a:pt x="19900" y="13575"/>
                </a:lnTo>
                <a:cubicBezTo>
                  <a:pt x="19900" y="13887"/>
                  <a:pt x="19912" y="13914"/>
                  <a:pt x="20199" y="13809"/>
                </a:cubicBezTo>
                <a:cubicBezTo>
                  <a:pt x="20375" y="13745"/>
                  <a:pt x="20412" y="13750"/>
                  <a:pt x="20498" y="13833"/>
                </a:cubicBezTo>
                <a:cubicBezTo>
                  <a:pt x="20640" y="13970"/>
                  <a:pt x="20678" y="13902"/>
                  <a:pt x="20697" y="13622"/>
                </a:cubicBezTo>
                <a:cubicBezTo>
                  <a:pt x="20718" y="13312"/>
                  <a:pt x="20695" y="13294"/>
                  <a:pt x="20232" y="13294"/>
                </a:cubicBezTo>
                <a:lnTo>
                  <a:pt x="19900" y="13294"/>
                </a:lnTo>
                <a:close/>
                <a:moveTo>
                  <a:pt x="19701" y="13950"/>
                </a:moveTo>
                <a:cubicBezTo>
                  <a:pt x="19653" y="13950"/>
                  <a:pt x="19603" y="13991"/>
                  <a:pt x="19535" y="14044"/>
                </a:cubicBezTo>
                <a:cubicBezTo>
                  <a:pt x="19478" y="14089"/>
                  <a:pt x="19379" y="14114"/>
                  <a:pt x="19336" y="14114"/>
                </a:cubicBezTo>
                <a:cubicBezTo>
                  <a:pt x="19278" y="14114"/>
                  <a:pt x="19293" y="14151"/>
                  <a:pt x="19336" y="14231"/>
                </a:cubicBezTo>
                <a:cubicBezTo>
                  <a:pt x="19368" y="14289"/>
                  <a:pt x="19370" y="14384"/>
                  <a:pt x="19370" y="14442"/>
                </a:cubicBezTo>
                <a:cubicBezTo>
                  <a:pt x="19370" y="14533"/>
                  <a:pt x="19390" y="14536"/>
                  <a:pt x="19469" y="14489"/>
                </a:cubicBezTo>
                <a:cubicBezTo>
                  <a:pt x="19593" y="14416"/>
                  <a:pt x="19801" y="14147"/>
                  <a:pt x="19801" y="14044"/>
                </a:cubicBezTo>
                <a:cubicBezTo>
                  <a:pt x="19801" y="13990"/>
                  <a:pt x="19750" y="13950"/>
                  <a:pt x="19701" y="13950"/>
                </a:cubicBezTo>
                <a:close/>
                <a:moveTo>
                  <a:pt x="20829" y="13950"/>
                </a:moveTo>
                <a:lnTo>
                  <a:pt x="20829" y="14255"/>
                </a:lnTo>
                <a:lnTo>
                  <a:pt x="20829" y="14536"/>
                </a:lnTo>
                <a:lnTo>
                  <a:pt x="20863" y="14536"/>
                </a:lnTo>
                <a:cubicBezTo>
                  <a:pt x="20863" y="14460"/>
                  <a:pt x="20878" y="14363"/>
                  <a:pt x="20929" y="14278"/>
                </a:cubicBezTo>
                <a:cubicBezTo>
                  <a:pt x="20986" y="14184"/>
                  <a:pt x="21040" y="14076"/>
                  <a:pt x="21062" y="13950"/>
                </a:cubicBezTo>
                <a:lnTo>
                  <a:pt x="20829" y="13950"/>
                </a:lnTo>
                <a:close/>
                <a:moveTo>
                  <a:pt x="19967" y="14583"/>
                </a:moveTo>
                <a:cubicBezTo>
                  <a:pt x="19933" y="14583"/>
                  <a:pt x="19914" y="14584"/>
                  <a:pt x="19934" y="14606"/>
                </a:cubicBezTo>
                <a:cubicBezTo>
                  <a:pt x="19953" y="14629"/>
                  <a:pt x="19986" y="14653"/>
                  <a:pt x="20000" y="14653"/>
                </a:cubicBezTo>
                <a:cubicBezTo>
                  <a:pt x="20014" y="14653"/>
                  <a:pt x="20033" y="14629"/>
                  <a:pt x="20033" y="14606"/>
                </a:cubicBezTo>
                <a:cubicBezTo>
                  <a:pt x="20033" y="14584"/>
                  <a:pt x="20001" y="14583"/>
                  <a:pt x="19967" y="14583"/>
                </a:cubicBezTo>
                <a:close/>
                <a:moveTo>
                  <a:pt x="20199" y="14606"/>
                </a:moveTo>
                <a:lnTo>
                  <a:pt x="20166" y="14794"/>
                </a:lnTo>
                <a:cubicBezTo>
                  <a:pt x="20147" y="14890"/>
                  <a:pt x="20120" y="15013"/>
                  <a:pt x="20100" y="15075"/>
                </a:cubicBezTo>
                <a:cubicBezTo>
                  <a:pt x="20068" y="15171"/>
                  <a:pt x="20096" y="15193"/>
                  <a:pt x="20199" y="15193"/>
                </a:cubicBezTo>
                <a:cubicBezTo>
                  <a:pt x="20280" y="15193"/>
                  <a:pt x="20286" y="15161"/>
                  <a:pt x="20265" y="15122"/>
                </a:cubicBezTo>
                <a:cubicBezTo>
                  <a:pt x="20215" y="15029"/>
                  <a:pt x="20406" y="14822"/>
                  <a:pt x="20564" y="14794"/>
                </a:cubicBezTo>
                <a:cubicBezTo>
                  <a:pt x="20654" y="14778"/>
                  <a:pt x="20730" y="14749"/>
                  <a:pt x="20730" y="14700"/>
                </a:cubicBezTo>
                <a:cubicBezTo>
                  <a:pt x="20730" y="14636"/>
                  <a:pt x="20675" y="14606"/>
                  <a:pt x="20464" y="14606"/>
                </a:cubicBezTo>
                <a:lnTo>
                  <a:pt x="20199" y="14606"/>
                </a:lnTo>
                <a:close/>
                <a:moveTo>
                  <a:pt x="20697" y="14935"/>
                </a:moveTo>
                <a:cubicBezTo>
                  <a:pt x="20595" y="14907"/>
                  <a:pt x="20450" y="15035"/>
                  <a:pt x="20498" y="15122"/>
                </a:cubicBezTo>
                <a:cubicBezTo>
                  <a:pt x="20546" y="15211"/>
                  <a:pt x="20621" y="15192"/>
                  <a:pt x="20697" y="15075"/>
                </a:cubicBezTo>
                <a:cubicBezTo>
                  <a:pt x="20781" y="14944"/>
                  <a:pt x="20801" y="14963"/>
                  <a:pt x="20697" y="14935"/>
                </a:cubicBezTo>
                <a:close/>
                <a:moveTo>
                  <a:pt x="20829" y="15404"/>
                </a:moveTo>
                <a:cubicBezTo>
                  <a:pt x="20825" y="15435"/>
                  <a:pt x="20829" y="15455"/>
                  <a:pt x="20829" y="15497"/>
                </a:cubicBezTo>
                <a:lnTo>
                  <a:pt x="20829" y="15732"/>
                </a:lnTo>
                <a:lnTo>
                  <a:pt x="20995" y="15661"/>
                </a:lnTo>
                <a:cubicBezTo>
                  <a:pt x="21040" y="15643"/>
                  <a:pt x="21067" y="15646"/>
                  <a:pt x="21095" y="15638"/>
                </a:cubicBezTo>
                <a:cubicBezTo>
                  <a:pt x="21071" y="15553"/>
                  <a:pt x="20941" y="15448"/>
                  <a:pt x="20829" y="15404"/>
                </a:cubicBezTo>
                <a:close/>
                <a:moveTo>
                  <a:pt x="18905" y="15450"/>
                </a:moveTo>
                <a:cubicBezTo>
                  <a:pt x="18920" y="15444"/>
                  <a:pt x="18955" y="15448"/>
                  <a:pt x="18971" y="15450"/>
                </a:cubicBezTo>
                <a:cubicBezTo>
                  <a:pt x="18988" y="15453"/>
                  <a:pt x="18995" y="15463"/>
                  <a:pt x="19005" y="15474"/>
                </a:cubicBezTo>
                <a:cubicBezTo>
                  <a:pt x="19023" y="15495"/>
                  <a:pt x="19002" y="15531"/>
                  <a:pt x="18971" y="15544"/>
                </a:cubicBezTo>
                <a:cubicBezTo>
                  <a:pt x="18941" y="15558"/>
                  <a:pt x="18891" y="15542"/>
                  <a:pt x="18872" y="15521"/>
                </a:cubicBezTo>
                <a:cubicBezTo>
                  <a:pt x="18853" y="15499"/>
                  <a:pt x="18875" y="15464"/>
                  <a:pt x="18905" y="15450"/>
                </a:cubicBezTo>
                <a:close/>
                <a:moveTo>
                  <a:pt x="19967" y="15474"/>
                </a:moveTo>
                <a:cubicBezTo>
                  <a:pt x="19787" y="15474"/>
                  <a:pt x="19776" y="15485"/>
                  <a:pt x="19834" y="15638"/>
                </a:cubicBezTo>
                <a:cubicBezTo>
                  <a:pt x="19872" y="15737"/>
                  <a:pt x="19854" y="15727"/>
                  <a:pt x="19900" y="15638"/>
                </a:cubicBezTo>
                <a:cubicBezTo>
                  <a:pt x="19957" y="15531"/>
                  <a:pt x="19979" y="15528"/>
                  <a:pt x="20166" y="15615"/>
                </a:cubicBezTo>
                <a:cubicBezTo>
                  <a:pt x="20246" y="15652"/>
                  <a:pt x="20342" y="15678"/>
                  <a:pt x="20365" y="15661"/>
                </a:cubicBezTo>
                <a:cubicBezTo>
                  <a:pt x="20436" y="15611"/>
                  <a:pt x="20145" y="15474"/>
                  <a:pt x="19967" y="15474"/>
                </a:cubicBezTo>
                <a:close/>
                <a:moveTo>
                  <a:pt x="21161" y="15779"/>
                </a:moveTo>
                <a:cubicBezTo>
                  <a:pt x="21091" y="15788"/>
                  <a:pt x="20986" y="15822"/>
                  <a:pt x="20962" y="15872"/>
                </a:cubicBezTo>
                <a:cubicBezTo>
                  <a:pt x="20928" y="15945"/>
                  <a:pt x="21182" y="15943"/>
                  <a:pt x="21228" y="15872"/>
                </a:cubicBezTo>
                <a:cubicBezTo>
                  <a:pt x="21224" y="15829"/>
                  <a:pt x="21219" y="15798"/>
                  <a:pt x="21194" y="15779"/>
                </a:cubicBezTo>
                <a:cubicBezTo>
                  <a:pt x="21189" y="15779"/>
                  <a:pt x="21167" y="15778"/>
                  <a:pt x="21161" y="15779"/>
                </a:cubicBezTo>
                <a:close/>
                <a:moveTo>
                  <a:pt x="19900" y="15919"/>
                </a:moveTo>
                <a:lnTo>
                  <a:pt x="19900" y="16154"/>
                </a:lnTo>
                <a:cubicBezTo>
                  <a:pt x="19900" y="16344"/>
                  <a:pt x="19928" y="16369"/>
                  <a:pt x="20033" y="16388"/>
                </a:cubicBezTo>
                <a:cubicBezTo>
                  <a:pt x="20101" y="16401"/>
                  <a:pt x="20121" y="16434"/>
                  <a:pt x="20100" y="16459"/>
                </a:cubicBezTo>
                <a:cubicBezTo>
                  <a:pt x="20045" y="16521"/>
                  <a:pt x="20575" y="16521"/>
                  <a:pt x="20664" y="16459"/>
                </a:cubicBezTo>
                <a:cubicBezTo>
                  <a:pt x="20702" y="16431"/>
                  <a:pt x="20730" y="16309"/>
                  <a:pt x="20730" y="16177"/>
                </a:cubicBezTo>
                <a:lnTo>
                  <a:pt x="20730" y="15919"/>
                </a:lnTo>
                <a:lnTo>
                  <a:pt x="20299" y="15919"/>
                </a:lnTo>
                <a:lnTo>
                  <a:pt x="19900" y="15919"/>
                </a:lnTo>
                <a:close/>
              </a:path>
            </a:pathLst>
          </a:custGeom>
          <a:noFill/>
          <a:ln>
            <a:noFill/>
          </a:ln>
          <a:effectLst>
            <a:outerShdw blurRad="254000" rotWithShape="0" dir="16200000" dist="127000">
              <a:srgbClr val="000000">
                <a:alpha val="70196"/>
              </a:srgbClr>
            </a:outerShdw>
          </a:effectLst>
        </p:spPr>
      </p:pic>
      <p:pic>
        <p:nvPicPr>
          <p:cNvPr descr="fiery-blaze-digital-illustration-intense-fire_191095-90428.avif" id="72" name="Google Shape;72;p4"/>
          <p:cNvPicPr preferRelativeResize="0"/>
          <p:nvPr/>
        </p:nvPicPr>
        <p:blipFill rotWithShape="1">
          <a:blip r:embed="rId3">
            <a:alphaModFix/>
          </a:blip>
          <a:srcRect b="13816" l="26365" r="23158" t="14729"/>
          <a:stretch/>
        </p:blipFill>
        <p:spPr>
          <a:xfrm>
            <a:off x="5508546" y="1467891"/>
            <a:ext cx="257782" cy="364916"/>
          </a:xfrm>
          <a:custGeom>
            <a:rect b="b" l="l" r="r" t="t"/>
            <a:pathLst>
              <a:path extrusionOk="0" h="21557" w="21550">
                <a:moveTo>
                  <a:pt x="15355" y="0"/>
                </a:moveTo>
                <a:cubicBezTo>
                  <a:pt x="15202" y="0"/>
                  <a:pt x="14990" y="165"/>
                  <a:pt x="14990" y="281"/>
                </a:cubicBezTo>
                <a:cubicBezTo>
                  <a:pt x="14990" y="346"/>
                  <a:pt x="14953" y="409"/>
                  <a:pt x="14924" y="422"/>
                </a:cubicBezTo>
                <a:cubicBezTo>
                  <a:pt x="14894" y="435"/>
                  <a:pt x="14879" y="517"/>
                  <a:pt x="14857" y="586"/>
                </a:cubicBezTo>
                <a:cubicBezTo>
                  <a:pt x="14792" y="796"/>
                  <a:pt x="14206" y="1654"/>
                  <a:pt x="13862" y="2063"/>
                </a:cubicBezTo>
                <a:cubicBezTo>
                  <a:pt x="13388" y="2627"/>
                  <a:pt x="12874" y="3008"/>
                  <a:pt x="12369" y="3189"/>
                </a:cubicBezTo>
                <a:cubicBezTo>
                  <a:pt x="12196" y="3250"/>
                  <a:pt x="12043" y="3343"/>
                  <a:pt x="12004" y="3376"/>
                </a:cubicBezTo>
                <a:cubicBezTo>
                  <a:pt x="11873" y="3488"/>
                  <a:pt x="11709" y="3428"/>
                  <a:pt x="11573" y="3235"/>
                </a:cubicBezTo>
                <a:cubicBezTo>
                  <a:pt x="11358" y="2932"/>
                  <a:pt x="11044" y="2940"/>
                  <a:pt x="10743" y="3259"/>
                </a:cubicBezTo>
                <a:cubicBezTo>
                  <a:pt x="10541" y="3474"/>
                  <a:pt x="10516" y="3510"/>
                  <a:pt x="10445" y="3634"/>
                </a:cubicBezTo>
                <a:cubicBezTo>
                  <a:pt x="10412" y="3690"/>
                  <a:pt x="10345" y="3823"/>
                  <a:pt x="10279" y="3939"/>
                </a:cubicBezTo>
                <a:cubicBezTo>
                  <a:pt x="10212" y="4055"/>
                  <a:pt x="10147" y="4179"/>
                  <a:pt x="10146" y="4220"/>
                </a:cubicBezTo>
                <a:cubicBezTo>
                  <a:pt x="10146" y="4261"/>
                  <a:pt x="10110" y="4327"/>
                  <a:pt x="10080" y="4361"/>
                </a:cubicBezTo>
                <a:cubicBezTo>
                  <a:pt x="10033" y="4413"/>
                  <a:pt x="10021" y="4407"/>
                  <a:pt x="9947" y="4337"/>
                </a:cubicBezTo>
                <a:cubicBezTo>
                  <a:pt x="9900" y="4293"/>
                  <a:pt x="9835" y="4175"/>
                  <a:pt x="9814" y="4079"/>
                </a:cubicBezTo>
                <a:cubicBezTo>
                  <a:pt x="9793" y="3984"/>
                  <a:pt x="9776" y="3904"/>
                  <a:pt x="9748" y="3892"/>
                </a:cubicBezTo>
                <a:cubicBezTo>
                  <a:pt x="9677" y="3861"/>
                  <a:pt x="9677" y="3360"/>
                  <a:pt x="9748" y="3329"/>
                </a:cubicBezTo>
                <a:cubicBezTo>
                  <a:pt x="9780" y="3315"/>
                  <a:pt x="9814" y="3251"/>
                  <a:pt x="9814" y="3189"/>
                </a:cubicBezTo>
                <a:cubicBezTo>
                  <a:pt x="9814" y="3047"/>
                  <a:pt x="10314" y="2276"/>
                  <a:pt x="10478" y="2180"/>
                </a:cubicBezTo>
                <a:cubicBezTo>
                  <a:pt x="10621" y="2097"/>
                  <a:pt x="10638" y="1903"/>
                  <a:pt x="10511" y="1829"/>
                </a:cubicBezTo>
                <a:cubicBezTo>
                  <a:pt x="10380" y="1752"/>
                  <a:pt x="10180" y="1823"/>
                  <a:pt x="9881" y="2016"/>
                </a:cubicBezTo>
                <a:cubicBezTo>
                  <a:pt x="9733" y="2112"/>
                  <a:pt x="9481" y="2248"/>
                  <a:pt x="9317" y="2321"/>
                </a:cubicBezTo>
                <a:cubicBezTo>
                  <a:pt x="9152" y="2394"/>
                  <a:pt x="8907" y="2544"/>
                  <a:pt x="8786" y="2649"/>
                </a:cubicBezTo>
                <a:cubicBezTo>
                  <a:pt x="8665" y="2755"/>
                  <a:pt x="8502" y="2875"/>
                  <a:pt x="8421" y="2931"/>
                </a:cubicBezTo>
                <a:cubicBezTo>
                  <a:pt x="8159" y="3112"/>
                  <a:pt x="7781" y="3494"/>
                  <a:pt x="7724" y="3634"/>
                </a:cubicBezTo>
                <a:cubicBezTo>
                  <a:pt x="7608" y="3921"/>
                  <a:pt x="7668" y="4126"/>
                  <a:pt x="7890" y="4126"/>
                </a:cubicBezTo>
                <a:cubicBezTo>
                  <a:pt x="7972" y="4126"/>
                  <a:pt x="7999" y="4157"/>
                  <a:pt x="7956" y="4361"/>
                </a:cubicBezTo>
                <a:cubicBezTo>
                  <a:pt x="7900" y="4628"/>
                  <a:pt x="7944" y="5335"/>
                  <a:pt x="8023" y="5369"/>
                </a:cubicBezTo>
                <a:cubicBezTo>
                  <a:pt x="8051" y="5382"/>
                  <a:pt x="8056" y="5425"/>
                  <a:pt x="8056" y="5463"/>
                </a:cubicBezTo>
                <a:cubicBezTo>
                  <a:pt x="8056" y="5501"/>
                  <a:pt x="8177" y="5638"/>
                  <a:pt x="8288" y="5791"/>
                </a:cubicBezTo>
                <a:cubicBezTo>
                  <a:pt x="8399" y="5944"/>
                  <a:pt x="8487" y="6098"/>
                  <a:pt x="8487" y="6119"/>
                </a:cubicBezTo>
                <a:cubicBezTo>
                  <a:pt x="8487" y="6196"/>
                  <a:pt x="8247" y="6164"/>
                  <a:pt x="8023" y="6049"/>
                </a:cubicBezTo>
                <a:cubicBezTo>
                  <a:pt x="7826" y="5948"/>
                  <a:pt x="7751" y="5914"/>
                  <a:pt x="7525" y="5932"/>
                </a:cubicBezTo>
                <a:cubicBezTo>
                  <a:pt x="7312" y="5949"/>
                  <a:pt x="7232" y="5957"/>
                  <a:pt x="7094" y="5885"/>
                </a:cubicBezTo>
                <a:cubicBezTo>
                  <a:pt x="6740" y="5700"/>
                  <a:pt x="6459" y="5860"/>
                  <a:pt x="6397" y="6307"/>
                </a:cubicBezTo>
                <a:cubicBezTo>
                  <a:pt x="6326" y="6818"/>
                  <a:pt x="6151" y="7241"/>
                  <a:pt x="5766" y="7878"/>
                </a:cubicBezTo>
                <a:cubicBezTo>
                  <a:pt x="5739" y="7922"/>
                  <a:pt x="5688" y="8071"/>
                  <a:pt x="5667" y="8182"/>
                </a:cubicBezTo>
                <a:cubicBezTo>
                  <a:pt x="5635" y="8350"/>
                  <a:pt x="5376" y="8779"/>
                  <a:pt x="5103" y="9097"/>
                </a:cubicBezTo>
                <a:cubicBezTo>
                  <a:pt x="4888" y="9347"/>
                  <a:pt x="4629" y="9629"/>
                  <a:pt x="4473" y="9777"/>
                </a:cubicBezTo>
                <a:cubicBezTo>
                  <a:pt x="4318" y="9923"/>
                  <a:pt x="4266" y="9944"/>
                  <a:pt x="4207" y="9894"/>
                </a:cubicBezTo>
                <a:cubicBezTo>
                  <a:pt x="4163" y="9856"/>
                  <a:pt x="4150" y="9782"/>
                  <a:pt x="4174" y="9683"/>
                </a:cubicBezTo>
                <a:cubicBezTo>
                  <a:pt x="4226" y="9463"/>
                  <a:pt x="4077" y="9362"/>
                  <a:pt x="3643" y="9355"/>
                </a:cubicBezTo>
                <a:cubicBezTo>
                  <a:pt x="3321" y="9349"/>
                  <a:pt x="3325" y="9369"/>
                  <a:pt x="3079" y="9566"/>
                </a:cubicBezTo>
                <a:cubicBezTo>
                  <a:pt x="2942" y="9676"/>
                  <a:pt x="2718" y="9904"/>
                  <a:pt x="2581" y="10081"/>
                </a:cubicBezTo>
                <a:cubicBezTo>
                  <a:pt x="2444" y="10259"/>
                  <a:pt x="2287" y="10455"/>
                  <a:pt x="2216" y="10527"/>
                </a:cubicBezTo>
                <a:cubicBezTo>
                  <a:pt x="2101" y="10644"/>
                  <a:pt x="1995" y="10769"/>
                  <a:pt x="1818" y="11043"/>
                </a:cubicBezTo>
                <a:cubicBezTo>
                  <a:pt x="1767" y="11122"/>
                  <a:pt x="1743" y="11135"/>
                  <a:pt x="1520" y="11113"/>
                </a:cubicBezTo>
                <a:cubicBezTo>
                  <a:pt x="1295" y="11091"/>
                  <a:pt x="1239" y="11081"/>
                  <a:pt x="1088" y="11183"/>
                </a:cubicBezTo>
                <a:cubicBezTo>
                  <a:pt x="777" y="11394"/>
                  <a:pt x="943" y="11652"/>
                  <a:pt x="1387" y="11652"/>
                </a:cubicBezTo>
                <a:cubicBezTo>
                  <a:pt x="1675" y="11652"/>
                  <a:pt x="1719" y="11733"/>
                  <a:pt x="1719" y="12145"/>
                </a:cubicBezTo>
                <a:cubicBezTo>
                  <a:pt x="1719" y="12442"/>
                  <a:pt x="1708" y="12491"/>
                  <a:pt x="1155" y="13176"/>
                </a:cubicBezTo>
                <a:cubicBezTo>
                  <a:pt x="1008" y="13358"/>
                  <a:pt x="1013" y="13360"/>
                  <a:pt x="1022" y="14161"/>
                </a:cubicBezTo>
                <a:cubicBezTo>
                  <a:pt x="1028" y="14676"/>
                  <a:pt x="1049" y="14977"/>
                  <a:pt x="1088" y="15005"/>
                </a:cubicBezTo>
                <a:cubicBezTo>
                  <a:pt x="1122" y="15029"/>
                  <a:pt x="1155" y="15158"/>
                  <a:pt x="1155" y="15286"/>
                </a:cubicBezTo>
                <a:cubicBezTo>
                  <a:pt x="1155" y="15507"/>
                  <a:pt x="1148" y="15526"/>
                  <a:pt x="889" y="15732"/>
                </a:cubicBezTo>
                <a:cubicBezTo>
                  <a:pt x="614" y="15950"/>
                  <a:pt x="392" y="16190"/>
                  <a:pt x="392" y="16271"/>
                </a:cubicBezTo>
                <a:cubicBezTo>
                  <a:pt x="392" y="16295"/>
                  <a:pt x="341" y="16402"/>
                  <a:pt x="259" y="16529"/>
                </a:cubicBezTo>
                <a:cubicBezTo>
                  <a:pt x="136" y="16719"/>
                  <a:pt x="108" y="16777"/>
                  <a:pt x="159" y="16857"/>
                </a:cubicBezTo>
                <a:cubicBezTo>
                  <a:pt x="194" y="16911"/>
                  <a:pt x="226" y="16998"/>
                  <a:pt x="226" y="17045"/>
                </a:cubicBezTo>
                <a:cubicBezTo>
                  <a:pt x="226" y="17135"/>
                  <a:pt x="317" y="17266"/>
                  <a:pt x="723" y="17701"/>
                </a:cubicBezTo>
                <a:cubicBezTo>
                  <a:pt x="916" y="17907"/>
                  <a:pt x="970" y="18001"/>
                  <a:pt x="956" y="18100"/>
                </a:cubicBezTo>
                <a:lnTo>
                  <a:pt x="956" y="18240"/>
                </a:lnTo>
                <a:lnTo>
                  <a:pt x="723" y="18100"/>
                </a:lnTo>
                <a:cubicBezTo>
                  <a:pt x="365" y="17898"/>
                  <a:pt x="186" y="17951"/>
                  <a:pt x="126" y="18264"/>
                </a:cubicBezTo>
                <a:cubicBezTo>
                  <a:pt x="109" y="18355"/>
                  <a:pt x="87" y="18439"/>
                  <a:pt x="60" y="18451"/>
                </a:cubicBezTo>
                <a:cubicBezTo>
                  <a:pt x="-31" y="18491"/>
                  <a:pt x="-19" y="18708"/>
                  <a:pt x="93" y="18780"/>
                </a:cubicBezTo>
                <a:cubicBezTo>
                  <a:pt x="177" y="18833"/>
                  <a:pt x="291" y="18836"/>
                  <a:pt x="557" y="18827"/>
                </a:cubicBezTo>
                <a:cubicBezTo>
                  <a:pt x="869" y="18816"/>
                  <a:pt x="911" y="18824"/>
                  <a:pt x="1055" y="18920"/>
                </a:cubicBezTo>
                <a:cubicBezTo>
                  <a:pt x="1144" y="18980"/>
                  <a:pt x="1325" y="19045"/>
                  <a:pt x="1420" y="19061"/>
                </a:cubicBezTo>
                <a:cubicBezTo>
                  <a:pt x="1690" y="19108"/>
                  <a:pt x="2015" y="19267"/>
                  <a:pt x="2084" y="19389"/>
                </a:cubicBezTo>
                <a:cubicBezTo>
                  <a:pt x="2185" y="19568"/>
                  <a:pt x="2212" y="19652"/>
                  <a:pt x="2316" y="19858"/>
                </a:cubicBezTo>
                <a:cubicBezTo>
                  <a:pt x="2414" y="20053"/>
                  <a:pt x="2720" y="20392"/>
                  <a:pt x="3013" y="20608"/>
                </a:cubicBezTo>
                <a:cubicBezTo>
                  <a:pt x="3253" y="20787"/>
                  <a:pt x="3567" y="20888"/>
                  <a:pt x="4008" y="20984"/>
                </a:cubicBezTo>
                <a:cubicBezTo>
                  <a:pt x="4230" y="21032"/>
                  <a:pt x="4475" y="21103"/>
                  <a:pt x="4572" y="21124"/>
                </a:cubicBezTo>
                <a:cubicBezTo>
                  <a:pt x="4807" y="21175"/>
                  <a:pt x="5826" y="21176"/>
                  <a:pt x="5899" y="21124"/>
                </a:cubicBezTo>
                <a:cubicBezTo>
                  <a:pt x="5937" y="21098"/>
                  <a:pt x="6041" y="21091"/>
                  <a:pt x="6165" y="21124"/>
                </a:cubicBezTo>
                <a:cubicBezTo>
                  <a:pt x="6311" y="21163"/>
                  <a:pt x="6374" y="21164"/>
                  <a:pt x="6463" y="21124"/>
                </a:cubicBezTo>
                <a:cubicBezTo>
                  <a:pt x="6621" y="21055"/>
                  <a:pt x="6822" y="21068"/>
                  <a:pt x="6994" y="21148"/>
                </a:cubicBezTo>
                <a:cubicBezTo>
                  <a:pt x="7117" y="21205"/>
                  <a:pt x="7247" y="21215"/>
                  <a:pt x="7824" y="21195"/>
                </a:cubicBezTo>
                <a:lnTo>
                  <a:pt x="8520" y="21171"/>
                </a:lnTo>
                <a:lnTo>
                  <a:pt x="8786" y="21335"/>
                </a:lnTo>
                <a:cubicBezTo>
                  <a:pt x="9055" y="21507"/>
                  <a:pt x="9124" y="21504"/>
                  <a:pt x="9416" y="21429"/>
                </a:cubicBezTo>
                <a:cubicBezTo>
                  <a:pt x="9574" y="21389"/>
                  <a:pt x="9643" y="21404"/>
                  <a:pt x="9881" y="21476"/>
                </a:cubicBezTo>
                <a:cubicBezTo>
                  <a:pt x="10289" y="21600"/>
                  <a:pt x="10491" y="21580"/>
                  <a:pt x="10710" y="21429"/>
                </a:cubicBezTo>
                <a:cubicBezTo>
                  <a:pt x="10861" y="21325"/>
                  <a:pt x="10912" y="21312"/>
                  <a:pt x="11042" y="21335"/>
                </a:cubicBezTo>
                <a:cubicBezTo>
                  <a:pt x="11129" y="21351"/>
                  <a:pt x="11564" y="21383"/>
                  <a:pt x="11971" y="21406"/>
                </a:cubicBezTo>
                <a:cubicBezTo>
                  <a:pt x="12673" y="21444"/>
                  <a:pt x="12716" y="21444"/>
                  <a:pt x="12999" y="21359"/>
                </a:cubicBezTo>
                <a:cubicBezTo>
                  <a:pt x="13164" y="21309"/>
                  <a:pt x="13351" y="21224"/>
                  <a:pt x="13431" y="21171"/>
                </a:cubicBezTo>
                <a:cubicBezTo>
                  <a:pt x="13548" y="21093"/>
                  <a:pt x="13680" y="21087"/>
                  <a:pt x="14127" y="21054"/>
                </a:cubicBezTo>
                <a:cubicBezTo>
                  <a:pt x="14429" y="21032"/>
                  <a:pt x="14886" y="20961"/>
                  <a:pt x="15156" y="20913"/>
                </a:cubicBezTo>
                <a:cubicBezTo>
                  <a:pt x="15426" y="20865"/>
                  <a:pt x="15776" y="20814"/>
                  <a:pt x="15919" y="20796"/>
                </a:cubicBezTo>
                <a:cubicBezTo>
                  <a:pt x="16236" y="20757"/>
                  <a:pt x="16824" y="20546"/>
                  <a:pt x="16981" y="20421"/>
                </a:cubicBezTo>
                <a:cubicBezTo>
                  <a:pt x="17136" y="20297"/>
                  <a:pt x="17628" y="20055"/>
                  <a:pt x="17910" y="19952"/>
                </a:cubicBezTo>
                <a:cubicBezTo>
                  <a:pt x="18208" y="19843"/>
                  <a:pt x="19391" y="18990"/>
                  <a:pt x="19535" y="18780"/>
                </a:cubicBezTo>
                <a:cubicBezTo>
                  <a:pt x="19597" y="18690"/>
                  <a:pt x="19649" y="18603"/>
                  <a:pt x="19668" y="18592"/>
                </a:cubicBezTo>
                <a:cubicBezTo>
                  <a:pt x="19756" y="18542"/>
                  <a:pt x="19967" y="18219"/>
                  <a:pt x="19967" y="18123"/>
                </a:cubicBezTo>
                <a:cubicBezTo>
                  <a:pt x="19967" y="18065"/>
                  <a:pt x="19918" y="17958"/>
                  <a:pt x="19867" y="17889"/>
                </a:cubicBezTo>
                <a:cubicBezTo>
                  <a:pt x="19779" y="17769"/>
                  <a:pt x="19766" y="17766"/>
                  <a:pt x="19867" y="17795"/>
                </a:cubicBezTo>
                <a:cubicBezTo>
                  <a:pt x="20353" y="17936"/>
                  <a:pt x="20666" y="17775"/>
                  <a:pt x="20464" y="17490"/>
                </a:cubicBezTo>
                <a:lnTo>
                  <a:pt x="20365" y="17373"/>
                </a:lnTo>
                <a:lnTo>
                  <a:pt x="20630" y="17326"/>
                </a:lnTo>
                <a:cubicBezTo>
                  <a:pt x="20822" y="17290"/>
                  <a:pt x="20905" y="17246"/>
                  <a:pt x="20995" y="17139"/>
                </a:cubicBezTo>
                <a:cubicBezTo>
                  <a:pt x="21061" y="17060"/>
                  <a:pt x="21178" y="16979"/>
                  <a:pt x="21261" y="16951"/>
                </a:cubicBezTo>
                <a:cubicBezTo>
                  <a:pt x="21344" y="16923"/>
                  <a:pt x="21447" y="16845"/>
                  <a:pt x="21493" y="16787"/>
                </a:cubicBezTo>
                <a:cubicBezTo>
                  <a:pt x="21551" y="16714"/>
                  <a:pt x="21569" y="16667"/>
                  <a:pt x="21526" y="16576"/>
                </a:cubicBezTo>
                <a:lnTo>
                  <a:pt x="21393" y="16576"/>
                </a:lnTo>
                <a:cubicBezTo>
                  <a:pt x="20957" y="16592"/>
                  <a:pt x="20848" y="16667"/>
                  <a:pt x="20829" y="16951"/>
                </a:cubicBezTo>
                <a:cubicBezTo>
                  <a:pt x="20822" y="17066"/>
                  <a:pt x="20797" y="17189"/>
                  <a:pt x="20763" y="17209"/>
                </a:cubicBezTo>
                <a:cubicBezTo>
                  <a:pt x="20681" y="17256"/>
                  <a:pt x="20045" y="17270"/>
                  <a:pt x="19900" y="17232"/>
                </a:cubicBezTo>
                <a:cubicBezTo>
                  <a:pt x="19818" y="17211"/>
                  <a:pt x="19801" y="17174"/>
                  <a:pt x="19801" y="17068"/>
                </a:cubicBezTo>
                <a:cubicBezTo>
                  <a:pt x="19801" y="16974"/>
                  <a:pt x="19749" y="16921"/>
                  <a:pt x="19701" y="16928"/>
                </a:cubicBezTo>
                <a:cubicBezTo>
                  <a:pt x="19650" y="16935"/>
                  <a:pt x="19640" y="16860"/>
                  <a:pt x="19635" y="16670"/>
                </a:cubicBezTo>
                <a:cubicBezTo>
                  <a:pt x="19616" y="15912"/>
                  <a:pt x="19319" y="14566"/>
                  <a:pt x="19137" y="14419"/>
                </a:cubicBezTo>
                <a:cubicBezTo>
                  <a:pt x="19111" y="14397"/>
                  <a:pt x="19104" y="14335"/>
                  <a:pt x="19104" y="14255"/>
                </a:cubicBezTo>
                <a:cubicBezTo>
                  <a:pt x="19104" y="14137"/>
                  <a:pt x="19130" y="14076"/>
                  <a:pt x="19303" y="13973"/>
                </a:cubicBezTo>
                <a:lnTo>
                  <a:pt x="19502" y="13833"/>
                </a:lnTo>
                <a:lnTo>
                  <a:pt x="19237" y="13786"/>
                </a:lnTo>
                <a:cubicBezTo>
                  <a:pt x="19083" y="13754"/>
                  <a:pt x="18954" y="13703"/>
                  <a:pt x="18938" y="13669"/>
                </a:cubicBezTo>
                <a:cubicBezTo>
                  <a:pt x="18855" y="13486"/>
                  <a:pt x="18706" y="13331"/>
                  <a:pt x="18607" y="13294"/>
                </a:cubicBezTo>
                <a:cubicBezTo>
                  <a:pt x="18412" y="13220"/>
                  <a:pt x="18360" y="13101"/>
                  <a:pt x="18474" y="13012"/>
                </a:cubicBezTo>
                <a:cubicBezTo>
                  <a:pt x="18619" y="12899"/>
                  <a:pt x="18550" y="12801"/>
                  <a:pt x="18308" y="12801"/>
                </a:cubicBezTo>
                <a:cubicBezTo>
                  <a:pt x="18128" y="12801"/>
                  <a:pt x="18081" y="12782"/>
                  <a:pt x="17976" y="12637"/>
                </a:cubicBezTo>
                <a:cubicBezTo>
                  <a:pt x="17911" y="12547"/>
                  <a:pt x="17844" y="12467"/>
                  <a:pt x="17810" y="12473"/>
                </a:cubicBezTo>
                <a:cubicBezTo>
                  <a:pt x="17777" y="12478"/>
                  <a:pt x="17704" y="12394"/>
                  <a:pt x="17644" y="12285"/>
                </a:cubicBezTo>
                <a:cubicBezTo>
                  <a:pt x="17501" y="12024"/>
                  <a:pt x="17089" y="11710"/>
                  <a:pt x="16549" y="11418"/>
                </a:cubicBezTo>
                <a:cubicBezTo>
                  <a:pt x="16121" y="11186"/>
                  <a:pt x="16045" y="11094"/>
                  <a:pt x="16184" y="10996"/>
                </a:cubicBezTo>
                <a:cubicBezTo>
                  <a:pt x="16237" y="10959"/>
                  <a:pt x="16208" y="10909"/>
                  <a:pt x="16085" y="10738"/>
                </a:cubicBezTo>
                <a:cubicBezTo>
                  <a:pt x="15872" y="10440"/>
                  <a:pt x="15896" y="10255"/>
                  <a:pt x="16151" y="10175"/>
                </a:cubicBezTo>
                <a:cubicBezTo>
                  <a:pt x="16253" y="10144"/>
                  <a:pt x="16368" y="10077"/>
                  <a:pt x="16384" y="10035"/>
                </a:cubicBezTo>
                <a:cubicBezTo>
                  <a:pt x="16408" y="9969"/>
                  <a:pt x="16407" y="9973"/>
                  <a:pt x="16549" y="10011"/>
                </a:cubicBezTo>
                <a:cubicBezTo>
                  <a:pt x="16640" y="10036"/>
                  <a:pt x="16780" y="10083"/>
                  <a:pt x="16848" y="10128"/>
                </a:cubicBezTo>
                <a:cubicBezTo>
                  <a:pt x="16959" y="10202"/>
                  <a:pt x="16981" y="10212"/>
                  <a:pt x="17014" y="10152"/>
                </a:cubicBezTo>
                <a:cubicBezTo>
                  <a:pt x="17081" y="10028"/>
                  <a:pt x="17060" y="9919"/>
                  <a:pt x="16948" y="9894"/>
                </a:cubicBezTo>
                <a:cubicBezTo>
                  <a:pt x="16725" y="9844"/>
                  <a:pt x="16676" y="9782"/>
                  <a:pt x="16815" y="9613"/>
                </a:cubicBezTo>
                <a:cubicBezTo>
                  <a:pt x="17290" y="9031"/>
                  <a:pt x="17381" y="8801"/>
                  <a:pt x="17512" y="7737"/>
                </a:cubicBezTo>
                <a:cubicBezTo>
                  <a:pt x="17591" y="7087"/>
                  <a:pt x="17596" y="6904"/>
                  <a:pt x="17512" y="6705"/>
                </a:cubicBezTo>
                <a:cubicBezTo>
                  <a:pt x="17416" y="6480"/>
                  <a:pt x="17279" y="6492"/>
                  <a:pt x="17279" y="6729"/>
                </a:cubicBezTo>
                <a:cubicBezTo>
                  <a:pt x="17279" y="7293"/>
                  <a:pt x="17004" y="7553"/>
                  <a:pt x="16019" y="7925"/>
                </a:cubicBezTo>
                <a:cubicBezTo>
                  <a:pt x="15794" y="8009"/>
                  <a:pt x="15572" y="8103"/>
                  <a:pt x="15521" y="8136"/>
                </a:cubicBezTo>
                <a:cubicBezTo>
                  <a:pt x="15470" y="8168"/>
                  <a:pt x="15417" y="8182"/>
                  <a:pt x="15388" y="8182"/>
                </a:cubicBezTo>
                <a:cubicBezTo>
                  <a:pt x="15360" y="8182"/>
                  <a:pt x="15221" y="8255"/>
                  <a:pt x="15090" y="8347"/>
                </a:cubicBezTo>
                <a:lnTo>
                  <a:pt x="14857" y="8534"/>
                </a:lnTo>
                <a:lnTo>
                  <a:pt x="14691" y="8440"/>
                </a:lnTo>
                <a:cubicBezTo>
                  <a:pt x="14539" y="8356"/>
                  <a:pt x="14525" y="8318"/>
                  <a:pt x="14559" y="8112"/>
                </a:cubicBezTo>
                <a:cubicBezTo>
                  <a:pt x="14586" y="7947"/>
                  <a:pt x="14581" y="7917"/>
                  <a:pt x="14526" y="7925"/>
                </a:cubicBezTo>
                <a:cubicBezTo>
                  <a:pt x="14471" y="7932"/>
                  <a:pt x="14451" y="7857"/>
                  <a:pt x="14459" y="7643"/>
                </a:cubicBezTo>
                <a:cubicBezTo>
                  <a:pt x="14471" y="7329"/>
                  <a:pt x="14650" y="6901"/>
                  <a:pt x="14758" y="6916"/>
                </a:cubicBezTo>
                <a:cubicBezTo>
                  <a:pt x="14795" y="6922"/>
                  <a:pt x="14853" y="6856"/>
                  <a:pt x="14891" y="6776"/>
                </a:cubicBezTo>
                <a:cubicBezTo>
                  <a:pt x="14928" y="6695"/>
                  <a:pt x="15012" y="6600"/>
                  <a:pt x="15056" y="6588"/>
                </a:cubicBezTo>
                <a:cubicBezTo>
                  <a:pt x="15145" y="6564"/>
                  <a:pt x="15198" y="6390"/>
                  <a:pt x="15255" y="6072"/>
                </a:cubicBezTo>
                <a:cubicBezTo>
                  <a:pt x="15276" y="5959"/>
                  <a:pt x="15321" y="5764"/>
                  <a:pt x="15355" y="5650"/>
                </a:cubicBezTo>
                <a:cubicBezTo>
                  <a:pt x="15420" y="5433"/>
                  <a:pt x="15396" y="5061"/>
                  <a:pt x="15255" y="4713"/>
                </a:cubicBezTo>
                <a:cubicBezTo>
                  <a:pt x="15187" y="4541"/>
                  <a:pt x="15186" y="4519"/>
                  <a:pt x="15388" y="4361"/>
                </a:cubicBezTo>
                <a:cubicBezTo>
                  <a:pt x="15502" y="4272"/>
                  <a:pt x="15618" y="4174"/>
                  <a:pt x="15654" y="4126"/>
                </a:cubicBezTo>
                <a:cubicBezTo>
                  <a:pt x="15709" y="4053"/>
                  <a:pt x="15687" y="4033"/>
                  <a:pt x="15587" y="4033"/>
                </a:cubicBezTo>
                <a:cubicBezTo>
                  <a:pt x="15524" y="4033"/>
                  <a:pt x="15449" y="3997"/>
                  <a:pt x="15421" y="3962"/>
                </a:cubicBezTo>
                <a:cubicBezTo>
                  <a:pt x="15379" y="3908"/>
                  <a:pt x="15357" y="3914"/>
                  <a:pt x="15222" y="4009"/>
                </a:cubicBezTo>
                <a:lnTo>
                  <a:pt x="15056" y="4126"/>
                </a:lnTo>
                <a:lnTo>
                  <a:pt x="14957" y="4056"/>
                </a:lnTo>
                <a:cubicBezTo>
                  <a:pt x="14877" y="3999"/>
                  <a:pt x="14786" y="3861"/>
                  <a:pt x="14725" y="3611"/>
                </a:cubicBezTo>
                <a:cubicBezTo>
                  <a:pt x="14569" y="2980"/>
                  <a:pt x="14717" y="1493"/>
                  <a:pt x="14924" y="1571"/>
                </a:cubicBezTo>
                <a:cubicBezTo>
                  <a:pt x="14954" y="1582"/>
                  <a:pt x="14966" y="1700"/>
                  <a:pt x="14957" y="1829"/>
                </a:cubicBezTo>
                <a:cubicBezTo>
                  <a:pt x="14944" y="2008"/>
                  <a:pt x="14951" y="2047"/>
                  <a:pt x="15023" y="2063"/>
                </a:cubicBezTo>
                <a:cubicBezTo>
                  <a:pt x="15039" y="2015"/>
                  <a:pt x="15079" y="1943"/>
                  <a:pt x="15090" y="1876"/>
                </a:cubicBezTo>
                <a:cubicBezTo>
                  <a:pt x="15111" y="1741"/>
                  <a:pt x="15129" y="1629"/>
                  <a:pt x="15156" y="1618"/>
                </a:cubicBezTo>
                <a:cubicBezTo>
                  <a:pt x="15183" y="1606"/>
                  <a:pt x="15234" y="1514"/>
                  <a:pt x="15255" y="1430"/>
                </a:cubicBezTo>
                <a:cubicBezTo>
                  <a:pt x="15277" y="1346"/>
                  <a:pt x="15314" y="1203"/>
                  <a:pt x="15355" y="1102"/>
                </a:cubicBezTo>
                <a:cubicBezTo>
                  <a:pt x="15502" y="742"/>
                  <a:pt x="15620" y="368"/>
                  <a:pt x="15620" y="258"/>
                </a:cubicBezTo>
                <a:cubicBezTo>
                  <a:pt x="15620" y="139"/>
                  <a:pt x="15473" y="0"/>
                  <a:pt x="15355" y="0"/>
                </a:cubicBezTo>
                <a:close/>
                <a:moveTo>
                  <a:pt x="14924" y="2790"/>
                </a:moveTo>
                <a:lnTo>
                  <a:pt x="14824" y="2813"/>
                </a:lnTo>
                <a:lnTo>
                  <a:pt x="14857" y="3095"/>
                </a:lnTo>
                <a:cubicBezTo>
                  <a:pt x="14890" y="3338"/>
                  <a:pt x="14912" y="3384"/>
                  <a:pt x="14990" y="3376"/>
                </a:cubicBezTo>
                <a:cubicBezTo>
                  <a:pt x="14960" y="3322"/>
                  <a:pt x="14926" y="3065"/>
                  <a:pt x="14924" y="2790"/>
                </a:cubicBezTo>
                <a:close/>
                <a:moveTo>
                  <a:pt x="15654" y="3470"/>
                </a:moveTo>
                <a:cubicBezTo>
                  <a:pt x="15516" y="3513"/>
                  <a:pt x="15361" y="3556"/>
                  <a:pt x="15255" y="3634"/>
                </a:cubicBezTo>
                <a:cubicBezTo>
                  <a:pt x="15259" y="3640"/>
                  <a:pt x="15252" y="3657"/>
                  <a:pt x="15255" y="3657"/>
                </a:cubicBezTo>
                <a:cubicBezTo>
                  <a:pt x="15270" y="3657"/>
                  <a:pt x="15403" y="3620"/>
                  <a:pt x="15521" y="3564"/>
                </a:cubicBezTo>
                <a:lnTo>
                  <a:pt x="15720" y="3470"/>
                </a:lnTo>
                <a:lnTo>
                  <a:pt x="15654" y="3470"/>
                </a:lnTo>
                <a:close/>
                <a:moveTo>
                  <a:pt x="15620" y="5252"/>
                </a:moveTo>
                <a:cubicBezTo>
                  <a:pt x="15601" y="5258"/>
                  <a:pt x="15587" y="5280"/>
                  <a:pt x="15587" y="5299"/>
                </a:cubicBezTo>
                <a:cubicBezTo>
                  <a:pt x="15587" y="5328"/>
                  <a:pt x="15654" y="5339"/>
                  <a:pt x="15720" y="5346"/>
                </a:cubicBezTo>
                <a:cubicBezTo>
                  <a:pt x="15715" y="5314"/>
                  <a:pt x="15692" y="5282"/>
                  <a:pt x="15687" y="5252"/>
                </a:cubicBezTo>
                <a:cubicBezTo>
                  <a:pt x="15659" y="5248"/>
                  <a:pt x="15636" y="5247"/>
                  <a:pt x="15620" y="5252"/>
                </a:cubicBezTo>
                <a:close/>
                <a:moveTo>
                  <a:pt x="17313" y="6072"/>
                </a:moveTo>
                <a:cubicBezTo>
                  <a:pt x="17235" y="6071"/>
                  <a:pt x="17182" y="6088"/>
                  <a:pt x="17113" y="6096"/>
                </a:cubicBezTo>
                <a:cubicBezTo>
                  <a:pt x="17190" y="6195"/>
                  <a:pt x="17283" y="6191"/>
                  <a:pt x="17445" y="6119"/>
                </a:cubicBezTo>
                <a:cubicBezTo>
                  <a:pt x="17491" y="6099"/>
                  <a:pt x="17545" y="6093"/>
                  <a:pt x="17578" y="6096"/>
                </a:cubicBezTo>
                <a:cubicBezTo>
                  <a:pt x="17509" y="6082"/>
                  <a:pt x="17403" y="6074"/>
                  <a:pt x="17313" y="6072"/>
                </a:cubicBezTo>
                <a:close/>
                <a:moveTo>
                  <a:pt x="17578" y="6096"/>
                </a:moveTo>
                <a:cubicBezTo>
                  <a:pt x="17610" y="6101"/>
                  <a:pt x="17633" y="6114"/>
                  <a:pt x="17678" y="6143"/>
                </a:cubicBezTo>
                <a:cubicBezTo>
                  <a:pt x="17673" y="6136"/>
                  <a:pt x="17682" y="6122"/>
                  <a:pt x="17678" y="6119"/>
                </a:cubicBezTo>
                <a:cubicBezTo>
                  <a:pt x="17656" y="6108"/>
                  <a:pt x="17615" y="6103"/>
                  <a:pt x="17578" y="6096"/>
                </a:cubicBezTo>
                <a:close/>
                <a:moveTo>
                  <a:pt x="15786" y="6213"/>
                </a:moveTo>
                <a:cubicBezTo>
                  <a:pt x="15799" y="6288"/>
                  <a:pt x="15816" y="6426"/>
                  <a:pt x="15820" y="6494"/>
                </a:cubicBezTo>
                <a:cubicBezTo>
                  <a:pt x="15821" y="6520"/>
                  <a:pt x="15846" y="6523"/>
                  <a:pt x="15853" y="6541"/>
                </a:cubicBezTo>
                <a:cubicBezTo>
                  <a:pt x="15841" y="6447"/>
                  <a:pt x="15799" y="6366"/>
                  <a:pt x="15786" y="6213"/>
                </a:cubicBezTo>
                <a:close/>
                <a:moveTo>
                  <a:pt x="17545" y="6260"/>
                </a:moveTo>
                <a:cubicBezTo>
                  <a:pt x="17531" y="6255"/>
                  <a:pt x="17511" y="6266"/>
                  <a:pt x="17445" y="6283"/>
                </a:cubicBezTo>
                <a:cubicBezTo>
                  <a:pt x="17395" y="6297"/>
                  <a:pt x="17346" y="6333"/>
                  <a:pt x="17346" y="6354"/>
                </a:cubicBezTo>
                <a:cubicBezTo>
                  <a:pt x="17346" y="6415"/>
                  <a:pt x="17509" y="6396"/>
                  <a:pt x="17545" y="6330"/>
                </a:cubicBezTo>
                <a:cubicBezTo>
                  <a:pt x="17564" y="6296"/>
                  <a:pt x="17559" y="6265"/>
                  <a:pt x="17545" y="6260"/>
                </a:cubicBezTo>
                <a:close/>
                <a:moveTo>
                  <a:pt x="16881" y="6729"/>
                </a:moveTo>
                <a:cubicBezTo>
                  <a:pt x="16890" y="6921"/>
                  <a:pt x="16872" y="7019"/>
                  <a:pt x="16782" y="7151"/>
                </a:cubicBezTo>
                <a:cubicBezTo>
                  <a:pt x="16742" y="7208"/>
                  <a:pt x="16679" y="7258"/>
                  <a:pt x="16616" y="7315"/>
                </a:cubicBezTo>
                <a:cubicBezTo>
                  <a:pt x="16748" y="7306"/>
                  <a:pt x="16801" y="7291"/>
                  <a:pt x="16881" y="7198"/>
                </a:cubicBezTo>
                <a:cubicBezTo>
                  <a:pt x="16946" y="7123"/>
                  <a:pt x="16981" y="6985"/>
                  <a:pt x="16981" y="6893"/>
                </a:cubicBezTo>
                <a:lnTo>
                  <a:pt x="16981" y="6729"/>
                </a:lnTo>
                <a:lnTo>
                  <a:pt x="16881" y="6729"/>
                </a:lnTo>
                <a:close/>
                <a:moveTo>
                  <a:pt x="15620" y="7104"/>
                </a:moveTo>
                <a:cubicBezTo>
                  <a:pt x="15604" y="7115"/>
                  <a:pt x="15628" y="7152"/>
                  <a:pt x="15687" y="7198"/>
                </a:cubicBezTo>
                <a:cubicBezTo>
                  <a:pt x="15745" y="7243"/>
                  <a:pt x="15804" y="7279"/>
                  <a:pt x="15820" y="7268"/>
                </a:cubicBezTo>
                <a:cubicBezTo>
                  <a:pt x="15836" y="7257"/>
                  <a:pt x="15812" y="7220"/>
                  <a:pt x="15753" y="7174"/>
                </a:cubicBezTo>
                <a:cubicBezTo>
                  <a:pt x="15695" y="7129"/>
                  <a:pt x="15636" y="7093"/>
                  <a:pt x="15620" y="7104"/>
                </a:cubicBezTo>
                <a:close/>
                <a:moveTo>
                  <a:pt x="16052" y="7385"/>
                </a:moveTo>
                <a:cubicBezTo>
                  <a:pt x="16036" y="7372"/>
                  <a:pt x="16012" y="7404"/>
                  <a:pt x="15952" y="7456"/>
                </a:cubicBezTo>
                <a:cubicBezTo>
                  <a:pt x="15847" y="7547"/>
                  <a:pt x="15824" y="7545"/>
                  <a:pt x="15720" y="7479"/>
                </a:cubicBezTo>
                <a:cubicBezTo>
                  <a:pt x="15617" y="7413"/>
                  <a:pt x="15620" y="7428"/>
                  <a:pt x="15554" y="7503"/>
                </a:cubicBezTo>
                <a:cubicBezTo>
                  <a:pt x="15464" y="7604"/>
                  <a:pt x="15522" y="7691"/>
                  <a:pt x="15654" y="7667"/>
                </a:cubicBezTo>
                <a:cubicBezTo>
                  <a:pt x="15710" y="7656"/>
                  <a:pt x="15776" y="7677"/>
                  <a:pt x="15820" y="7714"/>
                </a:cubicBezTo>
                <a:cubicBezTo>
                  <a:pt x="15924" y="7802"/>
                  <a:pt x="16037" y="7721"/>
                  <a:pt x="16052" y="7549"/>
                </a:cubicBezTo>
                <a:cubicBezTo>
                  <a:pt x="16060" y="7453"/>
                  <a:pt x="16067" y="7399"/>
                  <a:pt x="16052" y="7385"/>
                </a:cubicBezTo>
                <a:close/>
                <a:moveTo>
                  <a:pt x="15488" y="7807"/>
                </a:moveTo>
                <a:cubicBezTo>
                  <a:pt x="15466" y="7814"/>
                  <a:pt x="15446" y="7827"/>
                  <a:pt x="15421" y="7854"/>
                </a:cubicBezTo>
                <a:cubicBezTo>
                  <a:pt x="15344" y="7942"/>
                  <a:pt x="15381" y="7964"/>
                  <a:pt x="15521" y="7901"/>
                </a:cubicBezTo>
                <a:cubicBezTo>
                  <a:pt x="15580" y="7875"/>
                  <a:pt x="15594" y="7859"/>
                  <a:pt x="15554" y="7831"/>
                </a:cubicBezTo>
                <a:cubicBezTo>
                  <a:pt x="15534" y="7817"/>
                  <a:pt x="15509" y="7801"/>
                  <a:pt x="15488" y="7807"/>
                </a:cubicBezTo>
                <a:close/>
                <a:moveTo>
                  <a:pt x="17678" y="8722"/>
                </a:moveTo>
                <a:cubicBezTo>
                  <a:pt x="17627" y="8756"/>
                  <a:pt x="17561" y="8860"/>
                  <a:pt x="17478" y="9003"/>
                </a:cubicBezTo>
                <a:lnTo>
                  <a:pt x="17313" y="9308"/>
                </a:lnTo>
                <a:lnTo>
                  <a:pt x="17412" y="9308"/>
                </a:lnTo>
                <a:cubicBezTo>
                  <a:pt x="17430" y="9277"/>
                  <a:pt x="17421" y="9277"/>
                  <a:pt x="17445" y="9237"/>
                </a:cubicBezTo>
                <a:cubicBezTo>
                  <a:pt x="17488" y="9167"/>
                  <a:pt x="17545" y="9081"/>
                  <a:pt x="17545" y="9050"/>
                </a:cubicBezTo>
                <a:cubicBezTo>
                  <a:pt x="17545" y="9019"/>
                  <a:pt x="17547" y="8978"/>
                  <a:pt x="17578" y="8956"/>
                </a:cubicBezTo>
                <a:cubicBezTo>
                  <a:pt x="17602" y="8939"/>
                  <a:pt x="17647" y="8829"/>
                  <a:pt x="17678" y="8722"/>
                </a:cubicBezTo>
                <a:close/>
                <a:moveTo>
                  <a:pt x="17810" y="10011"/>
                </a:moveTo>
                <a:cubicBezTo>
                  <a:pt x="17783" y="10014"/>
                  <a:pt x="17766" y="10041"/>
                  <a:pt x="17810" y="10128"/>
                </a:cubicBezTo>
                <a:cubicBezTo>
                  <a:pt x="17878" y="10260"/>
                  <a:pt x="17890" y="10273"/>
                  <a:pt x="17910" y="10175"/>
                </a:cubicBezTo>
                <a:cubicBezTo>
                  <a:pt x="17913" y="10157"/>
                  <a:pt x="17935" y="10147"/>
                  <a:pt x="17943" y="10128"/>
                </a:cubicBezTo>
                <a:cubicBezTo>
                  <a:pt x="17907" y="10094"/>
                  <a:pt x="17884" y="10046"/>
                  <a:pt x="17843" y="10011"/>
                </a:cubicBezTo>
                <a:cubicBezTo>
                  <a:pt x="17828" y="10007"/>
                  <a:pt x="17818" y="10010"/>
                  <a:pt x="17810" y="10011"/>
                </a:cubicBezTo>
                <a:close/>
                <a:moveTo>
                  <a:pt x="18540" y="10668"/>
                </a:moveTo>
                <a:cubicBezTo>
                  <a:pt x="18158" y="10664"/>
                  <a:pt x="18163" y="10689"/>
                  <a:pt x="18341" y="10949"/>
                </a:cubicBezTo>
                <a:cubicBezTo>
                  <a:pt x="18405" y="11043"/>
                  <a:pt x="18441" y="11127"/>
                  <a:pt x="18441" y="11160"/>
                </a:cubicBezTo>
                <a:cubicBezTo>
                  <a:pt x="18441" y="11193"/>
                  <a:pt x="18467" y="11242"/>
                  <a:pt x="18507" y="11254"/>
                </a:cubicBezTo>
                <a:cubicBezTo>
                  <a:pt x="18654" y="11296"/>
                  <a:pt x="18700" y="11280"/>
                  <a:pt x="18607" y="11207"/>
                </a:cubicBezTo>
                <a:cubicBezTo>
                  <a:pt x="18423" y="11064"/>
                  <a:pt x="18543" y="10758"/>
                  <a:pt x="18806" y="10691"/>
                </a:cubicBezTo>
                <a:cubicBezTo>
                  <a:pt x="18854" y="10679"/>
                  <a:pt x="18724" y="10669"/>
                  <a:pt x="18540" y="10668"/>
                </a:cubicBezTo>
                <a:close/>
                <a:moveTo>
                  <a:pt x="18772" y="10879"/>
                </a:moveTo>
                <a:cubicBezTo>
                  <a:pt x="18758" y="10876"/>
                  <a:pt x="18764" y="10903"/>
                  <a:pt x="18739" y="10949"/>
                </a:cubicBezTo>
                <a:cubicBezTo>
                  <a:pt x="18712" y="11000"/>
                  <a:pt x="18688" y="11056"/>
                  <a:pt x="18706" y="11090"/>
                </a:cubicBezTo>
                <a:cubicBezTo>
                  <a:pt x="18724" y="11124"/>
                  <a:pt x="18779" y="11160"/>
                  <a:pt x="18806" y="11160"/>
                </a:cubicBezTo>
                <a:cubicBezTo>
                  <a:pt x="18900" y="11160"/>
                  <a:pt x="18903" y="11088"/>
                  <a:pt x="18839" y="10972"/>
                </a:cubicBezTo>
                <a:cubicBezTo>
                  <a:pt x="18807" y="10915"/>
                  <a:pt x="18787" y="10882"/>
                  <a:pt x="18772" y="10879"/>
                </a:cubicBezTo>
                <a:close/>
                <a:moveTo>
                  <a:pt x="19336" y="11207"/>
                </a:moveTo>
                <a:cubicBezTo>
                  <a:pt x="19327" y="11200"/>
                  <a:pt x="19322" y="11211"/>
                  <a:pt x="19270" y="11230"/>
                </a:cubicBezTo>
                <a:cubicBezTo>
                  <a:pt x="19207" y="11254"/>
                  <a:pt x="19137" y="11312"/>
                  <a:pt x="19137" y="11348"/>
                </a:cubicBezTo>
                <a:cubicBezTo>
                  <a:pt x="19137" y="11438"/>
                  <a:pt x="19279" y="11386"/>
                  <a:pt x="19336" y="11277"/>
                </a:cubicBezTo>
                <a:cubicBezTo>
                  <a:pt x="19358" y="11236"/>
                  <a:pt x="19346" y="11213"/>
                  <a:pt x="19336" y="11207"/>
                </a:cubicBezTo>
                <a:close/>
                <a:moveTo>
                  <a:pt x="19635" y="11324"/>
                </a:moveTo>
                <a:cubicBezTo>
                  <a:pt x="19554" y="11337"/>
                  <a:pt x="19502" y="11354"/>
                  <a:pt x="19502" y="11394"/>
                </a:cubicBezTo>
                <a:cubicBezTo>
                  <a:pt x="19502" y="11545"/>
                  <a:pt x="19193" y="11621"/>
                  <a:pt x="19038" y="11512"/>
                </a:cubicBezTo>
                <a:cubicBezTo>
                  <a:pt x="18983" y="11473"/>
                  <a:pt x="18971" y="11511"/>
                  <a:pt x="18971" y="11676"/>
                </a:cubicBezTo>
                <a:lnTo>
                  <a:pt x="18971" y="11887"/>
                </a:lnTo>
                <a:lnTo>
                  <a:pt x="19171" y="11887"/>
                </a:lnTo>
                <a:cubicBezTo>
                  <a:pt x="19140" y="11859"/>
                  <a:pt x="19101" y="11855"/>
                  <a:pt x="19071" y="11840"/>
                </a:cubicBezTo>
                <a:cubicBezTo>
                  <a:pt x="18920" y="11765"/>
                  <a:pt x="18944" y="11706"/>
                  <a:pt x="19137" y="11676"/>
                </a:cubicBezTo>
                <a:cubicBezTo>
                  <a:pt x="19229" y="11662"/>
                  <a:pt x="19350" y="11623"/>
                  <a:pt x="19403" y="11582"/>
                </a:cubicBezTo>
                <a:cubicBezTo>
                  <a:pt x="19469" y="11531"/>
                  <a:pt x="19565" y="11424"/>
                  <a:pt x="19635" y="11324"/>
                </a:cubicBezTo>
                <a:close/>
                <a:moveTo>
                  <a:pt x="19900" y="11770"/>
                </a:moveTo>
                <a:cubicBezTo>
                  <a:pt x="19752" y="11798"/>
                  <a:pt x="19689" y="11847"/>
                  <a:pt x="19635" y="11910"/>
                </a:cubicBezTo>
                <a:lnTo>
                  <a:pt x="19867" y="11910"/>
                </a:lnTo>
                <a:lnTo>
                  <a:pt x="19900" y="12215"/>
                </a:lnTo>
                <a:cubicBezTo>
                  <a:pt x="19916" y="12494"/>
                  <a:pt x="19910" y="12520"/>
                  <a:pt x="20033" y="12520"/>
                </a:cubicBezTo>
                <a:cubicBezTo>
                  <a:pt x="20105" y="12520"/>
                  <a:pt x="20197" y="12498"/>
                  <a:pt x="20232" y="12473"/>
                </a:cubicBezTo>
                <a:cubicBezTo>
                  <a:pt x="20361" y="12382"/>
                  <a:pt x="20393" y="12517"/>
                  <a:pt x="20265" y="12614"/>
                </a:cubicBezTo>
                <a:cubicBezTo>
                  <a:pt x="20191" y="12670"/>
                  <a:pt x="20165" y="12716"/>
                  <a:pt x="20199" y="12731"/>
                </a:cubicBezTo>
                <a:cubicBezTo>
                  <a:pt x="20231" y="12745"/>
                  <a:pt x="20278" y="12730"/>
                  <a:pt x="20299" y="12684"/>
                </a:cubicBezTo>
                <a:cubicBezTo>
                  <a:pt x="20344" y="12583"/>
                  <a:pt x="20509" y="12510"/>
                  <a:pt x="20630" y="12543"/>
                </a:cubicBezTo>
                <a:cubicBezTo>
                  <a:pt x="20705" y="12563"/>
                  <a:pt x="20716" y="12508"/>
                  <a:pt x="20730" y="12238"/>
                </a:cubicBezTo>
                <a:lnTo>
                  <a:pt x="20763" y="11910"/>
                </a:lnTo>
                <a:lnTo>
                  <a:pt x="21029" y="11910"/>
                </a:lnTo>
                <a:cubicBezTo>
                  <a:pt x="20984" y="11875"/>
                  <a:pt x="20940" y="11856"/>
                  <a:pt x="20896" y="11840"/>
                </a:cubicBezTo>
                <a:cubicBezTo>
                  <a:pt x="20759" y="11788"/>
                  <a:pt x="20401" y="11760"/>
                  <a:pt x="20133" y="11770"/>
                </a:cubicBezTo>
                <a:cubicBezTo>
                  <a:pt x="20043" y="11773"/>
                  <a:pt x="19963" y="11758"/>
                  <a:pt x="19900" y="11770"/>
                </a:cubicBezTo>
                <a:close/>
                <a:moveTo>
                  <a:pt x="18573" y="12027"/>
                </a:moveTo>
                <a:cubicBezTo>
                  <a:pt x="18556" y="12030"/>
                  <a:pt x="18531" y="12034"/>
                  <a:pt x="18507" y="12051"/>
                </a:cubicBezTo>
                <a:cubicBezTo>
                  <a:pt x="18456" y="12087"/>
                  <a:pt x="18446" y="12129"/>
                  <a:pt x="18507" y="12215"/>
                </a:cubicBezTo>
                <a:lnTo>
                  <a:pt x="18573" y="12332"/>
                </a:lnTo>
                <a:lnTo>
                  <a:pt x="18607" y="12192"/>
                </a:lnTo>
                <a:cubicBezTo>
                  <a:pt x="18624" y="12073"/>
                  <a:pt x="18625" y="12020"/>
                  <a:pt x="18573" y="12027"/>
                </a:cubicBezTo>
                <a:close/>
                <a:moveTo>
                  <a:pt x="18142" y="12074"/>
                </a:moveTo>
                <a:cubicBezTo>
                  <a:pt x="18125" y="12075"/>
                  <a:pt x="18109" y="12092"/>
                  <a:pt x="18109" y="12145"/>
                </a:cubicBezTo>
                <a:cubicBezTo>
                  <a:pt x="18109" y="12203"/>
                  <a:pt x="18094" y="12291"/>
                  <a:pt x="18076" y="12332"/>
                </a:cubicBezTo>
                <a:cubicBezTo>
                  <a:pt x="18044" y="12403"/>
                  <a:pt x="18046" y="12401"/>
                  <a:pt x="18109" y="12332"/>
                </a:cubicBezTo>
                <a:cubicBezTo>
                  <a:pt x="18145" y="12292"/>
                  <a:pt x="18207" y="12270"/>
                  <a:pt x="18242" y="12285"/>
                </a:cubicBezTo>
                <a:cubicBezTo>
                  <a:pt x="18284" y="12304"/>
                  <a:pt x="18275" y="12300"/>
                  <a:pt x="18242" y="12262"/>
                </a:cubicBezTo>
                <a:cubicBezTo>
                  <a:pt x="18213" y="12230"/>
                  <a:pt x="18182" y="12175"/>
                  <a:pt x="18175" y="12145"/>
                </a:cubicBezTo>
                <a:cubicBezTo>
                  <a:pt x="18164" y="12092"/>
                  <a:pt x="18159" y="12074"/>
                  <a:pt x="18142" y="12074"/>
                </a:cubicBezTo>
                <a:close/>
                <a:moveTo>
                  <a:pt x="18607" y="12332"/>
                </a:moveTo>
                <a:lnTo>
                  <a:pt x="18573" y="12426"/>
                </a:lnTo>
                <a:cubicBezTo>
                  <a:pt x="18543" y="12482"/>
                  <a:pt x="18450" y="12520"/>
                  <a:pt x="18374" y="12520"/>
                </a:cubicBezTo>
                <a:cubicBezTo>
                  <a:pt x="18251" y="12520"/>
                  <a:pt x="18272" y="12510"/>
                  <a:pt x="18407" y="12590"/>
                </a:cubicBezTo>
                <a:cubicBezTo>
                  <a:pt x="18483" y="12635"/>
                  <a:pt x="18570" y="12683"/>
                  <a:pt x="18607" y="12684"/>
                </a:cubicBezTo>
                <a:cubicBezTo>
                  <a:pt x="18702" y="12686"/>
                  <a:pt x="18737" y="12544"/>
                  <a:pt x="18673" y="12426"/>
                </a:cubicBezTo>
                <a:lnTo>
                  <a:pt x="18607" y="12332"/>
                </a:lnTo>
                <a:close/>
                <a:moveTo>
                  <a:pt x="21360" y="12614"/>
                </a:moveTo>
                <a:cubicBezTo>
                  <a:pt x="21308" y="12623"/>
                  <a:pt x="21273" y="12640"/>
                  <a:pt x="21261" y="12684"/>
                </a:cubicBezTo>
                <a:cubicBezTo>
                  <a:pt x="21239" y="12762"/>
                  <a:pt x="21257" y="12768"/>
                  <a:pt x="21393" y="12731"/>
                </a:cubicBezTo>
                <a:cubicBezTo>
                  <a:pt x="21444" y="12717"/>
                  <a:pt x="21493" y="12694"/>
                  <a:pt x="21493" y="12660"/>
                </a:cubicBezTo>
                <a:cubicBezTo>
                  <a:pt x="21493" y="12618"/>
                  <a:pt x="21413" y="12604"/>
                  <a:pt x="21360" y="12614"/>
                </a:cubicBezTo>
                <a:close/>
                <a:moveTo>
                  <a:pt x="19303" y="12637"/>
                </a:moveTo>
                <a:cubicBezTo>
                  <a:pt x="19039" y="12637"/>
                  <a:pt x="19034" y="12648"/>
                  <a:pt x="19071" y="12731"/>
                </a:cubicBezTo>
                <a:cubicBezTo>
                  <a:pt x="19093" y="12780"/>
                  <a:pt x="19102" y="12903"/>
                  <a:pt x="19104" y="13012"/>
                </a:cubicBezTo>
                <a:lnTo>
                  <a:pt x="19104" y="13223"/>
                </a:lnTo>
                <a:lnTo>
                  <a:pt x="19436" y="13223"/>
                </a:lnTo>
                <a:cubicBezTo>
                  <a:pt x="19622" y="13223"/>
                  <a:pt x="19798" y="13193"/>
                  <a:pt x="19801" y="13176"/>
                </a:cubicBezTo>
                <a:cubicBezTo>
                  <a:pt x="19803" y="13159"/>
                  <a:pt x="19791" y="13121"/>
                  <a:pt x="19801" y="13082"/>
                </a:cubicBezTo>
                <a:cubicBezTo>
                  <a:pt x="19812" y="13041"/>
                  <a:pt x="19811" y="13024"/>
                  <a:pt x="19768" y="13036"/>
                </a:cubicBezTo>
                <a:cubicBezTo>
                  <a:pt x="19647" y="13068"/>
                  <a:pt x="19543" y="12932"/>
                  <a:pt x="19569" y="12778"/>
                </a:cubicBezTo>
                <a:lnTo>
                  <a:pt x="19602" y="12637"/>
                </a:lnTo>
                <a:lnTo>
                  <a:pt x="19303" y="12637"/>
                </a:lnTo>
                <a:close/>
                <a:moveTo>
                  <a:pt x="19934" y="12637"/>
                </a:moveTo>
                <a:cubicBezTo>
                  <a:pt x="19852" y="12637"/>
                  <a:pt x="19735" y="12766"/>
                  <a:pt x="19735" y="12848"/>
                </a:cubicBezTo>
                <a:cubicBezTo>
                  <a:pt x="19735" y="12919"/>
                  <a:pt x="19890" y="12887"/>
                  <a:pt x="20000" y="12801"/>
                </a:cubicBezTo>
                <a:cubicBezTo>
                  <a:pt x="20108" y="12717"/>
                  <a:pt x="20070" y="12637"/>
                  <a:pt x="19934" y="12637"/>
                </a:cubicBezTo>
                <a:close/>
                <a:moveTo>
                  <a:pt x="20962" y="12637"/>
                </a:moveTo>
                <a:cubicBezTo>
                  <a:pt x="20847" y="12637"/>
                  <a:pt x="20847" y="12662"/>
                  <a:pt x="20863" y="12942"/>
                </a:cubicBezTo>
                <a:lnTo>
                  <a:pt x="20863" y="13223"/>
                </a:lnTo>
                <a:lnTo>
                  <a:pt x="21261" y="13223"/>
                </a:lnTo>
                <a:cubicBezTo>
                  <a:pt x="21287" y="13222"/>
                  <a:pt x="21271" y="13224"/>
                  <a:pt x="21294" y="13223"/>
                </a:cubicBezTo>
                <a:cubicBezTo>
                  <a:pt x="21305" y="13209"/>
                  <a:pt x="21346" y="13183"/>
                  <a:pt x="21360" y="13176"/>
                </a:cubicBezTo>
                <a:cubicBezTo>
                  <a:pt x="21395" y="13161"/>
                  <a:pt x="21407" y="13094"/>
                  <a:pt x="21393" y="13012"/>
                </a:cubicBezTo>
                <a:cubicBezTo>
                  <a:pt x="21381" y="12940"/>
                  <a:pt x="21397" y="12886"/>
                  <a:pt x="21427" y="12848"/>
                </a:cubicBezTo>
                <a:cubicBezTo>
                  <a:pt x="21281" y="12892"/>
                  <a:pt x="21124" y="12884"/>
                  <a:pt x="21062" y="12801"/>
                </a:cubicBezTo>
                <a:cubicBezTo>
                  <a:pt x="21027" y="12755"/>
                  <a:pt x="21009" y="12706"/>
                  <a:pt x="21029" y="12684"/>
                </a:cubicBezTo>
                <a:cubicBezTo>
                  <a:pt x="21048" y="12662"/>
                  <a:pt x="21030" y="12637"/>
                  <a:pt x="20962" y="12637"/>
                </a:cubicBezTo>
                <a:close/>
                <a:moveTo>
                  <a:pt x="19900" y="13294"/>
                </a:moveTo>
                <a:lnTo>
                  <a:pt x="19900" y="13575"/>
                </a:lnTo>
                <a:cubicBezTo>
                  <a:pt x="19900" y="13887"/>
                  <a:pt x="19912" y="13914"/>
                  <a:pt x="20199" y="13809"/>
                </a:cubicBezTo>
                <a:cubicBezTo>
                  <a:pt x="20375" y="13745"/>
                  <a:pt x="20412" y="13750"/>
                  <a:pt x="20498" y="13833"/>
                </a:cubicBezTo>
                <a:cubicBezTo>
                  <a:pt x="20640" y="13970"/>
                  <a:pt x="20678" y="13902"/>
                  <a:pt x="20697" y="13622"/>
                </a:cubicBezTo>
                <a:cubicBezTo>
                  <a:pt x="20718" y="13312"/>
                  <a:pt x="20695" y="13294"/>
                  <a:pt x="20232" y="13294"/>
                </a:cubicBezTo>
                <a:lnTo>
                  <a:pt x="19900" y="13294"/>
                </a:lnTo>
                <a:close/>
                <a:moveTo>
                  <a:pt x="19701" y="13950"/>
                </a:moveTo>
                <a:cubicBezTo>
                  <a:pt x="19653" y="13950"/>
                  <a:pt x="19603" y="13991"/>
                  <a:pt x="19535" y="14044"/>
                </a:cubicBezTo>
                <a:cubicBezTo>
                  <a:pt x="19478" y="14089"/>
                  <a:pt x="19379" y="14114"/>
                  <a:pt x="19336" y="14114"/>
                </a:cubicBezTo>
                <a:cubicBezTo>
                  <a:pt x="19278" y="14114"/>
                  <a:pt x="19293" y="14151"/>
                  <a:pt x="19336" y="14231"/>
                </a:cubicBezTo>
                <a:cubicBezTo>
                  <a:pt x="19368" y="14289"/>
                  <a:pt x="19370" y="14384"/>
                  <a:pt x="19370" y="14442"/>
                </a:cubicBezTo>
                <a:cubicBezTo>
                  <a:pt x="19370" y="14533"/>
                  <a:pt x="19390" y="14536"/>
                  <a:pt x="19469" y="14489"/>
                </a:cubicBezTo>
                <a:cubicBezTo>
                  <a:pt x="19593" y="14416"/>
                  <a:pt x="19801" y="14147"/>
                  <a:pt x="19801" y="14044"/>
                </a:cubicBezTo>
                <a:cubicBezTo>
                  <a:pt x="19801" y="13990"/>
                  <a:pt x="19750" y="13950"/>
                  <a:pt x="19701" y="13950"/>
                </a:cubicBezTo>
                <a:close/>
                <a:moveTo>
                  <a:pt x="20829" y="13950"/>
                </a:moveTo>
                <a:lnTo>
                  <a:pt x="20829" y="14255"/>
                </a:lnTo>
                <a:lnTo>
                  <a:pt x="20829" y="14536"/>
                </a:lnTo>
                <a:lnTo>
                  <a:pt x="20863" y="14536"/>
                </a:lnTo>
                <a:cubicBezTo>
                  <a:pt x="20863" y="14460"/>
                  <a:pt x="20878" y="14363"/>
                  <a:pt x="20929" y="14278"/>
                </a:cubicBezTo>
                <a:cubicBezTo>
                  <a:pt x="20986" y="14184"/>
                  <a:pt x="21040" y="14076"/>
                  <a:pt x="21062" y="13950"/>
                </a:cubicBezTo>
                <a:lnTo>
                  <a:pt x="20829" y="13950"/>
                </a:lnTo>
                <a:close/>
                <a:moveTo>
                  <a:pt x="19967" y="14583"/>
                </a:moveTo>
                <a:cubicBezTo>
                  <a:pt x="19933" y="14583"/>
                  <a:pt x="19914" y="14584"/>
                  <a:pt x="19934" y="14606"/>
                </a:cubicBezTo>
                <a:cubicBezTo>
                  <a:pt x="19953" y="14629"/>
                  <a:pt x="19986" y="14653"/>
                  <a:pt x="20000" y="14653"/>
                </a:cubicBezTo>
                <a:cubicBezTo>
                  <a:pt x="20014" y="14653"/>
                  <a:pt x="20033" y="14629"/>
                  <a:pt x="20033" y="14606"/>
                </a:cubicBezTo>
                <a:cubicBezTo>
                  <a:pt x="20033" y="14584"/>
                  <a:pt x="20001" y="14583"/>
                  <a:pt x="19967" y="14583"/>
                </a:cubicBezTo>
                <a:close/>
                <a:moveTo>
                  <a:pt x="20199" y="14606"/>
                </a:moveTo>
                <a:lnTo>
                  <a:pt x="20166" y="14794"/>
                </a:lnTo>
                <a:cubicBezTo>
                  <a:pt x="20147" y="14890"/>
                  <a:pt x="20120" y="15013"/>
                  <a:pt x="20100" y="15075"/>
                </a:cubicBezTo>
                <a:cubicBezTo>
                  <a:pt x="20068" y="15171"/>
                  <a:pt x="20096" y="15193"/>
                  <a:pt x="20199" y="15193"/>
                </a:cubicBezTo>
                <a:cubicBezTo>
                  <a:pt x="20280" y="15193"/>
                  <a:pt x="20286" y="15161"/>
                  <a:pt x="20265" y="15122"/>
                </a:cubicBezTo>
                <a:cubicBezTo>
                  <a:pt x="20215" y="15029"/>
                  <a:pt x="20406" y="14822"/>
                  <a:pt x="20564" y="14794"/>
                </a:cubicBezTo>
                <a:cubicBezTo>
                  <a:pt x="20654" y="14778"/>
                  <a:pt x="20730" y="14749"/>
                  <a:pt x="20730" y="14700"/>
                </a:cubicBezTo>
                <a:cubicBezTo>
                  <a:pt x="20730" y="14636"/>
                  <a:pt x="20675" y="14606"/>
                  <a:pt x="20464" y="14606"/>
                </a:cubicBezTo>
                <a:lnTo>
                  <a:pt x="20199" y="14606"/>
                </a:lnTo>
                <a:close/>
                <a:moveTo>
                  <a:pt x="20697" y="14935"/>
                </a:moveTo>
                <a:cubicBezTo>
                  <a:pt x="20595" y="14907"/>
                  <a:pt x="20450" y="15035"/>
                  <a:pt x="20498" y="15122"/>
                </a:cubicBezTo>
                <a:cubicBezTo>
                  <a:pt x="20546" y="15211"/>
                  <a:pt x="20621" y="15192"/>
                  <a:pt x="20697" y="15075"/>
                </a:cubicBezTo>
                <a:cubicBezTo>
                  <a:pt x="20781" y="14944"/>
                  <a:pt x="20801" y="14963"/>
                  <a:pt x="20697" y="14935"/>
                </a:cubicBezTo>
                <a:close/>
                <a:moveTo>
                  <a:pt x="20829" y="15404"/>
                </a:moveTo>
                <a:cubicBezTo>
                  <a:pt x="20825" y="15435"/>
                  <a:pt x="20829" y="15455"/>
                  <a:pt x="20829" y="15497"/>
                </a:cubicBezTo>
                <a:lnTo>
                  <a:pt x="20829" y="15732"/>
                </a:lnTo>
                <a:lnTo>
                  <a:pt x="20995" y="15661"/>
                </a:lnTo>
                <a:cubicBezTo>
                  <a:pt x="21040" y="15643"/>
                  <a:pt x="21067" y="15646"/>
                  <a:pt x="21095" y="15638"/>
                </a:cubicBezTo>
                <a:cubicBezTo>
                  <a:pt x="21071" y="15553"/>
                  <a:pt x="20941" y="15448"/>
                  <a:pt x="20829" y="15404"/>
                </a:cubicBezTo>
                <a:close/>
                <a:moveTo>
                  <a:pt x="18905" y="15450"/>
                </a:moveTo>
                <a:cubicBezTo>
                  <a:pt x="18920" y="15444"/>
                  <a:pt x="18955" y="15448"/>
                  <a:pt x="18971" y="15450"/>
                </a:cubicBezTo>
                <a:cubicBezTo>
                  <a:pt x="18988" y="15453"/>
                  <a:pt x="18995" y="15463"/>
                  <a:pt x="19005" y="15474"/>
                </a:cubicBezTo>
                <a:cubicBezTo>
                  <a:pt x="19023" y="15495"/>
                  <a:pt x="19002" y="15531"/>
                  <a:pt x="18971" y="15544"/>
                </a:cubicBezTo>
                <a:cubicBezTo>
                  <a:pt x="18941" y="15558"/>
                  <a:pt x="18891" y="15542"/>
                  <a:pt x="18872" y="15521"/>
                </a:cubicBezTo>
                <a:cubicBezTo>
                  <a:pt x="18853" y="15499"/>
                  <a:pt x="18875" y="15464"/>
                  <a:pt x="18905" y="15450"/>
                </a:cubicBezTo>
                <a:close/>
                <a:moveTo>
                  <a:pt x="19967" y="15474"/>
                </a:moveTo>
                <a:cubicBezTo>
                  <a:pt x="19787" y="15474"/>
                  <a:pt x="19776" y="15485"/>
                  <a:pt x="19834" y="15638"/>
                </a:cubicBezTo>
                <a:cubicBezTo>
                  <a:pt x="19872" y="15737"/>
                  <a:pt x="19854" y="15727"/>
                  <a:pt x="19900" y="15638"/>
                </a:cubicBezTo>
                <a:cubicBezTo>
                  <a:pt x="19957" y="15531"/>
                  <a:pt x="19979" y="15528"/>
                  <a:pt x="20166" y="15615"/>
                </a:cubicBezTo>
                <a:cubicBezTo>
                  <a:pt x="20246" y="15652"/>
                  <a:pt x="20342" y="15678"/>
                  <a:pt x="20365" y="15661"/>
                </a:cubicBezTo>
                <a:cubicBezTo>
                  <a:pt x="20436" y="15611"/>
                  <a:pt x="20145" y="15474"/>
                  <a:pt x="19967" y="15474"/>
                </a:cubicBezTo>
                <a:close/>
                <a:moveTo>
                  <a:pt x="21161" y="15779"/>
                </a:moveTo>
                <a:cubicBezTo>
                  <a:pt x="21091" y="15788"/>
                  <a:pt x="20986" y="15822"/>
                  <a:pt x="20962" y="15872"/>
                </a:cubicBezTo>
                <a:cubicBezTo>
                  <a:pt x="20928" y="15945"/>
                  <a:pt x="21182" y="15943"/>
                  <a:pt x="21228" y="15872"/>
                </a:cubicBezTo>
                <a:cubicBezTo>
                  <a:pt x="21224" y="15829"/>
                  <a:pt x="21219" y="15798"/>
                  <a:pt x="21194" y="15779"/>
                </a:cubicBezTo>
                <a:cubicBezTo>
                  <a:pt x="21189" y="15779"/>
                  <a:pt x="21167" y="15778"/>
                  <a:pt x="21161" y="15779"/>
                </a:cubicBezTo>
                <a:close/>
                <a:moveTo>
                  <a:pt x="19900" y="15919"/>
                </a:moveTo>
                <a:lnTo>
                  <a:pt x="19900" y="16154"/>
                </a:lnTo>
                <a:cubicBezTo>
                  <a:pt x="19900" y="16344"/>
                  <a:pt x="19928" y="16369"/>
                  <a:pt x="20033" y="16388"/>
                </a:cubicBezTo>
                <a:cubicBezTo>
                  <a:pt x="20101" y="16401"/>
                  <a:pt x="20121" y="16434"/>
                  <a:pt x="20100" y="16459"/>
                </a:cubicBezTo>
                <a:cubicBezTo>
                  <a:pt x="20045" y="16521"/>
                  <a:pt x="20575" y="16521"/>
                  <a:pt x="20664" y="16459"/>
                </a:cubicBezTo>
                <a:cubicBezTo>
                  <a:pt x="20702" y="16431"/>
                  <a:pt x="20730" y="16309"/>
                  <a:pt x="20730" y="16177"/>
                </a:cubicBezTo>
                <a:lnTo>
                  <a:pt x="20730" y="15919"/>
                </a:lnTo>
                <a:lnTo>
                  <a:pt x="20299" y="15919"/>
                </a:lnTo>
                <a:lnTo>
                  <a:pt x="19900" y="15919"/>
                </a:lnTo>
                <a:close/>
              </a:path>
            </a:pathLst>
          </a:custGeom>
          <a:noFill/>
          <a:ln>
            <a:noFill/>
          </a:ln>
          <a:effectLst>
            <a:outerShdw blurRad="254000" rotWithShape="0" dir="16200000" dist="127000">
              <a:srgbClr val="000000">
                <a:alpha val="70196"/>
              </a:srgbClr>
            </a:outerShdw>
          </a:effectLst>
        </p:spPr>
      </p:pic>
      <p:pic>
        <p:nvPicPr>
          <p:cNvPr descr="fiery-blaze-digital-illustration-intense-fire_191095-90428.avif" id="73" name="Google Shape;73;p4"/>
          <p:cNvPicPr preferRelativeResize="0"/>
          <p:nvPr/>
        </p:nvPicPr>
        <p:blipFill rotWithShape="1">
          <a:blip r:embed="rId3">
            <a:alphaModFix/>
          </a:blip>
          <a:srcRect b="13816" l="26365" r="23158" t="14729"/>
          <a:stretch/>
        </p:blipFill>
        <p:spPr>
          <a:xfrm>
            <a:off x="5508546" y="2961717"/>
            <a:ext cx="257782" cy="364915"/>
          </a:xfrm>
          <a:custGeom>
            <a:rect b="b" l="l" r="r" t="t"/>
            <a:pathLst>
              <a:path extrusionOk="0" h="21557" w="21550">
                <a:moveTo>
                  <a:pt x="15355" y="0"/>
                </a:moveTo>
                <a:cubicBezTo>
                  <a:pt x="15202" y="0"/>
                  <a:pt x="14990" y="165"/>
                  <a:pt x="14990" y="281"/>
                </a:cubicBezTo>
                <a:cubicBezTo>
                  <a:pt x="14990" y="346"/>
                  <a:pt x="14953" y="409"/>
                  <a:pt x="14924" y="422"/>
                </a:cubicBezTo>
                <a:cubicBezTo>
                  <a:pt x="14894" y="435"/>
                  <a:pt x="14879" y="517"/>
                  <a:pt x="14857" y="586"/>
                </a:cubicBezTo>
                <a:cubicBezTo>
                  <a:pt x="14792" y="796"/>
                  <a:pt x="14206" y="1654"/>
                  <a:pt x="13862" y="2063"/>
                </a:cubicBezTo>
                <a:cubicBezTo>
                  <a:pt x="13388" y="2627"/>
                  <a:pt x="12874" y="3008"/>
                  <a:pt x="12369" y="3189"/>
                </a:cubicBezTo>
                <a:cubicBezTo>
                  <a:pt x="12196" y="3250"/>
                  <a:pt x="12043" y="3343"/>
                  <a:pt x="12004" y="3376"/>
                </a:cubicBezTo>
                <a:cubicBezTo>
                  <a:pt x="11873" y="3488"/>
                  <a:pt x="11709" y="3428"/>
                  <a:pt x="11573" y="3235"/>
                </a:cubicBezTo>
                <a:cubicBezTo>
                  <a:pt x="11358" y="2932"/>
                  <a:pt x="11044" y="2940"/>
                  <a:pt x="10743" y="3259"/>
                </a:cubicBezTo>
                <a:cubicBezTo>
                  <a:pt x="10541" y="3474"/>
                  <a:pt x="10516" y="3510"/>
                  <a:pt x="10445" y="3634"/>
                </a:cubicBezTo>
                <a:cubicBezTo>
                  <a:pt x="10412" y="3690"/>
                  <a:pt x="10345" y="3823"/>
                  <a:pt x="10279" y="3939"/>
                </a:cubicBezTo>
                <a:cubicBezTo>
                  <a:pt x="10212" y="4055"/>
                  <a:pt x="10147" y="4179"/>
                  <a:pt x="10146" y="4220"/>
                </a:cubicBezTo>
                <a:cubicBezTo>
                  <a:pt x="10146" y="4261"/>
                  <a:pt x="10110" y="4327"/>
                  <a:pt x="10080" y="4361"/>
                </a:cubicBezTo>
                <a:cubicBezTo>
                  <a:pt x="10033" y="4413"/>
                  <a:pt x="10021" y="4407"/>
                  <a:pt x="9947" y="4337"/>
                </a:cubicBezTo>
                <a:cubicBezTo>
                  <a:pt x="9900" y="4293"/>
                  <a:pt x="9835" y="4175"/>
                  <a:pt x="9814" y="4079"/>
                </a:cubicBezTo>
                <a:cubicBezTo>
                  <a:pt x="9793" y="3984"/>
                  <a:pt x="9776" y="3904"/>
                  <a:pt x="9748" y="3892"/>
                </a:cubicBezTo>
                <a:cubicBezTo>
                  <a:pt x="9677" y="3861"/>
                  <a:pt x="9677" y="3360"/>
                  <a:pt x="9748" y="3329"/>
                </a:cubicBezTo>
                <a:cubicBezTo>
                  <a:pt x="9780" y="3315"/>
                  <a:pt x="9814" y="3251"/>
                  <a:pt x="9814" y="3189"/>
                </a:cubicBezTo>
                <a:cubicBezTo>
                  <a:pt x="9814" y="3047"/>
                  <a:pt x="10314" y="2276"/>
                  <a:pt x="10478" y="2180"/>
                </a:cubicBezTo>
                <a:cubicBezTo>
                  <a:pt x="10621" y="2097"/>
                  <a:pt x="10638" y="1903"/>
                  <a:pt x="10511" y="1829"/>
                </a:cubicBezTo>
                <a:cubicBezTo>
                  <a:pt x="10380" y="1752"/>
                  <a:pt x="10180" y="1823"/>
                  <a:pt x="9881" y="2016"/>
                </a:cubicBezTo>
                <a:cubicBezTo>
                  <a:pt x="9733" y="2112"/>
                  <a:pt x="9481" y="2248"/>
                  <a:pt x="9317" y="2321"/>
                </a:cubicBezTo>
                <a:cubicBezTo>
                  <a:pt x="9152" y="2394"/>
                  <a:pt x="8907" y="2544"/>
                  <a:pt x="8786" y="2649"/>
                </a:cubicBezTo>
                <a:cubicBezTo>
                  <a:pt x="8665" y="2755"/>
                  <a:pt x="8502" y="2875"/>
                  <a:pt x="8421" y="2931"/>
                </a:cubicBezTo>
                <a:cubicBezTo>
                  <a:pt x="8159" y="3112"/>
                  <a:pt x="7781" y="3494"/>
                  <a:pt x="7724" y="3634"/>
                </a:cubicBezTo>
                <a:cubicBezTo>
                  <a:pt x="7608" y="3921"/>
                  <a:pt x="7668" y="4126"/>
                  <a:pt x="7890" y="4126"/>
                </a:cubicBezTo>
                <a:cubicBezTo>
                  <a:pt x="7972" y="4126"/>
                  <a:pt x="7999" y="4157"/>
                  <a:pt x="7956" y="4361"/>
                </a:cubicBezTo>
                <a:cubicBezTo>
                  <a:pt x="7900" y="4628"/>
                  <a:pt x="7944" y="5335"/>
                  <a:pt x="8023" y="5369"/>
                </a:cubicBezTo>
                <a:cubicBezTo>
                  <a:pt x="8051" y="5382"/>
                  <a:pt x="8056" y="5425"/>
                  <a:pt x="8056" y="5463"/>
                </a:cubicBezTo>
                <a:cubicBezTo>
                  <a:pt x="8056" y="5501"/>
                  <a:pt x="8177" y="5638"/>
                  <a:pt x="8288" y="5791"/>
                </a:cubicBezTo>
                <a:cubicBezTo>
                  <a:pt x="8399" y="5944"/>
                  <a:pt x="8487" y="6098"/>
                  <a:pt x="8487" y="6119"/>
                </a:cubicBezTo>
                <a:cubicBezTo>
                  <a:pt x="8487" y="6196"/>
                  <a:pt x="8247" y="6164"/>
                  <a:pt x="8023" y="6049"/>
                </a:cubicBezTo>
                <a:cubicBezTo>
                  <a:pt x="7826" y="5948"/>
                  <a:pt x="7751" y="5914"/>
                  <a:pt x="7525" y="5932"/>
                </a:cubicBezTo>
                <a:cubicBezTo>
                  <a:pt x="7312" y="5949"/>
                  <a:pt x="7232" y="5957"/>
                  <a:pt x="7094" y="5885"/>
                </a:cubicBezTo>
                <a:cubicBezTo>
                  <a:pt x="6740" y="5700"/>
                  <a:pt x="6459" y="5860"/>
                  <a:pt x="6397" y="6307"/>
                </a:cubicBezTo>
                <a:cubicBezTo>
                  <a:pt x="6326" y="6818"/>
                  <a:pt x="6151" y="7241"/>
                  <a:pt x="5766" y="7878"/>
                </a:cubicBezTo>
                <a:cubicBezTo>
                  <a:pt x="5739" y="7922"/>
                  <a:pt x="5688" y="8071"/>
                  <a:pt x="5667" y="8182"/>
                </a:cubicBezTo>
                <a:cubicBezTo>
                  <a:pt x="5635" y="8350"/>
                  <a:pt x="5376" y="8779"/>
                  <a:pt x="5103" y="9097"/>
                </a:cubicBezTo>
                <a:cubicBezTo>
                  <a:pt x="4888" y="9347"/>
                  <a:pt x="4629" y="9629"/>
                  <a:pt x="4473" y="9777"/>
                </a:cubicBezTo>
                <a:cubicBezTo>
                  <a:pt x="4318" y="9923"/>
                  <a:pt x="4266" y="9944"/>
                  <a:pt x="4207" y="9894"/>
                </a:cubicBezTo>
                <a:cubicBezTo>
                  <a:pt x="4163" y="9856"/>
                  <a:pt x="4150" y="9782"/>
                  <a:pt x="4174" y="9683"/>
                </a:cubicBezTo>
                <a:cubicBezTo>
                  <a:pt x="4226" y="9463"/>
                  <a:pt x="4077" y="9362"/>
                  <a:pt x="3643" y="9355"/>
                </a:cubicBezTo>
                <a:cubicBezTo>
                  <a:pt x="3321" y="9349"/>
                  <a:pt x="3325" y="9369"/>
                  <a:pt x="3079" y="9566"/>
                </a:cubicBezTo>
                <a:cubicBezTo>
                  <a:pt x="2942" y="9676"/>
                  <a:pt x="2718" y="9904"/>
                  <a:pt x="2581" y="10081"/>
                </a:cubicBezTo>
                <a:cubicBezTo>
                  <a:pt x="2444" y="10259"/>
                  <a:pt x="2287" y="10455"/>
                  <a:pt x="2216" y="10527"/>
                </a:cubicBezTo>
                <a:cubicBezTo>
                  <a:pt x="2101" y="10644"/>
                  <a:pt x="1995" y="10769"/>
                  <a:pt x="1818" y="11043"/>
                </a:cubicBezTo>
                <a:cubicBezTo>
                  <a:pt x="1767" y="11122"/>
                  <a:pt x="1743" y="11135"/>
                  <a:pt x="1520" y="11113"/>
                </a:cubicBezTo>
                <a:cubicBezTo>
                  <a:pt x="1295" y="11091"/>
                  <a:pt x="1239" y="11081"/>
                  <a:pt x="1088" y="11183"/>
                </a:cubicBezTo>
                <a:cubicBezTo>
                  <a:pt x="777" y="11394"/>
                  <a:pt x="943" y="11652"/>
                  <a:pt x="1387" y="11652"/>
                </a:cubicBezTo>
                <a:cubicBezTo>
                  <a:pt x="1675" y="11652"/>
                  <a:pt x="1719" y="11733"/>
                  <a:pt x="1719" y="12145"/>
                </a:cubicBezTo>
                <a:cubicBezTo>
                  <a:pt x="1719" y="12442"/>
                  <a:pt x="1708" y="12491"/>
                  <a:pt x="1155" y="13176"/>
                </a:cubicBezTo>
                <a:cubicBezTo>
                  <a:pt x="1008" y="13358"/>
                  <a:pt x="1013" y="13360"/>
                  <a:pt x="1022" y="14161"/>
                </a:cubicBezTo>
                <a:cubicBezTo>
                  <a:pt x="1028" y="14676"/>
                  <a:pt x="1049" y="14977"/>
                  <a:pt x="1088" y="15005"/>
                </a:cubicBezTo>
                <a:cubicBezTo>
                  <a:pt x="1122" y="15029"/>
                  <a:pt x="1155" y="15158"/>
                  <a:pt x="1155" y="15286"/>
                </a:cubicBezTo>
                <a:cubicBezTo>
                  <a:pt x="1155" y="15507"/>
                  <a:pt x="1148" y="15526"/>
                  <a:pt x="889" y="15732"/>
                </a:cubicBezTo>
                <a:cubicBezTo>
                  <a:pt x="614" y="15950"/>
                  <a:pt x="392" y="16190"/>
                  <a:pt x="392" y="16271"/>
                </a:cubicBezTo>
                <a:cubicBezTo>
                  <a:pt x="392" y="16295"/>
                  <a:pt x="341" y="16402"/>
                  <a:pt x="259" y="16529"/>
                </a:cubicBezTo>
                <a:cubicBezTo>
                  <a:pt x="136" y="16719"/>
                  <a:pt x="108" y="16777"/>
                  <a:pt x="159" y="16857"/>
                </a:cubicBezTo>
                <a:cubicBezTo>
                  <a:pt x="194" y="16911"/>
                  <a:pt x="226" y="16998"/>
                  <a:pt x="226" y="17045"/>
                </a:cubicBezTo>
                <a:cubicBezTo>
                  <a:pt x="226" y="17135"/>
                  <a:pt x="317" y="17266"/>
                  <a:pt x="723" y="17701"/>
                </a:cubicBezTo>
                <a:cubicBezTo>
                  <a:pt x="916" y="17907"/>
                  <a:pt x="970" y="18001"/>
                  <a:pt x="956" y="18100"/>
                </a:cubicBezTo>
                <a:lnTo>
                  <a:pt x="956" y="18240"/>
                </a:lnTo>
                <a:lnTo>
                  <a:pt x="723" y="18100"/>
                </a:lnTo>
                <a:cubicBezTo>
                  <a:pt x="365" y="17898"/>
                  <a:pt x="186" y="17951"/>
                  <a:pt x="126" y="18264"/>
                </a:cubicBezTo>
                <a:cubicBezTo>
                  <a:pt x="109" y="18355"/>
                  <a:pt x="87" y="18439"/>
                  <a:pt x="60" y="18451"/>
                </a:cubicBezTo>
                <a:cubicBezTo>
                  <a:pt x="-31" y="18491"/>
                  <a:pt x="-19" y="18708"/>
                  <a:pt x="93" y="18780"/>
                </a:cubicBezTo>
                <a:cubicBezTo>
                  <a:pt x="177" y="18833"/>
                  <a:pt x="291" y="18836"/>
                  <a:pt x="557" y="18827"/>
                </a:cubicBezTo>
                <a:cubicBezTo>
                  <a:pt x="869" y="18816"/>
                  <a:pt x="911" y="18824"/>
                  <a:pt x="1055" y="18920"/>
                </a:cubicBezTo>
                <a:cubicBezTo>
                  <a:pt x="1144" y="18980"/>
                  <a:pt x="1325" y="19045"/>
                  <a:pt x="1420" y="19061"/>
                </a:cubicBezTo>
                <a:cubicBezTo>
                  <a:pt x="1690" y="19108"/>
                  <a:pt x="2015" y="19267"/>
                  <a:pt x="2084" y="19389"/>
                </a:cubicBezTo>
                <a:cubicBezTo>
                  <a:pt x="2185" y="19568"/>
                  <a:pt x="2212" y="19652"/>
                  <a:pt x="2316" y="19858"/>
                </a:cubicBezTo>
                <a:cubicBezTo>
                  <a:pt x="2414" y="20053"/>
                  <a:pt x="2720" y="20392"/>
                  <a:pt x="3013" y="20608"/>
                </a:cubicBezTo>
                <a:cubicBezTo>
                  <a:pt x="3253" y="20787"/>
                  <a:pt x="3567" y="20888"/>
                  <a:pt x="4008" y="20984"/>
                </a:cubicBezTo>
                <a:cubicBezTo>
                  <a:pt x="4230" y="21032"/>
                  <a:pt x="4475" y="21103"/>
                  <a:pt x="4572" y="21124"/>
                </a:cubicBezTo>
                <a:cubicBezTo>
                  <a:pt x="4807" y="21175"/>
                  <a:pt x="5826" y="21176"/>
                  <a:pt x="5899" y="21124"/>
                </a:cubicBezTo>
                <a:cubicBezTo>
                  <a:pt x="5937" y="21098"/>
                  <a:pt x="6041" y="21091"/>
                  <a:pt x="6165" y="21124"/>
                </a:cubicBezTo>
                <a:cubicBezTo>
                  <a:pt x="6311" y="21163"/>
                  <a:pt x="6374" y="21164"/>
                  <a:pt x="6463" y="21124"/>
                </a:cubicBezTo>
                <a:cubicBezTo>
                  <a:pt x="6621" y="21055"/>
                  <a:pt x="6822" y="21068"/>
                  <a:pt x="6994" y="21148"/>
                </a:cubicBezTo>
                <a:cubicBezTo>
                  <a:pt x="7117" y="21205"/>
                  <a:pt x="7247" y="21215"/>
                  <a:pt x="7824" y="21195"/>
                </a:cubicBezTo>
                <a:lnTo>
                  <a:pt x="8520" y="21171"/>
                </a:lnTo>
                <a:lnTo>
                  <a:pt x="8786" y="21335"/>
                </a:lnTo>
                <a:cubicBezTo>
                  <a:pt x="9055" y="21507"/>
                  <a:pt x="9124" y="21504"/>
                  <a:pt x="9416" y="21429"/>
                </a:cubicBezTo>
                <a:cubicBezTo>
                  <a:pt x="9574" y="21389"/>
                  <a:pt x="9643" y="21404"/>
                  <a:pt x="9881" y="21476"/>
                </a:cubicBezTo>
                <a:cubicBezTo>
                  <a:pt x="10289" y="21600"/>
                  <a:pt x="10491" y="21580"/>
                  <a:pt x="10710" y="21429"/>
                </a:cubicBezTo>
                <a:cubicBezTo>
                  <a:pt x="10861" y="21325"/>
                  <a:pt x="10912" y="21312"/>
                  <a:pt x="11042" y="21335"/>
                </a:cubicBezTo>
                <a:cubicBezTo>
                  <a:pt x="11129" y="21351"/>
                  <a:pt x="11564" y="21383"/>
                  <a:pt x="11971" y="21406"/>
                </a:cubicBezTo>
                <a:cubicBezTo>
                  <a:pt x="12673" y="21444"/>
                  <a:pt x="12716" y="21444"/>
                  <a:pt x="12999" y="21359"/>
                </a:cubicBezTo>
                <a:cubicBezTo>
                  <a:pt x="13164" y="21309"/>
                  <a:pt x="13351" y="21224"/>
                  <a:pt x="13431" y="21171"/>
                </a:cubicBezTo>
                <a:cubicBezTo>
                  <a:pt x="13548" y="21093"/>
                  <a:pt x="13680" y="21087"/>
                  <a:pt x="14127" y="21054"/>
                </a:cubicBezTo>
                <a:cubicBezTo>
                  <a:pt x="14429" y="21032"/>
                  <a:pt x="14886" y="20961"/>
                  <a:pt x="15156" y="20913"/>
                </a:cubicBezTo>
                <a:cubicBezTo>
                  <a:pt x="15426" y="20865"/>
                  <a:pt x="15776" y="20814"/>
                  <a:pt x="15919" y="20796"/>
                </a:cubicBezTo>
                <a:cubicBezTo>
                  <a:pt x="16236" y="20757"/>
                  <a:pt x="16824" y="20546"/>
                  <a:pt x="16981" y="20421"/>
                </a:cubicBezTo>
                <a:cubicBezTo>
                  <a:pt x="17136" y="20297"/>
                  <a:pt x="17628" y="20055"/>
                  <a:pt x="17910" y="19952"/>
                </a:cubicBezTo>
                <a:cubicBezTo>
                  <a:pt x="18208" y="19843"/>
                  <a:pt x="19391" y="18990"/>
                  <a:pt x="19535" y="18780"/>
                </a:cubicBezTo>
                <a:cubicBezTo>
                  <a:pt x="19597" y="18690"/>
                  <a:pt x="19649" y="18603"/>
                  <a:pt x="19668" y="18592"/>
                </a:cubicBezTo>
                <a:cubicBezTo>
                  <a:pt x="19756" y="18542"/>
                  <a:pt x="19967" y="18219"/>
                  <a:pt x="19967" y="18123"/>
                </a:cubicBezTo>
                <a:cubicBezTo>
                  <a:pt x="19967" y="18065"/>
                  <a:pt x="19918" y="17958"/>
                  <a:pt x="19867" y="17889"/>
                </a:cubicBezTo>
                <a:cubicBezTo>
                  <a:pt x="19779" y="17769"/>
                  <a:pt x="19766" y="17766"/>
                  <a:pt x="19867" y="17795"/>
                </a:cubicBezTo>
                <a:cubicBezTo>
                  <a:pt x="20353" y="17936"/>
                  <a:pt x="20666" y="17775"/>
                  <a:pt x="20464" y="17490"/>
                </a:cubicBezTo>
                <a:lnTo>
                  <a:pt x="20365" y="17373"/>
                </a:lnTo>
                <a:lnTo>
                  <a:pt x="20630" y="17326"/>
                </a:lnTo>
                <a:cubicBezTo>
                  <a:pt x="20822" y="17290"/>
                  <a:pt x="20905" y="17246"/>
                  <a:pt x="20995" y="17139"/>
                </a:cubicBezTo>
                <a:cubicBezTo>
                  <a:pt x="21061" y="17060"/>
                  <a:pt x="21178" y="16979"/>
                  <a:pt x="21261" y="16951"/>
                </a:cubicBezTo>
                <a:cubicBezTo>
                  <a:pt x="21344" y="16923"/>
                  <a:pt x="21447" y="16845"/>
                  <a:pt x="21493" y="16787"/>
                </a:cubicBezTo>
                <a:cubicBezTo>
                  <a:pt x="21551" y="16714"/>
                  <a:pt x="21569" y="16667"/>
                  <a:pt x="21526" y="16576"/>
                </a:cubicBezTo>
                <a:lnTo>
                  <a:pt x="21393" y="16576"/>
                </a:lnTo>
                <a:cubicBezTo>
                  <a:pt x="20957" y="16592"/>
                  <a:pt x="20848" y="16667"/>
                  <a:pt x="20829" y="16951"/>
                </a:cubicBezTo>
                <a:cubicBezTo>
                  <a:pt x="20822" y="17066"/>
                  <a:pt x="20797" y="17189"/>
                  <a:pt x="20763" y="17209"/>
                </a:cubicBezTo>
                <a:cubicBezTo>
                  <a:pt x="20681" y="17256"/>
                  <a:pt x="20045" y="17270"/>
                  <a:pt x="19900" y="17232"/>
                </a:cubicBezTo>
                <a:cubicBezTo>
                  <a:pt x="19818" y="17211"/>
                  <a:pt x="19801" y="17174"/>
                  <a:pt x="19801" y="17068"/>
                </a:cubicBezTo>
                <a:cubicBezTo>
                  <a:pt x="19801" y="16974"/>
                  <a:pt x="19749" y="16921"/>
                  <a:pt x="19701" y="16928"/>
                </a:cubicBezTo>
                <a:cubicBezTo>
                  <a:pt x="19650" y="16935"/>
                  <a:pt x="19640" y="16860"/>
                  <a:pt x="19635" y="16670"/>
                </a:cubicBezTo>
                <a:cubicBezTo>
                  <a:pt x="19616" y="15912"/>
                  <a:pt x="19319" y="14566"/>
                  <a:pt x="19137" y="14419"/>
                </a:cubicBezTo>
                <a:cubicBezTo>
                  <a:pt x="19111" y="14397"/>
                  <a:pt x="19104" y="14335"/>
                  <a:pt x="19104" y="14255"/>
                </a:cubicBezTo>
                <a:cubicBezTo>
                  <a:pt x="19104" y="14137"/>
                  <a:pt x="19130" y="14076"/>
                  <a:pt x="19303" y="13973"/>
                </a:cubicBezTo>
                <a:lnTo>
                  <a:pt x="19502" y="13833"/>
                </a:lnTo>
                <a:lnTo>
                  <a:pt x="19237" y="13786"/>
                </a:lnTo>
                <a:cubicBezTo>
                  <a:pt x="19083" y="13754"/>
                  <a:pt x="18954" y="13703"/>
                  <a:pt x="18938" y="13669"/>
                </a:cubicBezTo>
                <a:cubicBezTo>
                  <a:pt x="18855" y="13486"/>
                  <a:pt x="18706" y="13331"/>
                  <a:pt x="18607" y="13294"/>
                </a:cubicBezTo>
                <a:cubicBezTo>
                  <a:pt x="18412" y="13220"/>
                  <a:pt x="18360" y="13101"/>
                  <a:pt x="18474" y="13012"/>
                </a:cubicBezTo>
                <a:cubicBezTo>
                  <a:pt x="18619" y="12899"/>
                  <a:pt x="18550" y="12801"/>
                  <a:pt x="18308" y="12801"/>
                </a:cubicBezTo>
                <a:cubicBezTo>
                  <a:pt x="18128" y="12801"/>
                  <a:pt x="18081" y="12782"/>
                  <a:pt x="17976" y="12637"/>
                </a:cubicBezTo>
                <a:cubicBezTo>
                  <a:pt x="17911" y="12547"/>
                  <a:pt x="17844" y="12467"/>
                  <a:pt x="17810" y="12473"/>
                </a:cubicBezTo>
                <a:cubicBezTo>
                  <a:pt x="17777" y="12478"/>
                  <a:pt x="17704" y="12394"/>
                  <a:pt x="17644" y="12285"/>
                </a:cubicBezTo>
                <a:cubicBezTo>
                  <a:pt x="17501" y="12024"/>
                  <a:pt x="17089" y="11710"/>
                  <a:pt x="16549" y="11418"/>
                </a:cubicBezTo>
                <a:cubicBezTo>
                  <a:pt x="16121" y="11186"/>
                  <a:pt x="16045" y="11094"/>
                  <a:pt x="16184" y="10996"/>
                </a:cubicBezTo>
                <a:cubicBezTo>
                  <a:pt x="16237" y="10959"/>
                  <a:pt x="16208" y="10909"/>
                  <a:pt x="16085" y="10738"/>
                </a:cubicBezTo>
                <a:cubicBezTo>
                  <a:pt x="15872" y="10440"/>
                  <a:pt x="15896" y="10255"/>
                  <a:pt x="16151" y="10175"/>
                </a:cubicBezTo>
                <a:cubicBezTo>
                  <a:pt x="16253" y="10144"/>
                  <a:pt x="16368" y="10077"/>
                  <a:pt x="16384" y="10035"/>
                </a:cubicBezTo>
                <a:cubicBezTo>
                  <a:pt x="16408" y="9969"/>
                  <a:pt x="16407" y="9973"/>
                  <a:pt x="16549" y="10011"/>
                </a:cubicBezTo>
                <a:cubicBezTo>
                  <a:pt x="16640" y="10036"/>
                  <a:pt x="16780" y="10083"/>
                  <a:pt x="16848" y="10128"/>
                </a:cubicBezTo>
                <a:cubicBezTo>
                  <a:pt x="16959" y="10202"/>
                  <a:pt x="16981" y="10212"/>
                  <a:pt x="17014" y="10152"/>
                </a:cubicBezTo>
                <a:cubicBezTo>
                  <a:pt x="17081" y="10028"/>
                  <a:pt x="17060" y="9919"/>
                  <a:pt x="16948" y="9894"/>
                </a:cubicBezTo>
                <a:cubicBezTo>
                  <a:pt x="16725" y="9844"/>
                  <a:pt x="16676" y="9782"/>
                  <a:pt x="16815" y="9613"/>
                </a:cubicBezTo>
                <a:cubicBezTo>
                  <a:pt x="17290" y="9031"/>
                  <a:pt x="17381" y="8801"/>
                  <a:pt x="17512" y="7737"/>
                </a:cubicBezTo>
                <a:cubicBezTo>
                  <a:pt x="17591" y="7087"/>
                  <a:pt x="17596" y="6904"/>
                  <a:pt x="17512" y="6705"/>
                </a:cubicBezTo>
                <a:cubicBezTo>
                  <a:pt x="17416" y="6480"/>
                  <a:pt x="17279" y="6492"/>
                  <a:pt x="17279" y="6729"/>
                </a:cubicBezTo>
                <a:cubicBezTo>
                  <a:pt x="17279" y="7293"/>
                  <a:pt x="17004" y="7553"/>
                  <a:pt x="16019" y="7925"/>
                </a:cubicBezTo>
                <a:cubicBezTo>
                  <a:pt x="15794" y="8009"/>
                  <a:pt x="15572" y="8103"/>
                  <a:pt x="15521" y="8136"/>
                </a:cubicBezTo>
                <a:cubicBezTo>
                  <a:pt x="15470" y="8168"/>
                  <a:pt x="15417" y="8182"/>
                  <a:pt x="15388" y="8182"/>
                </a:cubicBezTo>
                <a:cubicBezTo>
                  <a:pt x="15360" y="8182"/>
                  <a:pt x="15221" y="8255"/>
                  <a:pt x="15090" y="8347"/>
                </a:cubicBezTo>
                <a:lnTo>
                  <a:pt x="14857" y="8534"/>
                </a:lnTo>
                <a:lnTo>
                  <a:pt x="14691" y="8440"/>
                </a:lnTo>
                <a:cubicBezTo>
                  <a:pt x="14539" y="8356"/>
                  <a:pt x="14525" y="8318"/>
                  <a:pt x="14559" y="8112"/>
                </a:cubicBezTo>
                <a:cubicBezTo>
                  <a:pt x="14586" y="7947"/>
                  <a:pt x="14581" y="7917"/>
                  <a:pt x="14526" y="7925"/>
                </a:cubicBezTo>
                <a:cubicBezTo>
                  <a:pt x="14471" y="7932"/>
                  <a:pt x="14451" y="7857"/>
                  <a:pt x="14459" y="7643"/>
                </a:cubicBezTo>
                <a:cubicBezTo>
                  <a:pt x="14471" y="7329"/>
                  <a:pt x="14650" y="6901"/>
                  <a:pt x="14758" y="6916"/>
                </a:cubicBezTo>
                <a:cubicBezTo>
                  <a:pt x="14795" y="6922"/>
                  <a:pt x="14853" y="6856"/>
                  <a:pt x="14891" y="6776"/>
                </a:cubicBezTo>
                <a:cubicBezTo>
                  <a:pt x="14928" y="6695"/>
                  <a:pt x="15012" y="6600"/>
                  <a:pt x="15056" y="6588"/>
                </a:cubicBezTo>
                <a:cubicBezTo>
                  <a:pt x="15145" y="6564"/>
                  <a:pt x="15198" y="6390"/>
                  <a:pt x="15255" y="6072"/>
                </a:cubicBezTo>
                <a:cubicBezTo>
                  <a:pt x="15276" y="5959"/>
                  <a:pt x="15321" y="5764"/>
                  <a:pt x="15355" y="5650"/>
                </a:cubicBezTo>
                <a:cubicBezTo>
                  <a:pt x="15420" y="5433"/>
                  <a:pt x="15396" y="5061"/>
                  <a:pt x="15255" y="4713"/>
                </a:cubicBezTo>
                <a:cubicBezTo>
                  <a:pt x="15187" y="4541"/>
                  <a:pt x="15186" y="4519"/>
                  <a:pt x="15388" y="4361"/>
                </a:cubicBezTo>
                <a:cubicBezTo>
                  <a:pt x="15502" y="4272"/>
                  <a:pt x="15618" y="4174"/>
                  <a:pt x="15654" y="4126"/>
                </a:cubicBezTo>
                <a:cubicBezTo>
                  <a:pt x="15709" y="4053"/>
                  <a:pt x="15687" y="4033"/>
                  <a:pt x="15587" y="4033"/>
                </a:cubicBezTo>
                <a:cubicBezTo>
                  <a:pt x="15524" y="4033"/>
                  <a:pt x="15449" y="3997"/>
                  <a:pt x="15421" y="3962"/>
                </a:cubicBezTo>
                <a:cubicBezTo>
                  <a:pt x="15379" y="3908"/>
                  <a:pt x="15357" y="3914"/>
                  <a:pt x="15222" y="4009"/>
                </a:cubicBezTo>
                <a:lnTo>
                  <a:pt x="15056" y="4126"/>
                </a:lnTo>
                <a:lnTo>
                  <a:pt x="14957" y="4056"/>
                </a:lnTo>
                <a:cubicBezTo>
                  <a:pt x="14877" y="3999"/>
                  <a:pt x="14786" y="3861"/>
                  <a:pt x="14725" y="3611"/>
                </a:cubicBezTo>
                <a:cubicBezTo>
                  <a:pt x="14569" y="2980"/>
                  <a:pt x="14717" y="1493"/>
                  <a:pt x="14924" y="1571"/>
                </a:cubicBezTo>
                <a:cubicBezTo>
                  <a:pt x="14954" y="1582"/>
                  <a:pt x="14966" y="1700"/>
                  <a:pt x="14957" y="1829"/>
                </a:cubicBezTo>
                <a:cubicBezTo>
                  <a:pt x="14944" y="2008"/>
                  <a:pt x="14951" y="2047"/>
                  <a:pt x="15023" y="2063"/>
                </a:cubicBezTo>
                <a:cubicBezTo>
                  <a:pt x="15039" y="2015"/>
                  <a:pt x="15079" y="1943"/>
                  <a:pt x="15090" y="1876"/>
                </a:cubicBezTo>
                <a:cubicBezTo>
                  <a:pt x="15111" y="1741"/>
                  <a:pt x="15129" y="1629"/>
                  <a:pt x="15156" y="1618"/>
                </a:cubicBezTo>
                <a:cubicBezTo>
                  <a:pt x="15183" y="1606"/>
                  <a:pt x="15234" y="1514"/>
                  <a:pt x="15255" y="1430"/>
                </a:cubicBezTo>
                <a:cubicBezTo>
                  <a:pt x="15277" y="1346"/>
                  <a:pt x="15314" y="1203"/>
                  <a:pt x="15355" y="1102"/>
                </a:cubicBezTo>
                <a:cubicBezTo>
                  <a:pt x="15502" y="742"/>
                  <a:pt x="15620" y="368"/>
                  <a:pt x="15620" y="258"/>
                </a:cubicBezTo>
                <a:cubicBezTo>
                  <a:pt x="15620" y="139"/>
                  <a:pt x="15473" y="0"/>
                  <a:pt x="15355" y="0"/>
                </a:cubicBezTo>
                <a:close/>
                <a:moveTo>
                  <a:pt x="14924" y="2790"/>
                </a:moveTo>
                <a:lnTo>
                  <a:pt x="14824" y="2813"/>
                </a:lnTo>
                <a:lnTo>
                  <a:pt x="14857" y="3095"/>
                </a:lnTo>
                <a:cubicBezTo>
                  <a:pt x="14890" y="3338"/>
                  <a:pt x="14912" y="3384"/>
                  <a:pt x="14990" y="3376"/>
                </a:cubicBezTo>
                <a:cubicBezTo>
                  <a:pt x="14960" y="3322"/>
                  <a:pt x="14926" y="3065"/>
                  <a:pt x="14924" y="2790"/>
                </a:cubicBezTo>
                <a:close/>
                <a:moveTo>
                  <a:pt x="15654" y="3470"/>
                </a:moveTo>
                <a:cubicBezTo>
                  <a:pt x="15516" y="3513"/>
                  <a:pt x="15361" y="3556"/>
                  <a:pt x="15255" y="3634"/>
                </a:cubicBezTo>
                <a:cubicBezTo>
                  <a:pt x="15259" y="3640"/>
                  <a:pt x="15252" y="3657"/>
                  <a:pt x="15255" y="3657"/>
                </a:cubicBezTo>
                <a:cubicBezTo>
                  <a:pt x="15270" y="3657"/>
                  <a:pt x="15403" y="3620"/>
                  <a:pt x="15521" y="3564"/>
                </a:cubicBezTo>
                <a:lnTo>
                  <a:pt x="15720" y="3470"/>
                </a:lnTo>
                <a:lnTo>
                  <a:pt x="15654" y="3470"/>
                </a:lnTo>
                <a:close/>
                <a:moveTo>
                  <a:pt x="15620" y="5252"/>
                </a:moveTo>
                <a:cubicBezTo>
                  <a:pt x="15601" y="5258"/>
                  <a:pt x="15587" y="5280"/>
                  <a:pt x="15587" y="5299"/>
                </a:cubicBezTo>
                <a:cubicBezTo>
                  <a:pt x="15587" y="5328"/>
                  <a:pt x="15654" y="5339"/>
                  <a:pt x="15720" y="5346"/>
                </a:cubicBezTo>
                <a:cubicBezTo>
                  <a:pt x="15715" y="5314"/>
                  <a:pt x="15692" y="5282"/>
                  <a:pt x="15687" y="5252"/>
                </a:cubicBezTo>
                <a:cubicBezTo>
                  <a:pt x="15659" y="5248"/>
                  <a:pt x="15636" y="5247"/>
                  <a:pt x="15620" y="5252"/>
                </a:cubicBezTo>
                <a:close/>
                <a:moveTo>
                  <a:pt x="17313" y="6072"/>
                </a:moveTo>
                <a:cubicBezTo>
                  <a:pt x="17235" y="6071"/>
                  <a:pt x="17182" y="6088"/>
                  <a:pt x="17113" y="6096"/>
                </a:cubicBezTo>
                <a:cubicBezTo>
                  <a:pt x="17190" y="6195"/>
                  <a:pt x="17283" y="6191"/>
                  <a:pt x="17445" y="6119"/>
                </a:cubicBezTo>
                <a:cubicBezTo>
                  <a:pt x="17491" y="6099"/>
                  <a:pt x="17545" y="6093"/>
                  <a:pt x="17578" y="6096"/>
                </a:cubicBezTo>
                <a:cubicBezTo>
                  <a:pt x="17509" y="6082"/>
                  <a:pt x="17403" y="6074"/>
                  <a:pt x="17313" y="6072"/>
                </a:cubicBezTo>
                <a:close/>
                <a:moveTo>
                  <a:pt x="17578" y="6096"/>
                </a:moveTo>
                <a:cubicBezTo>
                  <a:pt x="17610" y="6101"/>
                  <a:pt x="17633" y="6114"/>
                  <a:pt x="17678" y="6143"/>
                </a:cubicBezTo>
                <a:cubicBezTo>
                  <a:pt x="17673" y="6136"/>
                  <a:pt x="17682" y="6122"/>
                  <a:pt x="17678" y="6119"/>
                </a:cubicBezTo>
                <a:cubicBezTo>
                  <a:pt x="17656" y="6108"/>
                  <a:pt x="17615" y="6103"/>
                  <a:pt x="17578" y="6096"/>
                </a:cubicBezTo>
                <a:close/>
                <a:moveTo>
                  <a:pt x="15786" y="6213"/>
                </a:moveTo>
                <a:cubicBezTo>
                  <a:pt x="15799" y="6288"/>
                  <a:pt x="15816" y="6426"/>
                  <a:pt x="15820" y="6494"/>
                </a:cubicBezTo>
                <a:cubicBezTo>
                  <a:pt x="15821" y="6520"/>
                  <a:pt x="15846" y="6523"/>
                  <a:pt x="15853" y="6541"/>
                </a:cubicBezTo>
                <a:cubicBezTo>
                  <a:pt x="15841" y="6447"/>
                  <a:pt x="15799" y="6366"/>
                  <a:pt x="15786" y="6213"/>
                </a:cubicBezTo>
                <a:close/>
                <a:moveTo>
                  <a:pt x="17545" y="6260"/>
                </a:moveTo>
                <a:cubicBezTo>
                  <a:pt x="17531" y="6255"/>
                  <a:pt x="17511" y="6266"/>
                  <a:pt x="17445" y="6283"/>
                </a:cubicBezTo>
                <a:cubicBezTo>
                  <a:pt x="17395" y="6297"/>
                  <a:pt x="17346" y="6333"/>
                  <a:pt x="17346" y="6354"/>
                </a:cubicBezTo>
                <a:cubicBezTo>
                  <a:pt x="17346" y="6415"/>
                  <a:pt x="17509" y="6396"/>
                  <a:pt x="17545" y="6330"/>
                </a:cubicBezTo>
                <a:cubicBezTo>
                  <a:pt x="17564" y="6296"/>
                  <a:pt x="17559" y="6265"/>
                  <a:pt x="17545" y="6260"/>
                </a:cubicBezTo>
                <a:close/>
                <a:moveTo>
                  <a:pt x="16881" y="6729"/>
                </a:moveTo>
                <a:cubicBezTo>
                  <a:pt x="16890" y="6921"/>
                  <a:pt x="16872" y="7019"/>
                  <a:pt x="16782" y="7151"/>
                </a:cubicBezTo>
                <a:cubicBezTo>
                  <a:pt x="16742" y="7208"/>
                  <a:pt x="16679" y="7258"/>
                  <a:pt x="16616" y="7315"/>
                </a:cubicBezTo>
                <a:cubicBezTo>
                  <a:pt x="16748" y="7306"/>
                  <a:pt x="16801" y="7291"/>
                  <a:pt x="16881" y="7198"/>
                </a:cubicBezTo>
                <a:cubicBezTo>
                  <a:pt x="16946" y="7123"/>
                  <a:pt x="16981" y="6985"/>
                  <a:pt x="16981" y="6893"/>
                </a:cubicBezTo>
                <a:lnTo>
                  <a:pt x="16981" y="6729"/>
                </a:lnTo>
                <a:lnTo>
                  <a:pt x="16881" y="6729"/>
                </a:lnTo>
                <a:close/>
                <a:moveTo>
                  <a:pt x="15620" y="7104"/>
                </a:moveTo>
                <a:cubicBezTo>
                  <a:pt x="15604" y="7115"/>
                  <a:pt x="15628" y="7152"/>
                  <a:pt x="15687" y="7198"/>
                </a:cubicBezTo>
                <a:cubicBezTo>
                  <a:pt x="15745" y="7243"/>
                  <a:pt x="15804" y="7279"/>
                  <a:pt x="15820" y="7268"/>
                </a:cubicBezTo>
                <a:cubicBezTo>
                  <a:pt x="15836" y="7257"/>
                  <a:pt x="15812" y="7220"/>
                  <a:pt x="15753" y="7174"/>
                </a:cubicBezTo>
                <a:cubicBezTo>
                  <a:pt x="15695" y="7129"/>
                  <a:pt x="15636" y="7093"/>
                  <a:pt x="15620" y="7104"/>
                </a:cubicBezTo>
                <a:close/>
                <a:moveTo>
                  <a:pt x="16052" y="7385"/>
                </a:moveTo>
                <a:cubicBezTo>
                  <a:pt x="16036" y="7372"/>
                  <a:pt x="16012" y="7404"/>
                  <a:pt x="15952" y="7456"/>
                </a:cubicBezTo>
                <a:cubicBezTo>
                  <a:pt x="15847" y="7547"/>
                  <a:pt x="15824" y="7545"/>
                  <a:pt x="15720" y="7479"/>
                </a:cubicBezTo>
                <a:cubicBezTo>
                  <a:pt x="15617" y="7413"/>
                  <a:pt x="15620" y="7428"/>
                  <a:pt x="15554" y="7503"/>
                </a:cubicBezTo>
                <a:cubicBezTo>
                  <a:pt x="15464" y="7604"/>
                  <a:pt x="15522" y="7691"/>
                  <a:pt x="15654" y="7667"/>
                </a:cubicBezTo>
                <a:cubicBezTo>
                  <a:pt x="15710" y="7656"/>
                  <a:pt x="15776" y="7677"/>
                  <a:pt x="15820" y="7714"/>
                </a:cubicBezTo>
                <a:cubicBezTo>
                  <a:pt x="15924" y="7802"/>
                  <a:pt x="16037" y="7721"/>
                  <a:pt x="16052" y="7549"/>
                </a:cubicBezTo>
                <a:cubicBezTo>
                  <a:pt x="16060" y="7453"/>
                  <a:pt x="16067" y="7399"/>
                  <a:pt x="16052" y="7385"/>
                </a:cubicBezTo>
                <a:close/>
                <a:moveTo>
                  <a:pt x="15488" y="7807"/>
                </a:moveTo>
                <a:cubicBezTo>
                  <a:pt x="15466" y="7814"/>
                  <a:pt x="15446" y="7827"/>
                  <a:pt x="15421" y="7854"/>
                </a:cubicBezTo>
                <a:cubicBezTo>
                  <a:pt x="15344" y="7942"/>
                  <a:pt x="15381" y="7964"/>
                  <a:pt x="15521" y="7901"/>
                </a:cubicBezTo>
                <a:cubicBezTo>
                  <a:pt x="15580" y="7875"/>
                  <a:pt x="15594" y="7859"/>
                  <a:pt x="15554" y="7831"/>
                </a:cubicBezTo>
                <a:cubicBezTo>
                  <a:pt x="15534" y="7817"/>
                  <a:pt x="15509" y="7801"/>
                  <a:pt x="15488" y="7807"/>
                </a:cubicBezTo>
                <a:close/>
                <a:moveTo>
                  <a:pt x="17678" y="8722"/>
                </a:moveTo>
                <a:cubicBezTo>
                  <a:pt x="17627" y="8756"/>
                  <a:pt x="17561" y="8860"/>
                  <a:pt x="17478" y="9003"/>
                </a:cubicBezTo>
                <a:lnTo>
                  <a:pt x="17313" y="9308"/>
                </a:lnTo>
                <a:lnTo>
                  <a:pt x="17412" y="9308"/>
                </a:lnTo>
                <a:cubicBezTo>
                  <a:pt x="17430" y="9277"/>
                  <a:pt x="17421" y="9277"/>
                  <a:pt x="17445" y="9237"/>
                </a:cubicBezTo>
                <a:cubicBezTo>
                  <a:pt x="17488" y="9167"/>
                  <a:pt x="17545" y="9081"/>
                  <a:pt x="17545" y="9050"/>
                </a:cubicBezTo>
                <a:cubicBezTo>
                  <a:pt x="17545" y="9019"/>
                  <a:pt x="17547" y="8978"/>
                  <a:pt x="17578" y="8956"/>
                </a:cubicBezTo>
                <a:cubicBezTo>
                  <a:pt x="17602" y="8939"/>
                  <a:pt x="17647" y="8829"/>
                  <a:pt x="17678" y="8722"/>
                </a:cubicBezTo>
                <a:close/>
                <a:moveTo>
                  <a:pt x="17810" y="10011"/>
                </a:moveTo>
                <a:cubicBezTo>
                  <a:pt x="17783" y="10014"/>
                  <a:pt x="17766" y="10041"/>
                  <a:pt x="17810" y="10128"/>
                </a:cubicBezTo>
                <a:cubicBezTo>
                  <a:pt x="17878" y="10260"/>
                  <a:pt x="17890" y="10273"/>
                  <a:pt x="17910" y="10175"/>
                </a:cubicBezTo>
                <a:cubicBezTo>
                  <a:pt x="17913" y="10157"/>
                  <a:pt x="17935" y="10147"/>
                  <a:pt x="17943" y="10128"/>
                </a:cubicBezTo>
                <a:cubicBezTo>
                  <a:pt x="17907" y="10094"/>
                  <a:pt x="17884" y="10046"/>
                  <a:pt x="17843" y="10011"/>
                </a:cubicBezTo>
                <a:cubicBezTo>
                  <a:pt x="17828" y="10007"/>
                  <a:pt x="17818" y="10010"/>
                  <a:pt x="17810" y="10011"/>
                </a:cubicBezTo>
                <a:close/>
                <a:moveTo>
                  <a:pt x="18540" y="10668"/>
                </a:moveTo>
                <a:cubicBezTo>
                  <a:pt x="18158" y="10664"/>
                  <a:pt x="18163" y="10689"/>
                  <a:pt x="18341" y="10949"/>
                </a:cubicBezTo>
                <a:cubicBezTo>
                  <a:pt x="18405" y="11043"/>
                  <a:pt x="18441" y="11127"/>
                  <a:pt x="18441" y="11160"/>
                </a:cubicBezTo>
                <a:cubicBezTo>
                  <a:pt x="18441" y="11193"/>
                  <a:pt x="18467" y="11242"/>
                  <a:pt x="18507" y="11254"/>
                </a:cubicBezTo>
                <a:cubicBezTo>
                  <a:pt x="18654" y="11296"/>
                  <a:pt x="18700" y="11280"/>
                  <a:pt x="18607" y="11207"/>
                </a:cubicBezTo>
                <a:cubicBezTo>
                  <a:pt x="18423" y="11064"/>
                  <a:pt x="18543" y="10758"/>
                  <a:pt x="18806" y="10691"/>
                </a:cubicBezTo>
                <a:cubicBezTo>
                  <a:pt x="18854" y="10679"/>
                  <a:pt x="18724" y="10669"/>
                  <a:pt x="18540" y="10668"/>
                </a:cubicBezTo>
                <a:close/>
                <a:moveTo>
                  <a:pt x="18772" y="10879"/>
                </a:moveTo>
                <a:cubicBezTo>
                  <a:pt x="18758" y="10876"/>
                  <a:pt x="18764" y="10903"/>
                  <a:pt x="18739" y="10949"/>
                </a:cubicBezTo>
                <a:cubicBezTo>
                  <a:pt x="18712" y="11000"/>
                  <a:pt x="18688" y="11056"/>
                  <a:pt x="18706" y="11090"/>
                </a:cubicBezTo>
                <a:cubicBezTo>
                  <a:pt x="18724" y="11124"/>
                  <a:pt x="18779" y="11160"/>
                  <a:pt x="18806" y="11160"/>
                </a:cubicBezTo>
                <a:cubicBezTo>
                  <a:pt x="18900" y="11160"/>
                  <a:pt x="18903" y="11088"/>
                  <a:pt x="18839" y="10972"/>
                </a:cubicBezTo>
                <a:cubicBezTo>
                  <a:pt x="18807" y="10915"/>
                  <a:pt x="18787" y="10882"/>
                  <a:pt x="18772" y="10879"/>
                </a:cubicBezTo>
                <a:close/>
                <a:moveTo>
                  <a:pt x="19336" y="11207"/>
                </a:moveTo>
                <a:cubicBezTo>
                  <a:pt x="19327" y="11200"/>
                  <a:pt x="19322" y="11211"/>
                  <a:pt x="19270" y="11230"/>
                </a:cubicBezTo>
                <a:cubicBezTo>
                  <a:pt x="19207" y="11254"/>
                  <a:pt x="19137" y="11312"/>
                  <a:pt x="19137" y="11348"/>
                </a:cubicBezTo>
                <a:cubicBezTo>
                  <a:pt x="19137" y="11438"/>
                  <a:pt x="19279" y="11386"/>
                  <a:pt x="19336" y="11277"/>
                </a:cubicBezTo>
                <a:cubicBezTo>
                  <a:pt x="19358" y="11236"/>
                  <a:pt x="19346" y="11213"/>
                  <a:pt x="19336" y="11207"/>
                </a:cubicBezTo>
                <a:close/>
                <a:moveTo>
                  <a:pt x="19635" y="11324"/>
                </a:moveTo>
                <a:cubicBezTo>
                  <a:pt x="19554" y="11337"/>
                  <a:pt x="19502" y="11354"/>
                  <a:pt x="19502" y="11394"/>
                </a:cubicBezTo>
                <a:cubicBezTo>
                  <a:pt x="19502" y="11545"/>
                  <a:pt x="19193" y="11621"/>
                  <a:pt x="19038" y="11512"/>
                </a:cubicBezTo>
                <a:cubicBezTo>
                  <a:pt x="18983" y="11473"/>
                  <a:pt x="18971" y="11511"/>
                  <a:pt x="18971" y="11676"/>
                </a:cubicBezTo>
                <a:lnTo>
                  <a:pt x="18971" y="11887"/>
                </a:lnTo>
                <a:lnTo>
                  <a:pt x="19171" y="11887"/>
                </a:lnTo>
                <a:cubicBezTo>
                  <a:pt x="19140" y="11859"/>
                  <a:pt x="19101" y="11855"/>
                  <a:pt x="19071" y="11840"/>
                </a:cubicBezTo>
                <a:cubicBezTo>
                  <a:pt x="18920" y="11765"/>
                  <a:pt x="18944" y="11706"/>
                  <a:pt x="19137" y="11676"/>
                </a:cubicBezTo>
                <a:cubicBezTo>
                  <a:pt x="19229" y="11662"/>
                  <a:pt x="19350" y="11623"/>
                  <a:pt x="19403" y="11582"/>
                </a:cubicBezTo>
                <a:cubicBezTo>
                  <a:pt x="19469" y="11531"/>
                  <a:pt x="19565" y="11424"/>
                  <a:pt x="19635" y="11324"/>
                </a:cubicBezTo>
                <a:close/>
                <a:moveTo>
                  <a:pt x="19900" y="11770"/>
                </a:moveTo>
                <a:cubicBezTo>
                  <a:pt x="19752" y="11798"/>
                  <a:pt x="19689" y="11847"/>
                  <a:pt x="19635" y="11910"/>
                </a:cubicBezTo>
                <a:lnTo>
                  <a:pt x="19867" y="11910"/>
                </a:lnTo>
                <a:lnTo>
                  <a:pt x="19900" y="12215"/>
                </a:lnTo>
                <a:cubicBezTo>
                  <a:pt x="19916" y="12494"/>
                  <a:pt x="19910" y="12520"/>
                  <a:pt x="20033" y="12520"/>
                </a:cubicBezTo>
                <a:cubicBezTo>
                  <a:pt x="20105" y="12520"/>
                  <a:pt x="20197" y="12498"/>
                  <a:pt x="20232" y="12473"/>
                </a:cubicBezTo>
                <a:cubicBezTo>
                  <a:pt x="20361" y="12382"/>
                  <a:pt x="20393" y="12517"/>
                  <a:pt x="20265" y="12614"/>
                </a:cubicBezTo>
                <a:cubicBezTo>
                  <a:pt x="20191" y="12670"/>
                  <a:pt x="20165" y="12716"/>
                  <a:pt x="20199" y="12731"/>
                </a:cubicBezTo>
                <a:cubicBezTo>
                  <a:pt x="20231" y="12745"/>
                  <a:pt x="20278" y="12730"/>
                  <a:pt x="20299" y="12684"/>
                </a:cubicBezTo>
                <a:cubicBezTo>
                  <a:pt x="20344" y="12583"/>
                  <a:pt x="20509" y="12510"/>
                  <a:pt x="20630" y="12543"/>
                </a:cubicBezTo>
                <a:cubicBezTo>
                  <a:pt x="20705" y="12563"/>
                  <a:pt x="20716" y="12508"/>
                  <a:pt x="20730" y="12238"/>
                </a:cubicBezTo>
                <a:lnTo>
                  <a:pt x="20763" y="11910"/>
                </a:lnTo>
                <a:lnTo>
                  <a:pt x="21029" y="11910"/>
                </a:lnTo>
                <a:cubicBezTo>
                  <a:pt x="20984" y="11875"/>
                  <a:pt x="20940" y="11856"/>
                  <a:pt x="20896" y="11840"/>
                </a:cubicBezTo>
                <a:cubicBezTo>
                  <a:pt x="20759" y="11788"/>
                  <a:pt x="20401" y="11760"/>
                  <a:pt x="20133" y="11770"/>
                </a:cubicBezTo>
                <a:cubicBezTo>
                  <a:pt x="20043" y="11773"/>
                  <a:pt x="19963" y="11758"/>
                  <a:pt x="19900" y="11770"/>
                </a:cubicBezTo>
                <a:close/>
                <a:moveTo>
                  <a:pt x="18573" y="12027"/>
                </a:moveTo>
                <a:cubicBezTo>
                  <a:pt x="18556" y="12030"/>
                  <a:pt x="18531" y="12034"/>
                  <a:pt x="18507" y="12051"/>
                </a:cubicBezTo>
                <a:cubicBezTo>
                  <a:pt x="18456" y="12087"/>
                  <a:pt x="18446" y="12129"/>
                  <a:pt x="18507" y="12215"/>
                </a:cubicBezTo>
                <a:lnTo>
                  <a:pt x="18573" y="12332"/>
                </a:lnTo>
                <a:lnTo>
                  <a:pt x="18607" y="12192"/>
                </a:lnTo>
                <a:cubicBezTo>
                  <a:pt x="18624" y="12073"/>
                  <a:pt x="18625" y="12020"/>
                  <a:pt x="18573" y="12027"/>
                </a:cubicBezTo>
                <a:close/>
                <a:moveTo>
                  <a:pt x="18142" y="12074"/>
                </a:moveTo>
                <a:cubicBezTo>
                  <a:pt x="18125" y="12075"/>
                  <a:pt x="18109" y="12092"/>
                  <a:pt x="18109" y="12145"/>
                </a:cubicBezTo>
                <a:cubicBezTo>
                  <a:pt x="18109" y="12203"/>
                  <a:pt x="18094" y="12291"/>
                  <a:pt x="18076" y="12332"/>
                </a:cubicBezTo>
                <a:cubicBezTo>
                  <a:pt x="18044" y="12403"/>
                  <a:pt x="18046" y="12401"/>
                  <a:pt x="18109" y="12332"/>
                </a:cubicBezTo>
                <a:cubicBezTo>
                  <a:pt x="18145" y="12292"/>
                  <a:pt x="18207" y="12270"/>
                  <a:pt x="18242" y="12285"/>
                </a:cubicBezTo>
                <a:cubicBezTo>
                  <a:pt x="18284" y="12304"/>
                  <a:pt x="18275" y="12300"/>
                  <a:pt x="18242" y="12262"/>
                </a:cubicBezTo>
                <a:cubicBezTo>
                  <a:pt x="18213" y="12230"/>
                  <a:pt x="18182" y="12175"/>
                  <a:pt x="18175" y="12145"/>
                </a:cubicBezTo>
                <a:cubicBezTo>
                  <a:pt x="18164" y="12092"/>
                  <a:pt x="18159" y="12074"/>
                  <a:pt x="18142" y="12074"/>
                </a:cubicBezTo>
                <a:close/>
                <a:moveTo>
                  <a:pt x="18607" y="12332"/>
                </a:moveTo>
                <a:lnTo>
                  <a:pt x="18573" y="12426"/>
                </a:lnTo>
                <a:cubicBezTo>
                  <a:pt x="18543" y="12482"/>
                  <a:pt x="18450" y="12520"/>
                  <a:pt x="18374" y="12520"/>
                </a:cubicBezTo>
                <a:cubicBezTo>
                  <a:pt x="18251" y="12520"/>
                  <a:pt x="18272" y="12510"/>
                  <a:pt x="18407" y="12590"/>
                </a:cubicBezTo>
                <a:cubicBezTo>
                  <a:pt x="18483" y="12635"/>
                  <a:pt x="18570" y="12683"/>
                  <a:pt x="18607" y="12684"/>
                </a:cubicBezTo>
                <a:cubicBezTo>
                  <a:pt x="18702" y="12686"/>
                  <a:pt x="18737" y="12544"/>
                  <a:pt x="18673" y="12426"/>
                </a:cubicBezTo>
                <a:lnTo>
                  <a:pt x="18607" y="12332"/>
                </a:lnTo>
                <a:close/>
                <a:moveTo>
                  <a:pt x="21360" y="12614"/>
                </a:moveTo>
                <a:cubicBezTo>
                  <a:pt x="21308" y="12623"/>
                  <a:pt x="21273" y="12640"/>
                  <a:pt x="21261" y="12684"/>
                </a:cubicBezTo>
                <a:cubicBezTo>
                  <a:pt x="21239" y="12762"/>
                  <a:pt x="21257" y="12768"/>
                  <a:pt x="21393" y="12731"/>
                </a:cubicBezTo>
                <a:cubicBezTo>
                  <a:pt x="21444" y="12717"/>
                  <a:pt x="21493" y="12694"/>
                  <a:pt x="21493" y="12660"/>
                </a:cubicBezTo>
                <a:cubicBezTo>
                  <a:pt x="21493" y="12618"/>
                  <a:pt x="21413" y="12604"/>
                  <a:pt x="21360" y="12614"/>
                </a:cubicBezTo>
                <a:close/>
                <a:moveTo>
                  <a:pt x="19303" y="12637"/>
                </a:moveTo>
                <a:cubicBezTo>
                  <a:pt x="19039" y="12637"/>
                  <a:pt x="19034" y="12648"/>
                  <a:pt x="19071" y="12731"/>
                </a:cubicBezTo>
                <a:cubicBezTo>
                  <a:pt x="19093" y="12780"/>
                  <a:pt x="19102" y="12903"/>
                  <a:pt x="19104" y="13012"/>
                </a:cubicBezTo>
                <a:lnTo>
                  <a:pt x="19104" y="13223"/>
                </a:lnTo>
                <a:lnTo>
                  <a:pt x="19436" y="13223"/>
                </a:lnTo>
                <a:cubicBezTo>
                  <a:pt x="19622" y="13223"/>
                  <a:pt x="19798" y="13193"/>
                  <a:pt x="19801" y="13176"/>
                </a:cubicBezTo>
                <a:cubicBezTo>
                  <a:pt x="19803" y="13159"/>
                  <a:pt x="19791" y="13121"/>
                  <a:pt x="19801" y="13082"/>
                </a:cubicBezTo>
                <a:cubicBezTo>
                  <a:pt x="19812" y="13041"/>
                  <a:pt x="19811" y="13024"/>
                  <a:pt x="19768" y="13036"/>
                </a:cubicBezTo>
                <a:cubicBezTo>
                  <a:pt x="19647" y="13068"/>
                  <a:pt x="19543" y="12932"/>
                  <a:pt x="19569" y="12778"/>
                </a:cubicBezTo>
                <a:lnTo>
                  <a:pt x="19602" y="12637"/>
                </a:lnTo>
                <a:lnTo>
                  <a:pt x="19303" y="12637"/>
                </a:lnTo>
                <a:close/>
                <a:moveTo>
                  <a:pt x="19934" y="12637"/>
                </a:moveTo>
                <a:cubicBezTo>
                  <a:pt x="19852" y="12637"/>
                  <a:pt x="19735" y="12766"/>
                  <a:pt x="19735" y="12848"/>
                </a:cubicBezTo>
                <a:cubicBezTo>
                  <a:pt x="19735" y="12919"/>
                  <a:pt x="19890" y="12887"/>
                  <a:pt x="20000" y="12801"/>
                </a:cubicBezTo>
                <a:cubicBezTo>
                  <a:pt x="20108" y="12717"/>
                  <a:pt x="20070" y="12637"/>
                  <a:pt x="19934" y="12637"/>
                </a:cubicBezTo>
                <a:close/>
                <a:moveTo>
                  <a:pt x="20962" y="12637"/>
                </a:moveTo>
                <a:cubicBezTo>
                  <a:pt x="20847" y="12637"/>
                  <a:pt x="20847" y="12662"/>
                  <a:pt x="20863" y="12942"/>
                </a:cubicBezTo>
                <a:lnTo>
                  <a:pt x="20863" y="13223"/>
                </a:lnTo>
                <a:lnTo>
                  <a:pt x="21261" y="13223"/>
                </a:lnTo>
                <a:cubicBezTo>
                  <a:pt x="21287" y="13222"/>
                  <a:pt x="21271" y="13224"/>
                  <a:pt x="21294" y="13223"/>
                </a:cubicBezTo>
                <a:cubicBezTo>
                  <a:pt x="21305" y="13209"/>
                  <a:pt x="21346" y="13183"/>
                  <a:pt x="21360" y="13176"/>
                </a:cubicBezTo>
                <a:cubicBezTo>
                  <a:pt x="21395" y="13161"/>
                  <a:pt x="21407" y="13094"/>
                  <a:pt x="21393" y="13012"/>
                </a:cubicBezTo>
                <a:cubicBezTo>
                  <a:pt x="21381" y="12940"/>
                  <a:pt x="21397" y="12886"/>
                  <a:pt x="21427" y="12848"/>
                </a:cubicBezTo>
                <a:cubicBezTo>
                  <a:pt x="21281" y="12892"/>
                  <a:pt x="21124" y="12884"/>
                  <a:pt x="21062" y="12801"/>
                </a:cubicBezTo>
                <a:cubicBezTo>
                  <a:pt x="21027" y="12755"/>
                  <a:pt x="21009" y="12706"/>
                  <a:pt x="21029" y="12684"/>
                </a:cubicBezTo>
                <a:cubicBezTo>
                  <a:pt x="21048" y="12662"/>
                  <a:pt x="21030" y="12637"/>
                  <a:pt x="20962" y="12637"/>
                </a:cubicBezTo>
                <a:close/>
                <a:moveTo>
                  <a:pt x="19900" y="13294"/>
                </a:moveTo>
                <a:lnTo>
                  <a:pt x="19900" y="13575"/>
                </a:lnTo>
                <a:cubicBezTo>
                  <a:pt x="19900" y="13887"/>
                  <a:pt x="19912" y="13914"/>
                  <a:pt x="20199" y="13809"/>
                </a:cubicBezTo>
                <a:cubicBezTo>
                  <a:pt x="20375" y="13745"/>
                  <a:pt x="20412" y="13750"/>
                  <a:pt x="20498" y="13833"/>
                </a:cubicBezTo>
                <a:cubicBezTo>
                  <a:pt x="20640" y="13970"/>
                  <a:pt x="20678" y="13902"/>
                  <a:pt x="20697" y="13622"/>
                </a:cubicBezTo>
                <a:cubicBezTo>
                  <a:pt x="20718" y="13312"/>
                  <a:pt x="20695" y="13294"/>
                  <a:pt x="20232" y="13294"/>
                </a:cubicBezTo>
                <a:lnTo>
                  <a:pt x="19900" y="13294"/>
                </a:lnTo>
                <a:close/>
                <a:moveTo>
                  <a:pt x="19701" y="13950"/>
                </a:moveTo>
                <a:cubicBezTo>
                  <a:pt x="19653" y="13950"/>
                  <a:pt x="19603" y="13991"/>
                  <a:pt x="19535" y="14044"/>
                </a:cubicBezTo>
                <a:cubicBezTo>
                  <a:pt x="19478" y="14089"/>
                  <a:pt x="19379" y="14114"/>
                  <a:pt x="19336" y="14114"/>
                </a:cubicBezTo>
                <a:cubicBezTo>
                  <a:pt x="19278" y="14114"/>
                  <a:pt x="19293" y="14151"/>
                  <a:pt x="19336" y="14231"/>
                </a:cubicBezTo>
                <a:cubicBezTo>
                  <a:pt x="19368" y="14289"/>
                  <a:pt x="19370" y="14384"/>
                  <a:pt x="19370" y="14442"/>
                </a:cubicBezTo>
                <a:cubicBezTo>
                  <a:pt x="19370" y="14533"/>
                  <a:pt x="19390" y="14536"/>
                  <a:pt x="19469" y="14489"/>
                </a:cubicBezTo>
                <a:cubicBezTo>
                  <a:pt x="19593" y="14416"/>
                  <a:pt x="19801" y="14147"/>
                  <a:pt x="19801" y="14044"/>
                </a:cubicBezTo>
                <a:cubicBezTo>
                  <a:pt x="19801" y="13990"/>
                  <a:pt x="19750" y="13950"/>
                  <a:pt x="19701" y="13950"/>
                </a:cubicBezTo>
                <a:close/>
                <a:moveTo>
                  <a:pt x="20829" y="13950"/>
                </a:moveTo>
                <a:lnTo>
                  <a:pt x="20829" y="14255"/>
                </a:lnTo>
                <a:lnTo>
                  <a:pt x="20829" y="14536"/>
                </a:lnTo>
                <a:lnTo>
                  <a:pt x="20863" y="14536"/>
                </a:lnTo>
                <a:cubicBezTo>
                  <a:pt x="20863" y="14460"/>
                  <a:pt x="20878" y="14363"/>
                  <a:pt x="20929" y="14278"/>
                </a:cubicBezTo>
                <a:cubicBezTo>
                  <a:pt x="20986" y="14184"/>
                  <a:pt x="21040" y="14076"/>
                  <a:pt x="21062" y="13950"/>
                </a:cubicBezTo>
                <a:lnTo>
                  <a:pt x="20829" y="13950"/>
                </a:lnTo>
                <a:close/>
                <a:moveTo>
                  <a:pt x="19967" y="14583"/>
                </a:moveTo>
                <a:cubicBezTo>
                  <a:pt x="19933" y="14583"/>
                  <a:pt x="19914" y="14584"/>
                  <a:pt x="19934" y="14606"/>
                </a:cubicBezTo>
                <a:cubicBezTo>
                  <a:pt x="19953" y="14629"/>
                  <a:pt x="19986" y="14653"/>
                  <a:pt x="20000" y="14653"/>
                </a:cubicBezTo>
                <a:cubicBezTo>
                  <a:pt x="20014" y="14653"/>
                  <a:pt x="20033" y="14629"/>
                  <a:pt x="20033" y="14606"/>
                </a:cubicBezTo>
                <a:cubicBezTo>
                  <a:pt x="20033" y="14584"/>
                  <a:pt x="20001" y="14583"/>
                  <a:pt x="19967" y="14583"/>
                </a:cubicBezTo>
                <a:close/>
                <a:moveTo>
                  <a:pt x="20199" y="14606"/>
                </a:moveTo>
                <a:lnTo>
                  <a:pt x="20166" y="14794"/>
                </a:lnTo>
                <a:cubicBezTo>
                  <a:pt x="20147" y="14890"/>
                  <a:pt x="20120" y="15013"/>
                  <a:pt x="20100" y="15075"/>
                </a:cubicBezTo>
                <a:cubicBezTo>
                  <a:pt x="20068" y="15171"/>
                  <a:pt x="20096" y="15193"/>
                  <a:pt x="20199" y="15193"/>
                </a:cubicBezTo>
                <a:cubicBezTo>
                  <a:pt x="20280" y="15193"/>
                  <a:pt x="20286" y="15161"/>
                  <a:pt x="20265" y="15122"/>
                </a:cubicBezTo>
                <a:cubicBezTo>
                  <a:pt x="20215" y="15029"/>
                  <a:pt x="20406" y="14822"/>
                  <a:pt x="20564" y="14794"/>
                </a:cubicBezTo>
                <a:cubicBezTo>
                  <a:pt x="20654" y="14778"/>
                  <a:pt x="20730" y="14749"/>
                  <a:pt x="20730" y="14700"/>
                </a:cubicBezTo>
                <a:cubicBezTo>
                  <a:pt x="20730" y="14636"/>
                  <a:pt x="20675" y="14606"/>
                  <a:pt x="20464" y="14606"/>
                </a:cubicBezTo>
                <a:lnTo>
                  <a:pt x="20199" y="14606"/>
                </a:lnTo>
                <a:close/>
                <a:moveTo>
                  <a:pt x="20697" y="14935"/>
                </a:moveTo>
                <a:cubicBezTo>
                  <a:pt x="20595" y="14907"/>
                  <a:pt x="20450" y="15035"/>
                  <a:pt x="20498" y="15122"/>
                </a:cubicBezTo>
                <a:cubicBezTo>
                  <a:pt x="20546" y="15211"/>
                  <a:pt x="20621" y="15192"/>
                  <a:pt x="20697" y="15075"/>
                </a:cubicBezTo>
                <a:cubicBezTo>
                  <a:pt x="20781" y="14944"/>
                  <a:pt x="20801" y="14963"/>
                  <a:pt x="20697" y="14935"/>
                </a:cubicBezTo>
                <a:close/>
                <a:moveTo>
                  <a:pt x="20829" y="15404"/>
                </a:moveTo>
                <a:cubicBezTo>
                  <a:pt x="20825" y="15435"/>
                  <a:pt x="20829" y="15455"/>
                  <a:pt x="20829" y="15497"/>
                </a:cubicBezTo>
                <a:lnTo>
                  <a:pt x="20829" y="15732"/>
                </a:lnTo>
                <a:lnTo>
                  <a:pt x="20995" y="15661"/>
                </a:lnTo>
                <a:cubicBezTo>
                  <a:pt x="21040" y="15643"/>
                  <a:pt x="21067" y="15646"/>
                  <a:pt x="21095" y="15638"/>
                </a:cubicBezTo>
                <a:cubicBezTo>
                  <a:pt x="21071" y="15553"/>
                  <a:pt x="20941" y="15448"/>
                  <a:pt x="20829" y="15404"/>
                </a:cubicBezTo>
                <a:close/>
                <a:moveTo>
                  <a:pt x="18905" y="15450"/>
                </a:moveTo>
                <a:cubicBezTo>
                  <a:pt x="18920" y="15444"/>
                  <a:pt x="18955" y="15448"/>
                  <a:pt x="18971" y="15450"/>
                </a:cubicBezTo>
                <a:cubicBezTo>
                  <a:pt x="18988" y="15453"/>
                  <a:pt x="18995" y="15463"/>
                  <a:pt x="19005" y="15474"/>
                </a:cubicBezTo>
                <a:cubicBezTo>
                  <a:pt x="19023" y="15495"/>
                  <a:pt x="19002" y="15531"/>
                  <a:pt x="18971" y="15544"/>
                </a:cubicBezTo>
                <a:cubicBezTo>
                  <a:pt x="18941" y="15558"/>
                  <a:pt x="18891" y="15542"/>
                  <a:pt x="18872" y="15521"/>
                </a:cubicBezTo>
                <a:cubicBezTo>
                  <a:pt x="18853" y="15499"/>
                  <a:pt x="18875" y="15464"/>
                  <a:pt x="18905" y="15450"/>
                </a:cubicBezTo>
                <a:close/>
                <a:moveTo>
                  <a:pt x="19967" y="15474"/>
                </a:moveTo>
                <a:cubicBezTo>
                  <a:pt x="19787" y="15474"/>
                  <a:pt x="19776" y="15485"/>
                  <a:pt x="19834" y="15638"/>
                </a:cubicBezTo>
                <a:cubicBezTo>
                  <a:pt x="19872" y="15737"/>
                  <a:pt x="19854" y="15727"/>
                  <a:pt x="19900" y="15638"/>
                </a:cubicBezTo>
                <a:cubicBezTo>
                  <a:pt x="19957" y="15531"/>
                  <a:pt x="19979" y="15528"/>
                  <a:pt x="20166" y="15615"/>
                </a:cubicBezTo>
                <a:cubicBezTo>
                  <a:pt x="20246" y="15652"/>
                  <a:pt x="20342" y="15678"/>
                  <a:pt x="20365" y="15661"/>
                </a:cubicBezTo>
                <a:cubicBezTo>
                  <a:pt x="20436" y="15611"/>
                  <a:pt x="20145" y="15474"/>
                  <a:pt x="19967" y="15474"/>
                </a:cubicBezTo>
                <a:close/>
                <a:moveTo>
                  <a:pt x="21161" y="15779"/>
                </a:moveTo>
                <a:cubicBezTo>
                  <a:pt x="21091" y="15788"/>
                  <a:pt x="20986" y="15822"/>
                  <a:pt x="20962" y="15872"/>
                </a:cubicBezTo>
                <a:cubicBezTo>
                  <a:pt x="20928" y="15945"/>
                  <a:pt x="21182" y="15943"/>
                  <a:pt x="21228" y="15872"/>
                </a:cubicBezTo>
                <a:cubicBezTo>
                  <a:pt x="21224" y="15829"/>
                  <a:pt x="21219" y="15798"/>
                  <a:pt x="21194" y="15779"/>
                </a:cubicBezTo>
                <a:cubicBezTo>
                  <a:pt x="21189" y="15779"/>
                  <a:pt x="21167" y="15778"/>
                  <a:pt x="21161" y="15779"/>
                </a:cubicBezTo>
                <a:close/>
                <a:moveTo>
                  <a:pt x="19900" y="15919"/>
                </a:moveTo>
                <a:lnTo>
                  <a:pt x="19900" y="16154"/>
                </a:lnTo>
                <a:cubicBezTo>
                  <a:pt x="19900" y="16344"/>
                  <a:pt x="19928" y="16369"/>
                  <a:pt x="20033" y="16388"/>
                </a:cubicBezTo>
                <a:cubicBezTo>
                  <a:pt x="20101" y="16401"/>
                  <a:pt x="20121" y="16434"/>
                  <a:pt x="20100" y="16459"/>
                </a:cubicBezTo>
                <a:cubicBezTo>
                  <a:pt x="20045" y="16521"/>
                  <a:pt x="20575" y="16521"/>
                  <a:pt x="20664" y="16459"/>
                </a:cubicBezTo>
                <a:cubicBezTo>
                  <a:pt x="20702" y="16431"/>
                  <a:pt x="20730" y="16309"/>
                  <a:pt x="20730" y="16177"/>
                </a:cubicBezTo>
                <a:lnTo>
                  <a:pt x="20730" y="15919"/>
                </a:lnTo>
                <a:lnTo>
                  <a:pt x="20299" y="15919"/>
                </a:lnTo>
                <a:lnTo>
                  <a:pt x="19900" y="15919"/>
                </a:lnTo>
                <a:close/>
              </a:path>
            </a:pathLst>
          </a:custGeom>
          <a:noFill/>
          <a:ln>
            <a:noFill/>
          </a:ln>
          <a:effectLst>
            <a:outerShdw blurRad="254000" rotWithShape="0" dir="16200000" dist="127000">
              <a:srgbClr val="000000">
                <a:alpha val="70196"/>
              </a:srgbClr>
            </a:outerShdw>
          </a:effectLst>
        </p:spPr>
      </p:pic>
      <p:pic>
        <p:nvPicPr>
          <p:cNvPr descr="оранжевый-огнетушитель-на-апельсине-106784068.jpeg" id="74" name="Google Shape;74;p4"/>
          <p:cNvPicPr preferRelativeResize="0"/>
          <p:nvPr/>
        </p:nvPicPr>
        <p:blipFill rotWithShape="1">
          <a:blip r:embed="rId4">
            <a:alphaModFix/>
          </a:blip>
          <a:srcRect b="21472" l="31324" r="33595" t="24833"/>
          <a:stretch/>
        </p:blipFill>
        <p:spPr>
          <a:xfrm rot="-1993132">
            <a:off x="4143326" y="1516259"/>
            <a:ext cx="639690" cy="1741511"/>
          </a:xfrm>
          <a:custGeom>
            <a:rect b="b" l="l" r="r" t="t"/>
            <a:pathLst>
              <a:path extrusionOk="0" h="21574" w="21424">
                <a:moveTo>
                  <a:pt x="20042" y="0"/>
                </a:moveTo>
                <a:lnTo>
                  <a:pt x="19191" y="15"/>
                </a:lnTo>
                <a:cubicBezTo>
                  <a:pt x="18726" y="23"/>
                  <a:pt x="18297" y="46"/>
                  <a:pt x="18234" y="69"/>
                </a:cubicBezTo>
                <a:cubicBezTo>
                  <a:pt x="18171" y="92"/>
                  <a:pt x="17944" y="113"/>
                  <a:pt x="17729" y="113"/>
                </a:cubicBezTo>
                <a:cubicBezTo>
                  <a:pt x="17514" y="113"/>
                  <a:pt x="17305" y="133"/>
                  <a:pt x="17264" y="157"/>
                </a:cubicBezTo>
                <a:cubicBezTo>
                  <a:pt x="17223" y="182"/>
                  <a:pt x="16996" y="202"/>
                  <a:pt x="16772" y="202"/>
                </a:cubicBezTo>
                <a:cubicBezTo>
                  <a:pt x="16547" y="202"/>
                  <a:pt x="16344" y="218"/>
                  <a:pt x="16307" y="241"/>
                </a:cubicBezTo>
                <a:cubicBezTo>
                  <a:pt x="16269" y="263"/>
                  <a:pt x="16013" y="298"/>
                  <a:pt x="15748" y="315"/>
                </a:cubicBezTo>
                <a:cubicBezTo>
                  <a:pt x="15484" y="331"/>
                  <a:pt x="15241" y="361"/>
                  <a:pt x="15204" y="383"/>
                </a:cubicBezTo>
                <a:cubicBezTo>
                  <a:pt x="15166" y="406"/>
                  <a:pt x="14916" y="423"/>
                  <a:pt x="14659" y="423"/>
                </a:cubicBezTo>
                <a:cubicBezTo>
                  <a:pt x="14401" y="423"/>
                  <a:pt x="14168" y="443"/>
                  <a:pt x="14127" y="467"/>
                </a:cubicBezTo>
                <a:cubicBezTo>
                  <a:pt x="14086" y="492"/>
                  <a:pt x="13840" y="511"/>
                  <a:pt x="13582" y="511"/>
                </a:cubicBezTo>
                <a:cubicBezTo>
                  <a:pt x="13324" y="511"/>
                  <a:pt x="13078" y="536"/>
                  <a:pt x="13037" y="560"/>
                </a:cubicBezTo>
                <a:cubicBezTo>
                  <a:pt x="12996" y="585"/>
                  <a:pt x="12784" y="605"/>
                  <a:pt x="12572" y="605"/>
                </a:cubicBezTo>
                <a:cubicBezTo>
                  <a:pt x="12360" y="605"/>
                  <a:pt x="12031" y="632"/>
                  <a:pt x="11841" y="669"/>
                </a:cubicBezTo>
                <a:cubicBezTo>
                  <a:pt x="11651" y="705"/>
                  <a:pt x="11431" y="737"/>
                  <a:pt x="11349" y="737"/>
                </a:cubicBezTo>
                <a:cubicBezTo>
                  <a:pt x="11267" y="737"/>
                  <a:pt x="11097" y="777"/>
                  <a:pt x="10977" y="826"/>
                </a:cubicBezTo>
                <a:cubicBezTo>
                  <a:pt x="10857" y="875"/>
                  <a:pt x="10642" y="914"/>
                  <a:pt x="10485" y="914"/>
                </a:cubicBezTo>
                <a:cubicBezTo>
                  <a:pt x="9987" y="914"/>
                  <a:pt x="9718" y="1015"/>
                  <a:pt x="9515" y="1283"/>
                </a:cubicBezTo>
                <a:lnTo>
                  <a:pt x="9329" y="1539"/>
                </a:lnTo>
                <a:lnTo>
                  <a:pt x="7960" y="1539"/>
                </a:lnTo>
                <a:cubicBezTo>
                  <a:pt x="6686" y="1539"/>
                  <a:pt x="5729" y="1599"/>
                  <a:pt x="5102" y="1721"/>
                </a:cubicBezTo>
                <a:cubicBezTo>
                  <a:pt x="4987" y="1743"/>
                  <a:pt x="4804" y="1765"/>
                  <a:pt x="4703" y="1765"/>
                </a:cubicBezTo>
                <a:cubicBezTo>
                  <a:pt x="4603" y="1765"/>
                  <a:pt x="4531" y="1776"/>
                  <a:pt x="4530" y="1795"/>
                </a:cubicBezTo>
                <a:cubicBezTo>
                  <a:pt x="4530" y="1813"/>
                  <a:pt x="4293" y="1868"/>
                  <a:pt x="4012" y="1917"/>
                </a:cubicBezTo>
                <a:cubicBezTo>
                  <a:pt x="2824" y="2124"/>
                  <a:pt x="1166" y="2909"/>
                  <a:pt x="609" y="3525"/>
                </a:cubicBezTo>
                <a:cubicBezTo>
                  <a:pt x="25" y="4172"/>
                  <a:pt x="-176" y="5424"/>
                  <a:pt x="171" y="6249"/>
                </a:cubicBezTo>
                <a:cubicBezTo>
                  <a:pt x="253" y="6445"/>
                  <a:pt x="504" y="7031"/>
                  <a:pt x="729" y="7547"/>
                </a:cubicBezTo>
                <a:cubicBezTo>
                  <a:pt x="1407" y="9105"/>
                  <a:pt x="1741" y="10579"/>
                  <a:pt x="1939" y="12945"/>
                </a:cubicBezTo>
                <a:cubicBezTo>
                  <a:pt x="2001" y="13687"/>
                  <a:pt x="2028" y="13805"/>
                  <a:pt x="2218" y="13865"/>
                </a:cubicBezTo>
                <a:cubicBezTo>
                  <a:pt x="2392" y="13920"/>
                  <a:pt x="2444" y="14023"/>
                  <a:pt x="2497" y="14406"/>
                </a:cubicBezTo>
                <a:cubicBezTo>
                  <a:pt x="2570" y="14936"/>
                  <a:pt x="2827" y="15213"/>
                  <a:pt x="3268" y="15236"/>
                </a:cubicBezTo>
                <a:cubicBezTo>
                  <a:pt x="3489" y="15248"/>
                  <a:pt x="3534" y="15292"/>
                  <a:pt x="3600" y="15551"/>
                </a:cubicBezTo>
                <a:cubicBezTo>
                  <a:pt x="3642" y="15716"/>
                  <a:pt x="3679" y="16745"/>
                  <a:pt x="3680" y="17837"/>
                </a:cubicBezTo>
                <a:cubicBezTo>
                  <a:pt x="3682" y="20253"/>
                  <a:pt x="3741" y="20425"/>
                  <a:pt x="4623" y="20758"/>
                </a:cubicBezTo>
                <a:cubicBezTo>
                  <a:pt x="5542" y="21104"/>
                  <a:pt x="7162" y="21452"/>
                  <a:pt x="7853" y="21451"/>
                </a:cubicBezTo>
                <a:cubicBezTo>
                  <a:pt x="8056" y="21451"/>
                  <a:pt x="8269" y="21472"/>
                  <a:pt x="8332" y="21495"/>
                </a:cubicBezTo>
                <a:cubicBezTo>
                  <a:pt x="8395" y="21518"/>
                  <a:pt x="8644" y="21543"/>
                  <a:pt x="8877" y="21554"/>
                </a:cubicBezTo>
                <a:cubicBezTo>
                  <a:pt x="9799" y="21600"/>
                  <a:pt x="14537" y="21560"/>
                  <a:pt x="14685" y="21505"/>
                </a:cubicBezTo>
                <a:cubicBezTo>
                  <a:pt x="14766" y="21475"/>
                  <a:pt x="14960" y="21451"/>
                  <a:pt x="15111" y="21451"/>
                </a:cubicBezTo>
                <a:cubicBezTo>
                  <a:pt x="15389" y="21451"/>
                  <a:pt x="16133" y="21314"/>
                  <a:pt x="16480" y="21200"/>
                </a:cubicBezTo>
                <a:cubicBezTo>
                  <a:pt x="16584" y="21166"/>
                  <a:pt x="16734" y="21141"/>
                  <a:pt x="16812" y="21141"/>
                </a:cubicBezTo>
                <a:cubicBezTo>
                  <a:pt x="16890" y="21141"/>
                  <a:pt x="16958" y="21117"/>
                  <a:pt x="16958" y="21092"/>
                </a:cubicBezTo>
                <a:cubicBezTo>
                  <a:pt x="16958" y="21068"/>
                  <a:pt x="17045" y="21048"/>
                  <a:pt x="17144" y="21048"/>
                </a:cubicBezTo>
                <a:cubicBezTo>
                  <a:pt x="17244" y="21048"/>
                  <a:pt x="17317" y="21028"/>
                  <a:pt x="17317" y="21004"/>
                </a:cubicBezTo>
                <a:cubicBezTo>
                  <a:pt x="17317" y="20979"/>
                  <a:pt x="17395" y="20959"/>
                  <a:pt x="17490" y="20959"/>
                </a:cubicBezTo>
                <a:cubicBezTo>
                  <a:pt x="17722" y="20959"/>
                  <a:pt x="18415" y="20657"/>
                  <a:pt x="18779" y="20394"/>
                </a:cubicBezTo>
                <a:lnTo>
                  <a:pt x="19071" y="20178"/>
                </a:lnTo>
                <a:lnTo>
                  <a:pt x="19085" y="15404"/>
                </a:lnTo>
                <a:cubicBezTo>
                  <a:pt x="19097" y="12776"/>
                  <a:pt x="19122" y="10246"/>
                  <a:pt x="19138" y="9779"/>
                </a:cubicBezTo>
                <a:cubicBezTo>
                  <a:pt x="19189" y="8281"/>
                  <a:pt x="19108" y="5327"/>
                  <a:pt x="19005" y="4907"/>
                </a:cubicBezTo>
                <a:cubicBezTo>
                  <a:pt x="18950" y="4681"/>
                  <a:pt x="18814" y="4429"/>
                  <a:pt x="18699" y="4346"/>
                </a:cubicBezTo>
                <a:cubicBezTo>
                  <a:pt x="18433" y="4152"/>
                  <a:pt x="17791" y="3933"/>
                  <a:pt x="17290" y="3864"/>
                </a:cubicBezTo>
                <a:cubicBezTo>
                  <a:pt x="17074" y="3835"/>
                  <a:pt x="16807" y="3794"/>
                  <a:pt x="16692" y="3771"/>
                </a:cubicBezTo>
                <a:cubicBezTo>
                  <a:pt x="16577" y="3749"/>
                  <a:pt x="16374" y="3727"/>
                  <a:pt x="16240" y="3727"/>
                </a:cubicBezTo>
                <a:cubicBezTo>
                  <a:pt x="16107" y="3727"/>
                  <a:pt x="15988" y="3711"/>
                  <a:pt x="15988" y="3692"/>
                </a:cubicBezTo>
                <a:cubicBezTo>
                  <a:pt x="15988" y="3651"/>
                  <a:pt x="15450" y="3563"/>
                  <a:pt x="14964" y="3525"/>
                </a:cubicBezTo>
                <a:cubicBezTo>
                  <a:pt x="14569" y="3494"/>
                  <a:pt x="14399" y="3472"/>
                  <a:pt x="13582" y="3333"/>
                </a:cubicBezTo>
                <a:cubicBezTo>
                  <a:pt x="12660" y="3178"/>
                  <a:pt x="12641" y="3168"/>
                  <a:pt x="12971" y="3038"/>
                </a:cubicBezTo>
                <a:cubicBezTo>
                  <a:pt x="13260" y="2924"/>
                  <a:pt x="13854" y="2881"/>
                  <a:pt x="13994" y="2965"/>
                </a:cubicBezTo>
                <a:cubicBezTo>
                  <a:pt x="14032" y="2988"/>
                  <a:pt x="14360" y="3022"/>
                  <a:pt x="14725" y="3038"/>
                </a:cubicBezTo>
                <a:cubicBezTo>
                  <a:pt x="15090" y="3055"/>
                  <a:pt x="15420" y="3086"/>
                  <a:pt x="15456" y="3107"/>
                </a:cubicBezTo>
                <a:cubicBezTo>
                  <a:pt x="15492" y="3129"/>
                  <a:pt x="15653" y="3147"/>
                  <a:pt x="15815" y="3147"/>
                </a:cubicBezTo>
                <a:cubicBezTo>
                  <a:pt x="15977" y="3147"/>
                  <a:pt x="16107" y="3166"/>
                  <a:pt x="16107" y="3191"/>
                </a:cubicBezTo>
                <a:cubicBezTo>
                  <a:pt x="16107" y="3215"/>
                  <a:pt x="16247" y="3235"/>
                  <a:pt x="16413" y="3235"/>
                </a:cubicBezTo>
                <a:cubicBezTo>
                  <a:pt x="16579" y="3235"/>
                  <a:pt x="16719" y="3255"/>
                  <a:pt x="16719" y="3279"/>
                </a:cubicBezTo>
                <a:cubicBezTo>
                  <a:pt x="16719" y="3304"/>
                  <a:pt x="16860" y="3324"/>
                  <a:pt x="17038" y="3324"/>
                </a:cubicBezTo>
                <a:cubicBezTo>
                  <a:pt x="17427" y="3324"/>
                  <a:pt x="18777" y="3457"/>
                  <a:pt x="18938" y="3510"/>
                </a:cubicBezTo>
                <a:cubicBezTo>
                  <a:pt x="19002" y="3531"/>
                  <a:pt x="19175" y="3550"/>
                  <a:pt x="19324" y="3550"/>
                </a:cubicBezTo>
                <a:cubicBezTo>
                  <a:pt x="19473" y="3550"/>
                  <a:pt x="19621" y="3568"/>
                  <a:pt x="19656" y="3589"/>
                </a:cubicBezTo>
                <a:cubicBezTo>
                  <a:pt x="19692" y="3610"/>
                  <a:pt x="19982" y="3637"/>
                  <a:pt x="20294" y="3653"/>
                </a:cubicBezTo>
                <a:cubicBezTo>
                  <a:pt x="21154" y="3697"/>
                  <a:pt x="21424" y="3614"/>
                  <a:pt x="21424" y="3304"/>
                </a:cubicBezTo>
                <a:cubicBezTo>
                  <a:pt x="21424" y="3101"/>
                  <a:pt x="21364" y="3038"/>
                  <a:pt x="21078" y="2916"/>
                </a:cubicBezTo>
                <a:cubicBezTo>
                  <a:pt x="20890" y="2835"/>
                  <a:pt x="20637" y="2705"/>
                  <a:pt x="20520" y="2630"/>
                </a:cubicBezTo>
                <a:cubicBezTo>
                  <a:pt x="20403" y="2556"/>
                  <a:pt x="20145" y="2470"/>
                  <a:pt x="19935" y="2439"/>
                </a:cubicBezTo>
                <a:cubicBezTo>
                  <a:pt x="19726" y="2407"/>
                  <a:pt x="19286" y="2331"/>
                  <a:pt x="18965" y="2271"/>
                </a:cubicBezTo>
                <a:cubicBezTo>
                  <a:pt x="18644" y="2212"/>
                  <a:pt x="18174" y="2163"/>
                  <a:pt x="17915" y="2163"/>
                </a:cubicBezTo>
                <a:cubicBezTo>
                  <a:pt x="17656" y="2163"/>
                  <a:pt x="17437" y="2144"/>
                  <a:pt x="17437" y="2119"/>
                </a:cubicBezTo>
                <a:cubicBezTo>
                  <a:pt x="17437" y="2094"/>
                  <a:pt x="17310" y="2075"/>
                  <a:pt x="17157" y="2075"/>
                </a:cubicBezTo>
                <a:cubicBezTo>
                  <a:pt x="17005" y="2075"/>
                  <a:pt x="16829" y="2057"/>
                  <a:pt x="16759" y="2031"/>
                </a:cubicBezTo>
                <a:cubicBezTo>
                  <a:pt x="16688" y="2004"/>
                  <a:pt x="16385" y="1988"/>
                  <a:pt x="16094" y="1996"/>
                </a:cubicBezTo>
                <a:cubicBezTo>
                  <a:pt x="15655" y="2008"/>
                  <a:pt x="15548" y="2032"/>
                  <a:pt x="15416" y="2134"/>
                </a:cubicBezTo>
                <a:cubicBezTo>
                  <a:pt x="15255" y="2259"/>
                  <a:pt x="14763" y="2302"/>
                  <a:pt x="14605" y="2208"/>
                </a:cubicBezTo>
                <a:cubicBezTo>
                  <a:pt x="14564" y="2183"/>
                  <a:pt x="14433" y="2163"/>
                  <a:pt x="14313" y="2163"/>
                </a:cubicBezTo>
                <a:cubicBezTo>
                  <a:pt x="14140" y="2163"/>
                  <a:pt x="14074" y="2117"/>
                  <a:pt x="14007" y="1932"/>
                </a:cubicBezTo>
                <a:cubicBezTo>
                  <a:pt x="13961" y="1803"/>
                  <a:pt x="13913" y="1691"/>
                  <a:pt x="13901" y="1681"/>
                </a:cubicBezTo>
                <a:cubicBezTo>
                  <a:pt x="13877" y="1662"/>
                  <a:pt x="14082" y="1616"/>
                  <a:pt x="14539" y="1549"/>
                </a:cubicBezTo>
                <a:cubicBezTo>
                  <a:pt x="15323" y="1434"/>
                  <a:pt x="15867" y="1338"/>
                  <a:pt x="15868" y="1308"/>
                </a:cubicBezTo>
                <a:cubicBezTo>
                  <a:pt x="15869" y="1289"/>
                  <a:pt x="15933" y="1273"/>
                  <a:pt x="16001" y="1273"/>
                </a:cubicBezTo>
                <a:cubicBezTo>
                  <a:pt x="16069" y="1273"/>
                  <a:pt x="16336" y="1222"/>
                  <a:pt x="16599" y="1160"/>
                </a:cubicBezTo>
                <a:cubicBezTo>
                  <a:pt x="16862" y="1099"/>
                  <a:pt x="17240" y="1047"/>
                  <a:pt x="17437" y="1047"/>
                </a:cubicBezTo>
                <a:cubicBezTo>
                  <a:pt x="17633" y="1047"/>
                  <a:pt x="17821" y="1028"/>
                  <a:pt x="17862" y="1003"/>
                </a:cubicBezTo>
                <a:cubicBezTo>
                  <a:pt x="17903" y="978"/>
                  <a:pt x="18092" y="959"/>
                  <a:pt x="18287" y="959"/>
                </a:cubicBezTo>
                <a:cubicBezTo>
                  <a:pt x="18482" y="959"/>
                  <a:pt x="18646" y="939"/>
                  <a:pt x="18646" y="914"/>
                </a:cubicBezTo>
                <a:cubicBezTo>
                  <a:pt x="18646" y="890"/>
                  <a:pt x="18743" y="871"/>
                  <a:pt x="18859" y="870"/>
                </a:cubicBezTo>
                <a:cubicBezTo>
                  <a:pt x="19428" y="868"/>
                  <a:pt x="20124" y="476"/>
                  <a:pt x="20068" y="192"/>
                </a:cubicBezTo>
                <a:lnTo>
                  <a:pt x="20042" y="0"/>
                </a:lnTo>
                <a:close/>
                <a:moveTo>
                  <a:pt x="8265" y="2434"/>
                </a:moveTo>
                <a:cubicBezTo>
                  <a:pt x="8513" y="2434"/>
                  <a:pt x="8708" y="2477"/>
                  <a:pt x="8957" y="2591"/>
                </a:cubicBezTo>
                <a:cubicBezTo>
                  <a:pt x="9146" y="2678"/>
                  <a:pt x="9527" y="2847"/>
                  <a:pt x="9807" y="2965"/>
                </a:cubicBezTo>
                <a:lnTo>
                  <a:pt x="10312" y="3176"/>
                </a:lnTo>
                <a:lnTo>
                  <a:pt x="9887" y="3250"/>
                </a:lnTo>
                <a:cubicBezTo>
                  <a:pt x="9654" y="3291"/>
                  <a:pt x="9276" y="3324"/>
                  <a:pt x="9050" y="3324"/>
                </a:cubicBezTo>
                <a:cubicBezTo>
                  <a:pt x="8823" y="3324"/>
                  <a:pt x="8612" y="3348"/>
                  <a:pt x="8571" y="3373"/>
                </a:cubicBezTo>
                <a:cubicBezTo>
                  <a:pt x="8530" y="3397"/>
                  <a:pt x="8255" y="3417"/>
                  <a:pt x="7960" y="3417"/>
                </a:cubicBezTo>
                <a:cubicBezTo>
                  <a:pt x="7664" y="3417"/>
                  <a:pt x="7331" y="3431"/>
                  <a:pt x="7215" y="3451"/>
                </a:cubicBezTo>
                <a:cubicBezTo>
                  <a:pt x="7100" y="3472"/>
                  <a:pt x="6825" y="3524"/>
                  <a:pt x="6604" y="3565"/>
                </a:cubicBezTo>
                <a:cubicBezTo>
                  <a:pt x="6383" y="3605"/>
                  <a:pt x="6113" y="3638"/>
                  <a:pt x="6019" y="3638"/>
                </a:cubicBezTo>
                <a:cubicBezTo>
                  <a:pt x="5925" y="3638"/>
                  <a:pt x="5860" y="3653"/>
                  <a:pt x="5860" y="3673"/>
                </a:cubicBezTo>
                <a:cubicBezTo>
                  <a:pt x="5860" y="3692"/>
                  <a:pt x="5710" y="3740"/>
                  <a:pt x="5527" y="3781"/>
                </a:cubicBezTo>
                <a:cubicBezTo>
                  <a:pt x="4556" y="3996"/>
                  <a:pt x="3326" y="4623"/>
                  <a:pt x="3135" y="5000"/>
                </a:cubicBezTo>
                <a:cubicBezTo>
                  <a:pt x="3091" y="5086"/>
                  <a:pt x="3005" y="5157"/>
                  <a:pt x="2949" y="5157"/>
                </a:cubicBezTo>
                <a:cubicBezTo>
                  <a:pt x="2892" y="5157"/>
                  <a:pt x="2785" y="5199"/>
                  <a:pt x="2709" y="5251"/>
                </a:cubicBezTo>
                <a:cubicBezTo>
                  <a:pt x="2634" y="5303"/>
                  <a:pt x="2531" y="5437"/>
                  <a:pt x="2484" y="5551"/>
                </a:cubicBezTo>
                <a:lnTo>
                  <a:pt x="2404" y="5757"/>
                </a:lnTo>
                <a:lnTo>
                  <a:pt x="2311" y="5423"/>
                </a:lnTo>
                <a:cubicBezTo>
                  <a:pt x="2142" y="4798"/>
                  <a:pt x="2574" y="3980"/>
                  <a:pt x="3294" y="3569"/>
                </a:cubicBezTo>
                <a:cubicBezTo>
                  <a:pt x="4067" y="3129"/>
                  <a:pt x="5671" y="2699"/>
                  <a:pt x="6537" y="2699"/>
                </a:cubicBezTo>
                <a:cubicBezTo>
                  <a:pt x="6734" y="2699"/>
                  <a:pt x="7006" y="2660"/>
                  <a:pt x="7149" y="2611"/>
                </a:cubicBezTo>
                <a:cubicBezTo>
                  <a:pt x="7291" y="2562"/>
                  <a:pt x="7489" y="2522"/>
                  <a:pt x="7587" y="2522"/>
                </a:cubicBezTo>
                <a:cubicBezTo>
                  <a:pt x="7686" y="2522"/>
                  <a:pt x="7799" y="2503"/>
                  <a:pt x="7840" y="2478"/>
                </a:cubicBezTo>
                <a:cubicBezTo>
                  <a:pt x="7881" y="2453"/>
                  <a:pt x="8077" y="2434"/>
                  <a:pt x="8265" y="243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/>
          <p:nvPr/>
        </p:nvSpPr>
        <p:spPr>
          <a:xfrm>
            <a:off x="390765" y="367052"/>
            <a:ext cx="1655013" cy="388763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1697235"/>
            <a:ext cx="4000500" cy="1885951"/>
          </a:xfrm>
          <a:prstGeom prst="roundRect">
            <a:avLst>
              <a:gd fmla="val 5000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686300" y="1697235"/>
            <a:ext cx="4000500" cy="1885951"/>
          </a:xfrm>
          <a:prstGeom prst="roundRect">
            <a:avLst>
              <a:gd fmla="val 5000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57200" y="3811785"/>
            <a:ext cx="8229600" cy="857251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443153" y="874365"/>
            <a:ext cx="8394194" cy="471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3100"/>
              <a:buFont typeface="Helvetica Neue"/>
              <a:buNone/>
            </a:pPr>
            <a:r>
              <a:rPr b="1" i="0" lang="en-US" sz="31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Два параллельных двигателя роста</a:t>
            </a:r>
            <a:endParaRPr/>
          </a:p>
        </p:txBody>
      </p:sp>
      <p:sp>
        <p:nvSpPr>
          <p:cNvPr id="84" name="Google Shape;84;p5"/>
          <p:cNvSpPr txBox="1"/>
          <p:nvPr/>
        </p:nvSpPr>
        <p:spPr>
          <a:xfrm>
            <a:off x="2326933" y="1719168"/>
            <a:ext cx="712435" cy="444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💰</a:t>
            </a:r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1404652" y="2182213"/>
            <a:ext cx="2376258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Новый канал монетизации</a:t>
            </a:r>
            <a:endParaRPr/>
          </a:p>
        </p:txBody>
      </p:sp>
      <p:sp>
        <p:nvSpPr>
          <p:cNvPr id="86" name="Google Shape;86;p5"/>
          <p:cNvSpPr txBox="1"/>
          <p:nvPr/>
        </p:nvSpPr>
        <p:spPr>
          <a:xfrm>
            <a:off x="1098783" y="2478543"/>
            <a:ext cx="3168736" cy="1013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00263" lvl="0" marL="100263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Char char="•"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CPA/CPL - выручка от банков, МФО, страховщиков и брокеров. </a:t>
            </a:r>
            <a:endParaRPr/>
          </a:p>
          <a:p>
            <a:pPr indent="-100263" lvl="0" marL="100263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Char char="•"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Продажа доп. продуктов </a:t>
            </a:r>
            <a:endParaRPr/>
          </a:p>
          <a:p>
            <a:pPr indent="-100263" lvl="0" marL="100263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Char char="•"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Высокая маржа, слабая зависимость от одной категории</a:t>
            </a:r>
            <a:endParaRPr/>
          </a:p>
        </p:txBody>
      </p:sp>
      <p:sp>
        <p:nvSpPr>
          <p:cNvPr id="87" name="Google Shape;87;p5"/>
          <p:cNvSpPr txBox="1"/>
          <p:nvPr/>
        </p:nvSpPr>
        <p:spPr>
          <a:xfrm>
            <a:off x="6484318" y="1737713"/>
            <a:ext cx="404464" cy="444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/>
          </a:p>
        </p:txBody>
      </p:sp>
      <p:sp>
        <p:nvSpPr>
          <p:cNvPr id="88" name="Google Shape;88;p5"/>
          <p:cNvSpPr txBox="1"/>
          <p:nvPr/>
        </p:nvSpPr>
        <p:spPr>
          <a:xfrm>
            <a:off x="5331761" y="2182213"/>
            <a:ext cx="3594735" cy="19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Поставщик лидов Центрофинанс</a:t>
            </a:r>
            <a:endParaRPr/>
          </a:p>
        </p:txBody>
      </p:sp>
      <p:sp>
        <p:nvSpPr>
          <p:cNvPr id="89" name="Google Shape;89;p5"/>
          <p:cNvSpPr txBox="1"/>
          <p:nvPr/>
        </p:nvSpPr>
        <p:spPr>
          <a:xfrm>
            <a:off x="5177254" y="2571750"/>
            <a:ext cx="3524251" cy="365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Отсеянная, прогретая, сценарно-квалифицированная аудитория. Без затрат на первичный скоринг</a:t>
            </a:r>
            <a:endParaRPr/>
          </a:p>
        </p:txBody>
      </p:sp>
      <p:sp>
        <p:nvSpPr>
          <p:cNvPr id="90" name="Google Shape;90;p5"/>
          <p:cNvSpPr txBox="1"/>
          <p:nvPr/>
        </p:nvSpPr>
        <p:spPr>
          <a:xfrm>
            <a:off x="952192" y="4021361"/>
            <a:ext cx="7829551" cy="457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elvetica Neue"/>
              <a:buNone/>
            </a:pPr>
            <a:r>
              <a:rPr b="1" i="1" lang="en-US" sz="12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Выручай.ру</a:t>
            </a:r>
            <a:r>
              <a:rPr b="0" i="1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 финансовый маркетплейс, который не сравнивает, а </a:t>
            </a:r>
            <a:r>
              <a:rPr b="0" i="1" lang="en-US" sz="1200" u="sng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выбирает лучшее решение</a:t>
            </a:r>
            <a:r>
              <a:rPr b="0" i="1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под конкретную ситуацию, объясняет его и доводит клиента до результата</a:t>
            </a:r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485608" y="456062"/>
            <a:ext cx="1465327" cy="21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 Цель проекта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373800" y="311056"/>
            <a:ext cx="2266772" cy="253557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29833" y="1506504"/>
            <a:ext cx="8654892" cy="2407236"/>
          </a:xfrm>
          <a:prstGeom prst="roundRect">
            <a:avLst>
              <a:gd fmla="val 45696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" name="Google Shape;98;p6"/>
          <p:cNvGraphicFramePr/>
          <p:nvPr/>
        </p:nvGraphicFramePr>
        <p:xfrm>
          <a:off x="647217" y="16684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{8D8AF6FE-12A7-4F74-8AB5-320FCA8590A0}</a:tableStyleId>
              </a:tblPr>
              <a:tblGrid>
                <a:gridCol w="1141700"/>
                <a:gridCol w="1117100"/>
                <a:gridCol w="1129400"/>
                <a:gridCol w="1129400"/>
                <a:gridCol w="1129400"/>
                <a:gridCol w="1129400"/>
                <a:gridCol w="822325"/>
              </a:tblGrid>
              <a:tr h="277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accent2"/>
                          </a:solidFill>
                        </a:rPr>
                        <a:t>Конкуренты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accent2"/>
                          </a:solidFill>
                        </a:rPr>
                        <a:t>Яндекс Директ/мес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accent2"/>
                          </a:solidFill>
                        </a:rPr>
                        <a:t>Накрутка ПФ/мес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accent2"/>
                          </a:solidFill>
                        </a:rPr>
                        <a:t>Ссылки/мес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accent2"/>
                          </a:solidFill>
                        </a:rPr>
                        <a:t>Бренд-запросы/мес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accent2"/>
                          </a:solidFill>
                        </a:rPr>
                        <a:t>Количество страниц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accent2"/>
                          </a:solidFill>
                        </a:rPr>
                        <a:t>Возраст домена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F5F7FB"/>
                          </a:solidFill>
                        </a:rPr>
                        <a:t>banki.ru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8–10 млн ₽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1,5–2 млн ₽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&gt;1 млн ₽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300–400 тыс 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281 200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26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F5F7FB"/>
                          </a:solidFill>
                        </a:rPr>
                        <a:t>sravni.ru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~20 млн ₽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&gt;2 млн ₽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&gt;1 млн ₽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300–400 тыс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753 387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24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F5F7FB"/>
                          </a:solidFill>
                        </a:rPr>
                        <a:t>bankiros.ru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1 млн ₽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~1 млн ₽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200–300 тыс ₽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7–8 тыс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34 726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11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F5F7FB"/>
                          </a:solidFill>
                        </a:rPr>
                        <a:t>brobank.ru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—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500 тыс ₽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200–300 тыс ₽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~1 500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19 238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F5F7FB"/>
                          </a:solidFill>
                        </a:rPr>
                        <a:t>vbr.ru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2–3 млн ₽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&gt;1 млн ₽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500 тыс ₽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~50 тыс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73 827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accent2"/>
                          </a:solidFill>
                        </a:rPr>
                        <a:t>viruchay.ru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accent2"/>
                          </a:solidFill>
                        </a:rPr>
                        <a:t>10 тыс ₽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accent2"/>
                          </a:solidFill>
                        </a:rPr>
                        <a:t>0 ₽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accent2"/>
                          </a:solidFill>
                        </a:rPr>
                        <a:t>5–10 тыс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accent2"/>
                          </a:solidFill>
                        </a:rPr>
                        <a:t>400–500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accent2"/>
                          </a:solidFill>
                        </a:rPr>
                        <a:t>355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accent2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99" name="Google Shape;99;p6"/>
          <p:cNvSpPr txBox="1"/>
          <p:nvPr/>
        </p:nvSpPr>
        <p:spPr>
          <a:xfrm>
            <a:off x="485292" y="828443"/>
            <a:ext cx="8394193" cy="406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700"/>
              <a:buFont typeface="Playfair Display"/>
              <a:buNone/>
            </a:pPr>
            <a:r>
              <a:rPr b="1" i="0" lang="en-US" sz="27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Бюджетами не победим</a:t>
            </a:r>
            <a:endParaRPr/>
          </a:p>
        </p:txBody>
      </p:sp>
      <p:sp>
        <p:nvSpPr>
          <p:cNvPr id="100" name="Google Shape;100;p6"/>
          <p:cNvSpPr txBox="1"/>
          <p:nvPr/>
        </p:nvSpPr>
        <p:spPr>
          <a:xfrm>
            <a:off x="1019665" y="4133440"/>
            <a:ext cx="7104669" cy="18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Helvetica Neue"/>
              <a:buNone/>
            </a:pPr>
            <a:r>
              <a:rPr b="0" i="1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Бюджеты конкурентов в </a:t>
            </a:r>
            <a:r>
              <a:rPr b="1" i="1" lang="en-US" sz="12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×100 выше</a:t>
            </a:r>
            <a:r>
              <a:rPr b="0" i="1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Наше преимущество — не деньги, а </a:t>
            </a:r>
            <a:r>
              <a:rPr b="1" i="1" lang="en-US" sz="12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архитектура доверия</a:t>
            </a:r>
            <a:endParaRPr/>
          </a:p>
        </p:txBody>
      </p:sp>
      <p:sp>
        <p:nvSpPr>
          <p:cNvPr id="101" name="Google Shape;101;p6"/>
          <p:cNvSpPr txBox="1"/>
          <p:nvPr/>
        </p:nvSpPr>
        <p:spPr>
          <a:xfrm>
            <a:off x="469240" y="332463"/>
            <a:ext cx="2075892" cy="21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 Анализ конкурентов</a:t>
            </a:r>
            <a:endParaRPr/>
          </a:p>
        </p:txBody>
      </p:sp>
      <p:sp>
        <p:nvSpPr>
          <p:cNvPr id="102" name="Google Shape;102;p6"/>
          <p:cNvSpPr txBox="1"/>
          <p:nvPr/>
        </p:nvSpPr>
        <p:spPr>
          <a:xfrm>
            <a:off x="1024193" y="4601852"/>
            <a:ext cx="7578091" cy="148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Детальнее во вкладке Конкурентный анализ: </a:t>
            </a:r>
            <a:r>
              <a:rPr b="0" i="0" lang="en-US" sz="1000" u="sng" cap="none" strike="noStrike">
                <a:solidFill>
                  <a:srgbClr val="0563C1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здесь</a:t>
            </a:r>
            <a:endParaRPr/>
          </a:p>
        </p:txBody>
      </p:sp>
      <p:pic>
        <p:nvPicPr>
          <p:cNvPr descr="crossed-swards.jpg" id="103" name="Google Shape;103;p6"/>
          <p:cNvPicPr preferRelativeResize="0"/>
          <p:nvPr/>
        </p:nvPicPr>
        <p:blipFill rotWithShape="1">
          <a:blip r:embed="rId4">
            <a:alphaModFix/>
          </a:blip>
          <a:srcRect b="4284" l="3695" r="3294" t="4611"/>
          <a:stretch/>
        </p:blipFill>
        <p:spPr>
          <a:xfrm>
            <a:off x="4733514" y="880703"/>
            <a:ext cx="414597" cy="406101"/>
          </a:xfrm>
          <a:custGeom>
            <a:rect b="b" l="l" r="r" t="t"/>
            <a:pathLst>
              <a:path extrusionOk="0" h="21587" w="21578">
                <a:moveTo>
                  <a:pt x="707" y="3"/>
                </a:moveTo>
                <a:cubicBezTo>
                  <a:pt x="647" y="-6"/>
                  <a:pt x="613" y="8"/>
                  <a:pt x="603" y="24"/>
                </a:cubicBezTo>
                <a:cubicBezTo>
                  <a:pt x="595" y="38"/>
                  <a:pt x="564" y="45"/>
                  <a:pt x="541" y="45"/>
                </a:cubicBezTo>
                <a:cubicBezTo>
                  <a:pt x="486" y="45"/>
                  <a:pt x="418" y="214"/>
                  <a:pt x="459" y="256"/>
                </a:cubicBezTo>
                <a:cubicBezTo>
                  <a:pt x="474" y="271"/>
                  <a:pt x="479" y="334"/>
                  <a:pt x="479" y="383"/>
                </a:cubicBezTo>
                <a:cubicBezTo>
                  <a:pt x="479" y="431"/>
                  <a:pt x="489" y="481"/>
                  <a:pt x="500" y="488"/>
                </a:cubicBezTo>
                <a:cubicBezTo>
                  <a:pt x="511" y="495"/>
                  <a:pt x="535" y="530"/>
                  <a:pt x="541" y="572"/>
                </a:cubicBezTo>
                <a:cubicBezTo>
                  <a:pt x="563" y="713"/>
                  <a:pt x="611" y="857"/>
                  <a:pt x="645" y="910"/>
                </a:cubicBezTo>
                <a:cubicBezTo>
                  <a:pt x="663" y="939"/>
                  <a:pt x="665" y="983"/>
                  <a:pt x="665" y="1015"/>
                </a:cubicBezTo>
                <a:cubicBezTo>
                  <a:pt x="665" y="1048"/>
                  <a:pt x="694" y="1092"/>
                  <a:pt x="707" y="1100"/>
                </a:cubicBezTo>
                <a:cubicBezTo>
                  <a:pt x="719" y="1108"/>
                  <a:pt x="727" y="1149"/>
                  <a:pt x="727" y="1184"/>
                </a:cubicBezTo>
                <a:cubicBezTo>
                  <a:pt x="727" y="1219"/>
                  <a:pt x="737" y="1304"/>
                  <a:pt x="769" y="1374"/>
                </a:cubicBezTo>
                <a:cubicBezTo>
                  <a:pt x="800" y="1444"/>
                  <a:pt x="830" y="1521"/>
                  <a:pt x="831" y="1543"/>
                </a:cubicBezTo>
                <a:cubicBezTo>
                  <a:pt x="831" y="1564"/>
                  <a:pt x="875" y="1625"/>
                  <a:pt x="913" y="1691"/>
                </a:cubicBezTo>
                <a:cubicBezTo>
                  <a:pt x="951" y="1756"/>
                  <a:pt x="975" y="1819"/>
                  <a:pt x="975" y="1838"/>
                </a:cubicBezTo>
                <a:cubicBezTo>
                  <a:pt x="975" y="1872"/>
                  <a:pt x="1031" y="2031"/>
                  <a:pt x="1099" y="2155"/>
                </a:cubicBezTo>
                <a:cubicBezTo>
                  <a:pt x="1117" y="2187"/>
                  <a:pt x="1154" y="2237"/>
                  <a:pt x="1161" y="2260"/>
                </a:cubicBezTo>
                <a:cubicBezTo>
                  <a:pt x="1168" y="2283"/>
                  <a:pt x="1170" y="2302"/>
                  <a:pt x="1182" y="2302"/>
                </a:cubicBezTo>
                <a:cubicBezTo>
                  <a:pt x="1193" y="2302"/>
                  <a:pt x="1202" y="2313"/>
                  <a:pt x="1202" y="2345"/>
                </a:cubicBezTo>
                <a:cubicBezTo>
                  <a:pt x="1202" y="2376"/>
                  <a:pt x="1213" y="2403"/>
                  <a:pt x="1223" y="2408"/>
                </a:cubicBezTo>
                <a:cubicBezTo>
                  <a:pt x="1233" y="2412"/>
                  <a:pt x="1275" y="2472"/>
                  <a:pt x="1306" y="2534"/>
                </a:cubicBezTo>
                <a:cubicBezTo>
                  <a:pt x="1336" y="2596"/>
                  <a:pt x="1359" y="2661"/>
                  <a:pt x="1368" y="2661"/>
                </a:cubicBezTo>
                <a:cubicBezTo>
                  <a:pt x="1376" y="2661"/>
                  <a:pt x="1401" y="2701"/>
                  <a:pt x="1430" y="2766"/>
                </a:cubicBezTo>
                <a:cubicBezTo>
                  <a:pt x="1458" y="2832"/>
                  <a:pt x="1500" y="2893"/>
                  <a:pt x="1512" y="2893"/>
                </a:cubicBezTo>
                <a:cubicBezTo>
                  <a:pt x="1524" y="2893"/>
                  <a:pt x="1533" y="2915"/>
                  <a:pt x="1533" y="2935"/>
                </a:cubicBezTo>
                <a:cubicBezTo>
                  <a:pt x="1533" y="2971"/>
                  <a:pt x="1618" y="3123"/>
                  <a:pt x="1719" y="3252"/>
                </a:cubicBezTo>
                <a:cubicBezTo>
                  <a:pt x="1745" y="3286"/>
                  <a:pt x="1786" y="3333"/>
                  <a:pt x="1801" y="3357"/>
                </a:cubicBezTo>
                <a:cubicBezTo>
                  <a:pt x="1890" y="3495"/>
                  <a:pt x="1945" y="3585"/>
                  <a:pt x="1967" y="3610"/>
                </a:cubicBezTo>
                <a:cubicBezTo>
                  <a:pt x="1980" y="3626"/>
                  <a:pt x="2059" y="3724"/>
                  <a:pt x="2132" y="3821"/>
                </a:cubicBezTo>
                <a:cubicBezTo>
                  <a:pt x="2205" y="3919"/>
                  <a:pt x="2275" y="4009"/>
                  <a:pt x="2297" y="4032"/>
                </a:cubicBezTo>
                <a:cubicBezTo>
                  <a:pt x="2319" y="4055"/>
                  <a:pt x="2338" y="4084"/>
                  <a:pt x="2338" y="4096"/>
                </a:cubicBezTo>
                <a:cubicBezTo>
                  <a:pt x="2338" y="4108"/>
                  <a:pt x="2401" y="4159"/>
                  <a:pt x="2462" y="4222"/>
                </a:cubicBezTo>
                <a:cubicBezTo>
                  <a:pt x="2524" y="4285"/>
                  <a:pt x="2590" y="4382"/>
                  <a:pt x="2628" y="4433"/>
                </a:cubicBezTo>
                <a:cubicBezTo>
                  <a:pt x="2665" y="4484"/>
                  <a:pt x="2785" y="4615"/>
                  <a:pt x="2875" y="4707"/>
                </a:cubicBezTo>
                <a:cubicBezTo>
                  <a:pt x="2966" y="4800"/>
                  <a:pt x="3067" y="4911"/>
                  <a:pt x="3103" y="4961"/>
                </a:cubicBezTo>
                <a:cubicBezTo>
                  <a:pt x="3138" y="5010"/>
                  <a:pt x="4370" y="6276"/>
                  <a:pt x="5850" y="7788"/>
                </a:cubicBezTo>
                <a:cubicBezTo>
                  <a:pt x="8536" y="10531"/>
                  <a:pt x="8538" y="10544"/>
                  <a:pt x="8494" y="10593"/>
                </a:cubicBezTo>
                <a:cubicBezTo>
                  <a:pt x="8470" y="10621"/>
                  <a:pt x="8402" y="10710"/>
                  <a:pt x="8329" y="10783"/>
                </a:cubicBezTo>
                <a:cubicBezTo>
                  <a:pt x="8256" y="10857"/>
                  <a:pt x="8176" y="10918"/>
                  <a:pt x="8163" y="10931"/>
                </a:cubicBezTo>
                <a:cubicBezTo>
                  <a:pt x="8151" y="10944"/>
                  <a:pt x="8094" y="10999"/>
                  <a:pt x="8040" y="11058"/>
                </a:cubicBezTo>
                <a:cubicBezTo>
                  <a:pt x="7985" y="11116"/>
                  <a:pt x="7946" y="11166"/>
                  <a:pt x="7936" y="11163"/>
                </a:cubicBezTo>
                <a:cubicBezTo>
                  <a:pt x="7926" y="11160"/>
                  <a:pt x="7916" y="11173"/>
                  <a:pt x="7916" y="11184"/>
                </a:cubicBezTo>
                <a:cubicBezTo>
                  <a:pt x="7916" y="11200"/>
                  <a:pt x="7729" y="11385"/>
                  <a:pt x="7585" y="11522"/>
                </a:cubicBezTo>
                <a:cubicBezTo>
                  <a:pt x="7569" y="11537"/>
                  <a:pt x="7509" y="11598"/>
                  <a:pt x="7461" y="11648"/>
                </a:cubicBezTo>
                <a:cubicBezTo>
                  <a:pt x="7414" y="11698"/>
                  <a:pt x="7371" y="11741"/>
                  <a:pt x="7358" y="11754"/>
                </a:cubicBezTo>
                <a:cubicBezTo>
                  <a:pt x="7344" y="11767"/>
                  <a:pt x="7284" y="11828"/>
                  <a:pt x="7234" y="11880"/>
                </a:cubicBezTo>
                <a:cubicBezTo>
                  <a:pt x="7184" y="11932"/>
                  <a:pt x="7144" y="11994"/>
                  <a:pt x="7131" y="12007"/>
                </a:cubicBezTo>
                <a:cubicBezTo>
                  <a:pt x="7117" y="12020"/>
                  <a:pt x="7061" y="12075"/>
                  <a:pt x="7007" y="12133"/>
                </a:cubicBezTo>
                <a:cubicBezTo>
                  <a:pt x="6953" y="12192"/>
                  <a:pt x="6893" y="12242"/>
                  <a:pt x="6883" y="12239"/>
                </a:cubicBezTo>
                <a:cubicBezTo>
                  <a:pt x="6873" y="12236"/>
                  <a:pt x="6862" y="12228"/>
                  <a:pt x="6862" y="12239"/>
                </a:cubicBezTo>
                <a:cubicBezTo>
                  <a:pt x="6862" y="12250"/>
                  <a:pt x="6802" y="12324"/>
                  <a:pt x="6718" y="12408"/>
                </a:cubicBezTo>
                <a:cubicBezTo>
                  <a:pt x="6633" y="12491"/>
                  <a:pt x="6553" y="12594"/>
                  <a:pt x="6532" y="12619"/>
                </a:cubicBezTo>
                <a:cubicBezTo>
                  <a:pt x="6499" y="12656"/>
                  <a:pt x="6406" y="12729"/>
                  <a:pt x="6304" y="12830"/>
                </a:cubicBezTo>
                <a:cubicBezTo>
                  <a:pt x="6291" y="12843"/>
                  <a:pt x="6252" y="12901"/>
                  <a:pt x="6201" y="12956"/>
                </a:cubicBezTo>
                <a:cubicBezTo>
                  <a:pt x="6150" y="13012"/>
                  <a:pt x="6090" y="13062"/>
                  <a:pt x="6077" y="13062"/>
                </a:cubicBezTo>
                <a:cubicBezTo>
                  <a:pt x="6064" y="13062"/>
                  <a:pt x="6057" y="13072"/>
                  <a:pt x="6057" y="13083"/>
                </a:cubicBezTo>
                <a:cubicBezTo>
                  <a:pt x="6057" y="13111"/>
                  <a:pt x="5877" y="13294"/>
                  <a:pt x="5850" y="13294"/>
                </a:cubicBezTo>
                <a:cubicBezTo>
                  <a:pt x="5838" y="13294"/>
                  <a:pt x="5817" y="13313"/>
                  <a:pt x="5809" y="13336"/>
                </a:cubicBezTo>
                <a:cubicBezTo>
                  <a:pt x="5801" y="13359"/>
                  <a:pt x="5769" y="13405"/>
                  <a:pt x="5726" y="13441"/>
                </a:cubicBezTo>
                <a:lnTo>
                  <a:pt x="5643" y="13505"/>
                </a:lnTo>
                <a:lnTo>
                  <a:pt x="5478" y="13357"/>
                </a:lnTo>
                <a:cubicBezTo>
                  <a:pt x="5393" y="13272"/>
                  <a:pt x="5322" y="13188"/>
                  <a:pt x="5313" y="13188"/>
                </a:cubicBezTo>
                <a:cubicBezTo>
                  <a:pt x="5296" y="13188"/>
                  <a:pt x="4021" y="11885"/>
                  <a:pt x="3888" y="11733"/>
                </a:cubicBezTo>
                <a:cubicBezTo>
                  <a:pt x="3847" y="11686"/>
                  <a:pt x="3792" y="11648"/>
                  <a:pt x="3784" y="11648"/>
                </a:cubicBezTo>
                <a:cubicBezTo>
                  <a:pt x="3760" y="11648"/>
                  <a:pt x="3551" y="11419"/>
                  <a:pt x="3516" y="11353"/>
                </a:cubicBezTo>
                <a:cubicBezTo>
                  <a:pt x="3497" y="11318"/>
                  <a:pt x="3459" y="11277"/>
                  <a:pt x="3433" y="11268"/>
                </a:cubicBezTo>
                <a:cubicBezTo>
                  <a:pt x="3408" y="11260"/>
                  <a:pt x="3392" y="11237"/>
                  <a:pt x="3392" y="11226"/>
                </a:cubicBezTo>
                <a:cubicBezTo>
                  <a:pt x="3392" y="11194"/>
                  <a:pt x="3226" y="11147"/>
                  <a:pt x="3165" y="11163"/>
                </a:cubicBezTo>
                <a:cubicBezTo>
                  <a:pt x="3134" y="11171"/>
                  <a:pt x="2884" y="11406"/>
                  <a:pt x="2607" y="11690"/>
                </a:cubicBezTo>
                <a:cubicBezTo>
                  <a:pt x="2226" y="12082"/>
                  <a:pt x="2111" y="12237"/>
                  <a:pt x="2111" y="12281"/>
                </a:cubicBezTo>
                <a:cubicBezTo>
                  <a:pt x="2111" y="12319"/>
                  <a:pt x="2152" y="12383"/>
                  <a:pt x="2235" y="12471"/>
                </a:cubicBezTo>
                <a:cubicBezTo>
                  <a:pt x="2305" y="12545"/>
                  <a:pt x="2368" y="12598"/>
                  <a:pt x="2380" y="12598"/>
                </a:cubicBezTo>
                <a:cubicBezTo>
                  <a:pt x="2391" y="12598"/>
                  <a:pt x="2430" y="12632"/>
                  <a:pt x="2462" y="12661"/>
                </a:cubicBezTo>
                <a:cubicBezTo>
                  <a:pt x="2494" y="12690"/>
                  <a:pt x="2553" y="12721"/>
                  <a:pt x="2586" y="12745"/>
                </a:cubicBezTo>
                <a:cubicBezTo>
                  <a:pt x="2620" y="12770"/>
                  <a:pt x="2672" y="12834"/>
                  <a:pt x="2710" y="12872"/>
                </a:cubicBezTo>
                <a:cubicBezTo>
                  <a:pt x="2749" y="12909"/>
                  <a:pt x="2802" y="12935"/>
                  <a:pt x="2814" y="12935"/>
                </a:cubicBezTo>
                <a:cubicBezTo>
                  <a:pt x="2825" y="12935"/>
                  <a:pt x="2905" y="13008"/>
                  <a:pt x="2999" y="13104"/>
                </a:cubicBezTo>
                <a:cubicBezTo>
                  <a:pt x="3094" y="13199"/>
                  <a:pt x="3217" y="13319"/>
                  <a:pt x="3268" y="13357"/>
                </a:cubicBezTo>
                <a:cubicBezTo>
                  <a:pt x="3372" y="13435"/>
                  <a:pt x="3577" y="13642"/>
                  <a:pt x="3578" y="13674"/>
                </a:cubicBezTo>
                <a:cubicBezTo>
                  <a:pt x="3578" y="13685"/>
                  <a:pt x="3662" y="13780"/>
                  <a:pt x="3764" y="13884"/>
                </a:cubicBezTo>
                <a:cubicBezTo>
                  <a:pt x="3866" y="13989"/>
                  <a:pt x="3966" y="14118"/>
                  <a:pt x="3991" y="14159"/>
                </a:cubicBezTo>
                <a:cubicBezTo>
                  <a:pt x="4016" y="14199"/>
                  <a:pt x="4069" y="14262"/>
                  <a:pt x="4115" y="14306"/>
                </a:cubicBezTo>
                <a:cubicBezTo>
                  <a:pt x="4160" y="14351"/>
                  <a:pt x="4197" y="14401"/>
                  <a:pt x="4197" y="14412"/>
                </a:cubicBezTo>
                <a:cubicBezTo>
                  <a:pt x="4197" y="14435"/>
                  <a:pt x="4337" y="14632"/>
                  <a:pt x="4363" y="14644"/>
                </a:cubicBezTo>
                <a:cubicBezTo>
                  <a:pt x="4372" y="14648"/>
                  <a:pt x="4383" y="14652"/>
                  <a:pt x="4383" y="14665"/>
                </a:cubicBezTo>
                <a:cubicBezTo>
                  <a:pt x="4383" y="14679"/>
                  <a:pt x="4423" y="14752"/>
                  <a:pt x="4466" y="14813"/>
                </a:cubicBezTo>
                <a:cubicBezTo>
                  <a:pt x="4509" y="14873"/>
                  <a:pt x="4570" y="14971"/>
                  <a:pt x="4611" y="15045"/>
                </a:cubicBezTo>
                <a:lnTo>
                  <a:pt x="4693" y="15193"/>
                </a:lnTo>
                <a:lnTo>
                  <a:pt x="2875" y="17028"/>
                </a:lnTo>
                <a:cubicBezTo>
                  <a:pt x="1843" y="18083"/>
                  <a:pt x="1061" y="18884"/>
                  <a:pt x="1037" y="18884"/>
                </a:cubicBezTo>
                <a:cubicBezTo>
                  <a:pt x="992" y="18885"/>
                  <a:pt x="835" y="18932"/>
                  <a:pt x="707" y="18990"/>
                </a:cubicBezTo>
                <a:cubicBezTo>
                  <a:pt x="662" y="19010"/>
                  <a:pt x="582" y="19035"/>
                  <a:pt x="541" y="19053"/>
                </a:cubicBezTo>
                <a:cubicBezTo>
                  <a:pt x="501" y="19071"/>
                  <a:pt x="459" y="19095"/>
                  <a:pt x="438" y="19095"/>
                </a:cubicBezTo>
                <a:cubicBezTo>
                  <a:pt x="417" y="19095"/>
                  <a:pt x="362" y="19128"/>
                  <a:pt x="314" y="19159"/>
                </a:cubicBezTo>
                <a:cubicBezTo>
                  <a:pt x="266" y="19190"/>
                  <a:pt x="190" y="19213"/>
                  <a:pt x="149" y="19222"/>
                </a:cubicBezTo>
                <a:cubicBezTo>
                  <a:pt x="20" y="19251"/>
                  <a:pt x="-13" y="19313"/>
                  <a:pt x="4" y="19602"/>
                </a:cubicBezTo>
                <a:cubicBezTo>
                  <a:pt x="18" y="19824"/>
                  <a:pt x="25" y="19879"/>
                  <a:pt x="87" y="19981"/>
                </a:cubicBezTo>
                <a:cubicBezTo>
                  <a:pt x="125" y="20045"/>
                  <a:pt x="169" y="20098"/>
                  <a:pt x="170" y="20108"/>
                </a:cubicBezTo>
                <a:cubicBezTo>
                  <a:pt x="170" y="20150"/>
                  <a:pt x="322" y="20447"/>
                  <a:pt x="376" y="20509"/>
                </a:cubicBezTo>
                <a:cubicBezTo>
                  <a:pt x="409" y="20547"/>
                  <a:pt x="438" y="20602"/>
                  <a:pt x="438" y="20614"/>
                </a:cubicBezTo>
                <a:cubicBezTo>
                  <a:pt x="438" y="20641"/>
                  <a:pt x="888" y="21100"/>
                  <a:pt x="913" y="21100"/>
                </a:cubicBezTo>
                <a:cubicBezTo>
                  <a:pt x="922" y="21100"/>
                  <a:pt x="975" y="21130"/>
                  <a:pt x="1016" y="21163"/>
                </a:cubicBezTo>
                <a:cubicBezTo>
                  <a:pt x="1058" y="21195"/>
                  <a:pt x="1100" y="21226"/>
                  <a:pt x="1120" y="21226"/>
                </a:cubicBezTo>
                <a:cubicBezTo>
                  <a:pt x="1139" y="21226"/>
                  <a:pt x="1166" y="21249"/>
                  <a:pt x="1182" y="21268"/>
                </a:cubicBezTo>
                <a:cubicBezTo>
                  <a:pt x="1197" y="21288"/>
                  <a:pt x="1275" y="21318"/>
                  <a:pt x="1347" y="21353"/>
                </a:cubicBezTo>
                <a:cubicBezTo>
                  <a:pt x="1419" y="21387"/>
                  <a:pt x="1490" y="21426"/>
                  <a:pt x="1512" y="21437"/>
                </a:cubicBezTo>
                <a:cubicBezTo>
                  <a:pt x="1534" y="21448"/>
                  <a:pt x="1577" y="21458"/>
                  <a:pt x="1595" y="21458"/>
                </a:cubicBezTo>
                <a:cubicBezTo>
                  <a:pt x="1613" y="21458"/>
                  <a:pt x="1662" y="21476"/>
                  <a:pt x="1719" y="21500"/>
                </a:cubicBezTo>
                <a:cubicBezTo>
                  <a:pt x="1775" y="21525"/>
                  <a:pt x="1891" y="21555"/>
                  <a:pt x="1967" y="21564"/>
                </a:cubicBezTo>
                <a:cubicBezTo>
                  <a:pt x="2086" y="21577"/>
                  <a:pt x="2117" y="21588"/>
                  <a:pt x="2173" y="21543"/>
                </a:cubicBezTo>
                <a:cubicBezTo>
                  <a:pt x="2255" y="21477"/>
                  <a:pt x="2338" y="21313"/>
                  <a:pt x="2338" y="21247"/>
                </a:cubicBezTo>
                <a:cubicBezTo>
                  <a:pt x="2338" y="21219"/>
                  <a:pt x="2355" y="21162"/>
                  <a:pt x="2380" y="21121"/>
                </a:cubicBezTo>
                <a:cubicBezTo>
                  <a:pt x="2405" y="21080"/>
                  <a:pt x="2434" y="21018"/>
                  <a:pt x="2442" y="20973"/>
                </a:cubicBezTo>
                <a:cubicBezTo>
                  <a:pt x="2449" y="20928"/>
                  <a:pt x="2494" y="20844"/>
                  <a:pt x="2524" y="20783"/>
                </a:cubicBezTo>
                <a:cubicBezTo>
                  <a:pt x="2554" y="20722"/>
                  <a:pt x="2578" y="20634"/>
                  <a:pt x="2586" y="20593"/>
                </a:cubicBezTo>
                <a:cubicBezTo>
                  <a:pt x="2595" y="20553"/>
                  <a:pt x="2616" y="20516"/>
                  <a:pt x="2628" y="20509"/>
                </a:cubicBezTo>
                <a:cubicBezTo>
                  <a:pt x="2639" y="20501"/>
                  <a:pt x="2648" y="20485"/>
                  <a:pt x="2648" y="20467"/>
                </a:cubicBezTo>
                <a:cubicBezTo>
                  <a:pt x="2648" y="20422"/>
                  <a:pt x="2736" y="20299"/>
                  <a:pt x="2896" y="20150"/>
                </a:cubicBezTo>
                <a:cubicBezTo>
                  <a:pt x="2920" y="20128"/>
                  <a:pt x="2970" y="20076"/>
                  <a:pt x="3020" y="20024"/>
                </a:cubicBezTo>
                <a:cubicBezTo>
                  <a:pt x="3070" y="19971"/>
                  <a:pt x="3134" y="19918"/>
                  <a:pt x="3144" y="19918"/>
                </a:cubicBezTo>
                <a:cubicBezTo>
                  <a:pt x="3154" y="19918"/>
                  <a:pt x="3157" y="19901"/>
                  <a:pt x="3165" y="19876"/>
                </a:cubicBezTo>
                <a:cubicBezTo>
                  <a:pt x="3173" y="19851"/>
                  <a:pt x="3205" y="19821"/>
                  <a:pt x="3227" y="19813"/>
                </a:cubicBezTo>
                <a:cubicBezTo>
                  <a:pt x="3248" y="19805"/>
                  <a:pt x="3306" y="19764"/>
                  <a:pt x="3351" y="19707"/>
                </a:cubicBezTo>
                <a:cubicBezTo>
                  <a:pt x="3395" y="19650"/>
                  <a:pt x="3431" y="19589"/>
                  <a:pt x="3454" y="19581"/>
                </a:cubicBezTo>
                <a:cubicBezTo>
                  <a:pt x="3476" y="19572"/>
                  <a:pt x="3501" y="19569"/>
                  <a:pt x="3495" y="19560"/>
                </a:cubicBezTo>
                <a:cubicBezTo>
                  <a:pt x="3490" y="19551"/>
                  <a:pt x="3541" y="19485"/>
                  <a:pt x="3598" y="19433"/>
                </a:cubicBezTo>
                <a:cubicBezTo>
                  <a:pt x="3656" y="19381"/>
                  <a:pt x="3722" y="19331"/>
                  <a:pt x="3743" y="19306"/>
                </a:cubicBezTo>
                <a:cubicBezTo>
                  <a:pt x="3788" y="19254"/>
                  <a:pt x="3869" y="19151"/>
                  <a:pt x="3929" y="19095"/>
                </a:cubicBezTo>
                <a:cubicBezTo>
                  <a:pt x="3953" y="19074"/>
                  <a:pt x="3998" y="19028"/>
                  <a:pt x="4012" y="19011"/>
                </a:cubicBezTo>
                <a:cubicBezTo>
                  <a:pt x="4026" y="18994"/>
                  <a:pt x="4065" y="18954"/>
                  <a:pt x="4115" y="18906"/>
                </a:cubicBezTo>
                <a:cubicBezTo>
                  <a:pt x="4227" y="18796"/>
                  <a:pt x="4256" y="18767"/>
                  <a:pt x="4363" y="18652"/>
                </a:cubicBezTo>
                <a:cubicBezTo>
                  <a:pt x="4410" y="18602"/>
                  <a:pt x="4449" y="18561"/>
                  <a:pt x="4466" y="18547"/>
                </a:cubicBezTo>
                <a:cubicBezTo>
                  <a:pt x="4483" y="18533"/>
                  <a:pt x="4527" y="18487"/>
                  <a:pt x="4549" y="18463"/>
                </a:cubicBezTo>
                <a:cubicBezTo>
                  <a:pt x="4570" y="18438"/>
                  <a:pt x="4609" y="18398"/>
                  <a:pt x="4652" y="18357"/>
                </a:cubicBezTo>
                <a:cubicBezTo>
                  <a:pt x="4694" y="18316"/>
                  <a:pt x="4740" y="18269"/>
                  <a:pt x="4755" y="18252"/>
                </a:cubicBezTo>
                <a:cubicBezTo>
                  <a:pt x="4794" y="18207"/>
                  <a:pt x="4932" y="18066"/>
                  <a:pt x="4982" y="18019"/>
                </a:cubicBezTo>
                <a:cubicBezTo>
                  <a:pt x="5006" y="17998"/>
                  <a:pt x="5030" y="17973"/>
                  <a:pt x="5044" y="17956"/>
                </a:cubicBezTo>
                <a:cubicBezTo>
                  <a:pt x="5058" y="17939"/>
                  <a:pt x="5119" y="17878"/>
                  <a:pt x="5168" y="17830"/>
                </a:cubicBezTo>
                <a:cubicBezTo>
                  <a:pt x="5291" y="17710"/>
                  <a:pt x="5309" y="17691"/>
                  <a:pt x="5354" y="17640"/>
                </a:cubicBezTo>
                <a:cubicBezTo>
                  <a:pt x="5376" y="17616"/>
                  <a:pt x="5436" y="17554"/>
                  <a:pt x="5478" y="17513"/>
                </a:cubicBezTo>
                <a:cubicBezTo>
                  <a:pt x="5520" y="17472"/>
                  <a:pt x="5560" y="17432"/>
                  <a:pt x="5581" y="17408"/>
                </a:cubicBezTo>
                <a:cubicBezTo>
                  <a:pt x="5630" y="17353"/>
                  <a:pt x="5731" y="17250"/>
                  <a:pt x="5788" y="17197"/>
                </a:cubicBezTo>
                <a:cubicBezTo>
                  <a:pt x="5812" y="17175"/>
                  <a:pt x="5883" y="17102"/>
                  <a:pt x="5933" y="17049"/>
                </a:cubicBezTo>
                <a:cubicBezTo>
                  <a:pt x="5982" y="16996"/>
                  <a:pt x="6026" y="16965"/>
                  <a:pt x="6036" y="16965"/>
                </a:cubicBezTo>
                <a:cubicBezTo>
                  <a:pt x="6046" y="16965"/>
                  <a:pt x="6069" y="16948"/>
                  <a:pt x="6077" y="16922"/>
                </a:cubicBezTo>
                <a:cubicBezTo>
                  <a:pt x="6085" y="16897"/>
                  <a:pt x="6094" y="16867"/>
                  <a:pt x="6118" y="16859"/>
                </a:cubicBezTo>
                <a:cubicBezTo>
                  <a:pt x="6143" y="16851"/>
                  <a:pt x="6180" y="16834"/>
                  <a:pt x="6180" y="16817"/>
                </a:cubicBezTo>
                <a:cubicBezTo>
                  <a:pt x="6180" y="16762"/>
                  <a:pt x="6253" y="16748"/>
                  <a:pt x="6304" y="16796"/>
                </a:cubicBezTo>
                <a:cubicBezTo>
                  <a:pt x="6331" y="16821"/>
                  <a:pt x="6376" y="16849"/>
                  <a:pt x="6408" y="16859"/>
                </a:cubicBezTo>
                <a:cubicBezTo>
                  <a:pt x="6440" y="16869"/>
                  <a:pt x="6470" y="16898"/>
                  <a:pt x="6490" y="16922"/>
                </a:cubicBezTo>
                <a:cubicBezTo>
                  <a:pt x="6511" y="16947"/>
                  <a:pt x="6540" y="16965"/>
                  <a:pt x="6552" y="16965"/>
                </a:cubicBezTo>
                <a:cubicBezTo>
                  <a:pt x="6571" y="16965"/>
                  <a:pt x="6658" y="17034"/>
                  <a:pt x="6779" y="17133"/>
                </a:cubicBezTo>
                <a:cubicBezTo>
                  <a:pt x="6792" y="17144"/>
                  <a:pt x="6868" y="17188"/>
                  <a:pt x="6945" y="17239"/>
                </a:cubicBezTo>
                <a:cubicBezTo>
                  <a:pt x="7021" y="17290"/>
                  <a:pt x="7100" y="17349"/>
                  <a:pt x="7110" y="17365"/>
                </a:cubicBezTo>
                <a:cubicBezTo>
                  <a:pt x="7120" y="17382"/>
                  <a:pt x="7175" y="17430"/>
                  <a:pt x="7234" y="17471"/>
                </a:cubicBezTo>
                <a:cubicBezTo>
                  <a:pt x="7293" y="17512"/>
                  <a:pt x="7380" y="17577"/>
                  <a:pt x="7420" y="17619"/>
                </a:cubicBezTo>
                <a:cubicBezTo>
                  <a:pt x="7460" y="17660"/>
                  <a:pt x="7514" y="17728"/>
                  <a:pt x="7564" y="17766"/>
                </a:cubicBezTo>
                <a:cubicBezTo>
                  <a:pt x="7676" y="17851"/>
                  <a:pt x="8143" y="18305"/>
                  <a:pt x="8143" y="18336"/>
                </a:cubicBezTo>
                <a:cubicBezTo>
                  <a:pt x="8143" y="18348"/>
                  <a:pt x="8175" y="18413"/>
                  <a:pt x="8225" y="18463"/>
                </a:cubicBezTo>
                <a:cubicBezTo>
                  <a:pt x="8316" y="18552"/>
                  <a:pt x="8398" y="18624"/>
                  <a:pt x="8680" y="18990"/>
                </a:cubicBezTo>
                <a:cubicBezTo>
                  <a:pt x="8956" y="19348"/>
                  <a:pt x="9013" y="19402"/>
                  <a:pt x="9114" y="19370"/>
                </a:cubicBezTo>
                <a:cubicBezTo>
                  <a:pt x="9184" y="19347"/>
                  <a:pt x="10113" y="18380"/>
                  <a:pt x="10146" y="18294"/>
                </a:cubicBezTo>
                <a:cubicBezTo>
                  <a:pt x="10173" y="18225"/>
                  <a:pt x="10164" y="18202"/>
                  <a:pt x="10126" y="18125"/>
                </a:cubicBezTo>
                <a:cubicBezTo>
                  <a:pt x="10102" y="18077"/>
                  <a:pt x="10077" y="18029"/>
                  <a:pt x="10064" y="18019"/>
                </a:cubicBezTo>
                <a:cubicBezTo>
                  <a:pt x="10051" y="18010"/>
                  <a:pt x="10012" y="17980"/>
                  <a:pt x="9981" y="17956"/>
                </a:cubicBezTo>
                <a:cubicBezTo>
                  <a:pt x="9868" y="17870"/>
                  <a:pt x="8260" y="16229"/>
                  <a:pt x="8246" y="16184"/>
                </a:cubicBezTo>
                <a:cubicBezTo>
                  <a:pt x="8238" y="16159"/>
                  <a:pt x="8220" y="16142"/>
                  <a:pt x="8205" y="16142"/>
                </a:cubicBezTo>
                <a:cubicBezTo>
                  <a:pt x="8165" y="16142"/>
                  <a:pt x="7998" y="15971"/>
                  <a:pt x="7998" y="15931"/>
                </a:cubicBezTo>
                <a:cubicBezTo>
                  <a:pt x="7998" y="15912"/>
                  <a:pt x="7988" y="15889"/>
                  <a:pt x="7978" y="15889"/>
                </a:cubicBezTo>
                <a:cubicBezTo>
                  <a:pt x="7967" y="15889"/>
                  <a:pt x="7944" y="15872"/>
                  <a:pt x="7916" y="15847"/>
                </a:cubicBezTo>
                <a:cubicBezTo>
                  <a:pt x="7866" y="15802"/>
                  <a:pt x="7857" y="15801"/>
                  <a:pt x="7895" y="15741"/>
                </a:cubicBezTo>
                <a:cubicBezTo>
                  <a:pt x="7917" y="15707"/>
                  <a:pt x="7954" y="15670"/>
                  <a:pt x="7978" y="15657"/>
                </a:cubicBezTo>
                <a:cubicBezTo>
                  <a:pt x="8001" y="15644"/>
                  <a:pt x="8019" y="15612"/>
                  <a:pt x="8019" y="15593"/>
                </a:cubicBezTo>
                <a:cubicBezTo>
                  <a:pt x="8019" y="15574"/>
                  <a:pt x="8028" y="15572"/>
                  <a:pt x="8040" y="15572"/>
                </a:cubicBezTo>
                <a:cubicBezTo>
                  <a:pt x="8051" y="15572"/>
                  <a:pt x="8284" y="15346"/>
                  <a:pt x="8556" y="15066"/>
                </a:cubicBezTo>
                <a:cubicBezTo>
                  <a:pt x="8828" y="14786"/>
                  <a:pt x="9077" y="14534"/>
                  <a:pt x="9093" y="14517"/>
                </a:cubicBezTo>
                <a:cubicBezTo>
                  <a:pt x="9109" y="14501"/>
                  <a:pt x="9487" y="14113"/>
                  <a:pt x="9940" y="13652"/>
                </a:cubicBezTo>
                <a:lnTo>
                  <a:pt x="10766" y="12809"/>
                </a:lnTo>
                <a:lnTo>
                  <a:pt x="11985" y="14053"/>
                </a:lnTo>
                <a:cubicBezTo>
                  <a:pt x="12656" y="14739"/>
                  <a:pt x="13213" y="15298"/>
                  <a:pt x="13224" y="15298"/>
                </a:cubicBezTo>
                <a:cubicBezTo>
                  <a:pt x="13236" y="15298"/>
                  <a:pt x="13245" y="15308"/>
                  <a:pt x="13245" y="15319"/>
                </a:cubicBezTo>
                <a:cubicBezTo>
                  <a:pt x="13245" y="15330"/>
                  <a:pt x="13350" y="15448"/>
                  <a:pt x="13472" y="15572"/>
                </a:cubicBezTo>
                <a:lnTo>
                  <a:pt x="13699" y="15804"/>
                </a:lnTo>
                <a:lnTo>
                  <a:pt x="12543" y="16965"/>
                </a:lnTo>
                <a:cubicBezTo>
                  <a:pt x="11485" y="18046"/>
                  <a:pt x="11386" y="18158"/>
                  <a:pt x="11386" y="18230"/>
                </a:cubicBezTo>
                <a:cubicBezTo>
                  <a:pt x="11386" y="18311"/>
                  <a:pt x="11503" y="18505"/>
                  <a:pt x="11551" y="18505"/>
                </a:cubicBezTo>
                <a:cubicBezTo>
                  <a:pt x="11564" y="18505"/>
                  <a:pt x="11762" y="18699"/>
                  <a:pt x="11985" y="18927"/>
                </a:cubicBezTo>
                <a:cubicBezTo>
                  <a:pt x="12208" y="19154"/>
                  <a:pt x="12413" y="19334"/>
                  <a:pt x="12439" y="19349"/>
                </a:cubicBezTo>
                <a:cubicBezTo>
                  <a:pt x="12466" y="19363"/>
                  <a:pt x="12513" y="19377"/>
                  <a:pt x="12543" y="19370"/>
                </a:cubicBezTo>
                <a:cubicBezTo>
                  <a:pt x="12604" y="19354"/>
                  <a:pt x="12769" y="19184"/>
                  <a:pt x="12770" y="19138"/>
                </a:cubicBezTo>
                <a:cubicBezTo>
                  <a:pt x="12770" y="19121"/>
                  <a:pt x="12771" y="19103"/>
                  <a:pt x="12790" y="19095"/>
                </a:cubicBezTo>
                <a:cubicBezTo>
                  <a:pt x="12810" y="19088"/>
                  <a:pt x="12856" y="19066"/>
                  <a:pt x="12873" y="19032"/>
                </a:cubicBezTo>
                <a:cubicBezTo>
                  <a:pt x="12891" y="18998"/>
                  <a:pt x="12923" y="18924"/>
                  <a:pt x="12956" y="18884"/>
                </a:cubicBezTo>
                <a:cubicBezTo>
                  <a:pt x="12989" y="18845"/>
                  <a:pt x="13018" y="18809"/>
                  <a:pt x="13018" y="18800"/>
                </a:cubicBezTo>
                <a:cubicBezTo>
                  <a:pt x="13018" y="18791"/>
                  <a:pt x="13094" y="18706"/>
                  <a:pt x="13183" y="18610"/>
                </a:cubicBezTo>
                <a:cubicBezTo>
                  <a:pt x="13272" y="18515"/>
                  <a:pt x="13348" y="18428"/>
                  <a:pt x="13348" y="18420"/>
                </a:cubicBezTo>
                <a:cubicBezTo>
                  <a:pt x="13348" y="18401"/>
                  <a:pt x="14083" y="17671"/>
                  <a:pt x="14154" y="17619"/>
                </a:cubicBezTo>
                <a:cubicBezTo>
                  <a:pt x="14184" y="17596"/>
                  <a:pt x="14224" y="17528"/>
                  <a:pt x="14257" y="17492"/>
                </a:cubicBezTo>
                <a:cubicBezTo>
                  <a:pt x="14290" y="17456"/>
                  <a:pt x="14345" y="17429"/>
                  <a:pt x="14360" y="17429"/>
                </a:cubicBezTo>
                <a:cubicBezTo>
                  <a:pt x="14376" y="17429"/>
                  <a:pt x="14431" y="17397"/>
                  <a:pt x="14484" y="17344"/>
                </a:cubicBezTo>
                <a:cubicBezTo>
                  <a:pt x="14537" y="17292"/>
                  <a:pt x="14582" y="17239"/>
                  <a:pt x="14587" y="17239"/>
                </a:cubicBezTo>
                <a:cubicBezTo>
                  <a:pt x="14611" y="17239"/>
                  <a:pt x="14877" y="17046"/>
                  <a:pt x="14877" y="17028"/>
                </a:cubicBezTo>
                <a:cubicBezTo>
                  <a:pt x="14877" y="17017"/>
                  <a:pt x="14884" y="17007"/>
                  <a:pt x="14897" y="17007"/>
                </a:cubicBezTo>
                <a:cubicBezTo>
                  <a:pt x="14911" y="17007"/>
                  <a:pt x="14962" y="16986"/>
                  <a:pt x="15021" y="16944"/>
                </a:cubicBezTo>
                <a:cubicBezTo>
                  <a:pt x="15081" y="16901"/>
                  <a:pt x="15175" y="16825"/>
                  <a:pt x="15228" y="16796"/>
                </a:cubicBezTo>
                <a:lnTo>
                  <a:pt x="15331" y="16754"/>
                </a:lnTo>
                <a:lnTo>
                  <a:pt x="15372" y="16796"/>
                </a:lnTo>
                <a:cubicBezTo>
                  <a:pt x="15397" y="16825"/>
                  <a:pt x="15456" y="16890"/>
                  <a:pt x="15496" y="16922"/>
                </a:cubicBezTo>
                <a:cubicBezTo>
                  <a:pt x="15537" y="16955"/>
                  <a:pt x="15558" y="16974"/>
                  <a:pt x="15558" y="16986"/>
                </a:cubicBezTo>
                <a:cubicBezTo>
                  <a:pt x="15559" y="17014"/>
                  <a:pt x="15985" y="17429"/>
                  <a:pt x="16013" y="17429"/>
                </a:cubicBezTo>
                <a:cubicBezTo>
                  <a:pt x="16025" y="17429"/>
                  <a:pt x="16045" y="17469"/>
                  <a:pt x="16075" y="17513"/>
                </a:cubicBezTo>
                <a:cubicBezTo>
                  <a:pt x="16104" y="17557"/>
                  <a:pt x="16183" y="17637"/>
                  <a:pt x="16240" y="17682"/>
                </a:cubicBezTo>
                <a:cubicBezTo>
                  <a:pt x="16297" y="17727"/>
                  <a:pt x="16368" y="17796"/>
                  <a:pt x="16385" y="17830"/>
                </a:cubicBezTo>
                <a:cubicBezTo>
                  <a:pt x="16401" y="17864"/>
                  <a:pt x="16444" y="17909"/>
                  <a:pt x="16488" y="17935"/>
                </a:cubicBezTo>
                <a:cubicBezTo>
                  <a:pt x="16532" y="17962"/>
                  <a:pt x="16583" y="18017"/>
                  <a:pt x="16612" y="18062"/>
                </a:cubicBezTo>
                <a:cubicBezTo>
                  <a:pt x="16640" y="18106"/>
                  <a:pt x="16693" y="18158"/>
                  <a:pt x="16736" y="18188"/>
                </a:cubicBezTo>
                <a:cubicBezTo>
                  <a:pt x="16778" y="18218"/>
                  <a:pt x="16839" y="18279"/>
                  <a:pt x="16860" y="18315"/>
                </a:cubicBezTo>
                <a:cubicBezTo>
                  <a:pt x="16880" y="18350"/>
                  <a:pt x="16924" y="18411"/>
                  <a:pt x="16963" y="18441"/>
                </a:cubicBezTo>
                <a:cubicBezTo>
                  <a:pt x="17002" y="18472"/>
                  <a:pt x="17075" y="18531"/>
                  <a:pt x="17108" y="18568"/>
                </a:cubicBezTo>
                <a:cubicBezTo>
                  <a:pt x="17187" y="18660"/>
                  <a:pt x="17271" y="18750"/>
                  <a:pt x="17355" y="18821"/>
                </a:cubicBezTo>
                <a:cubicBezTo>
                  <a:pt x="17394" y="18854"/>
                  <a:pt x="17417" y="18890"/>
                  <a:pt x="17417" y="18906"/>
                </a:cubicBezTo>
                <a:cubicBezTo>
                  <a:pt x="17418" y="18921"/>
                  <a:pt x="17463" y="18969"/>
                  <a:pt x="17521" y="19011"/>
                </a:cubicBezTo>
                <a:cubicBezTo>
                  <a:pt x="17579" y="19054"/>
                  <a:pt x="17659" y="19115"/>
                  <a:pt x="17686" y="19159"/>
                </a:cubicBezTo>
                <a:cubicBezTo>
                  <a:pt x="17712" y="19203"/>
                  <a:pt x="17761" y="19274"/>
                  <a:pt x="17810" y="19306"/>
                </a:cubicBezTo>
                <a:cubicBezTo>
                  <a:pt x="17858" y="19339"/>
                  <a:pt x="17942" y="19403"/>
                  <a:pt x="17975" y="19454"/>
                </a:cubicBezTo>
                <a:cubicBezTo>
                  <a:pt x="18008" y="19505"/>
                  <a:pt x="18061" y="19560"/>
                  <a:pt x="18099" y="19581"/>
                </a:cubicBezTo>
                <a:cubicBezTo>
                  <a:pt x="18137" y="19601"/>
                  <a:pt x="18161" y="19632"/>
                  <a:pt x="18161" y="19644"/>
                </a:cubicBezTo>
                <a:cubicBezTo>
                  <a:pt x="18161" y="19656"/>
                  <a:pt x="18256" y="19744"/>
                  <a:pt x="18368" y="19855"/>
                </a:cubicBezTo>
                <a:cubicBezTo>
                  <a:pt x="18691" y="20176"/>
                  <a:pt x="18698" y="20200"/>
                  <a:pt x="18801" y="20319"/>
                </a:cubicBezTo>
                <a:cubicBezTo>
                  <a:pt x="18856" y="20381"/>
                  <a:pt x="18904" y="20432"/>
                  <a:pt x="18905" y="20446"/>
                </a:cubicBezTo>
                <a:cubicBezTo>
                  <a:pt x="18905" y="20460"/>
                  <a:pt x="18949" y="20538"/>
                  <a:pt x="18987" y="20614"/>
                </a:cubicBezTo>
                <a:cubicBezTo>
                  <a:pt x="19025" y="20691"/>
                  <a:pt x="19049" y="20782"/>
                  <a:pt x="19049" y="20804"/>
                </a:cubicBezTo>
                <a:cubicBezTo>
                  <a:pt x="19049" y="20827"/>
                  <a:pt x="19073" y="20852"/>
                  <a:pt x="19091" y="20868"/>
                </a:cubicBezTo>
                <a:cubicBezTo>
                  <a:pt x="19108" y="20883"/>
                  <a:pt x="19123" y="20926"/>
                  <a:pt x="19132" y="20973"/>
                </a:cubicBezTo>
                <a:cubicBezTo>
                  <a:pt x="19140" y="21020"/>
                  <a:pt x="19163" y="21078"/>
                  <a:pt x="19173" y="21100"/>
                </a:cubicBezTo>
                <a:cubicBezTo>
                  <a:pt x="19206" y="21166"/>
                  <a:pt x="19224" y="21254"/>
                  <a:pt x="19256" y="21353"/>
                </a:cubicBezTo>
                <a:cubicBezTo>
                  <a:pt x="19294" y="21473"/>
                  <a:pt x="19333" y="21523"/>
                  <a:pt x="19421" y="21564"/>
                </a:cubicBezTo>
                <a:cubicBezTo>
                  <a:pt x="19459" y="21581"/>
                  <a:pt x="19526" y="21592"/>
                  <a:pt x="19545" y="21585"/>
                </a:cubicBezTo>
                <a:cubicBezTo>
                  <a:pt x="19564" y="21578"/>
                  <a:pt x="19604" y="21570"/>
                  <a:pt x="19648" y="21564"/>
                </a:cubicBezTo>
                <a:cubicBezTo>
                  <a:pt x="19693" y="21557"/>
                  <a:pt x="19747" y="21553"/>
                  <a:pt x="19772" y="21543"/>
                </a:cubicBezTo>
                <a:cubicBezTo>
                  <a:pt x="19798" y="21532"/>
                  <a:pt x="19860" y="21515"/>
                  <a:pt x="19896" y="21500"/>
                </a:cubicBezTo>
                <a:cubicBezTo>
                  <a:pt x="19932" y="21486"/>
                  <a:pt x="19989" y="21458"/>
                  <a:pt x="20020" y="21458"/>
                </a:cubicBezTo>
                <a:cubicBezTo>
                  <a:pt x="20051" y="21458"/>
                  <a:pt x="20061" y="21450"/>
                  <a:pt x="20061" y="21437"/>
                </a:cubicBezTo>
                <a:cubicBezTo>
                  <a:pt x="20061" y="21424"/>
                  <a:pt x="20089" y="21416"/>
                  <a:pt x="20103" y="21416"/>
                </a:cubicBezTo>
                <a:cubicBezTo>
                  <a:pt x="20117" y="21416"/>
                  <a:pt x="20145" y="21403"/>
                  <a:pt x="20185" y="21374"/>
                </a:cubicBezTo>
                <a:cubicBezTo>
                  <a:pt x="20226" y="21345"/>
                  <a:pt x="20268" y="21326"/>
                  <a:pt x="20268" y="21332"/>
                </a:cubicBezTo>
                <a:cubicBezTo>
                  <a:pt x="20268" y="21337"/>
                  <a:pt x="20309" y="21308"/>
                  <a:pt x="20351" y="21289"/>
                </a:cubicBezTo>
                <a:cubicBezTo>
                  <a:pt x="20392" y="21271"/>
                  <a:pt x="20413" y="21257"/>
                  <a:pt x="20413" y="21247"/>
                </a:cubicBezTo>
                <a:cubicBezTo>
                  <a:pt x="20413" y="21237"/>
                  <a:pt x="20419" y="21226"/>
                  <a:pt x="20433" y="21226"/>
                </a:cubicBezTo>
                <a:cubicBezTo>
                  <a:pt x="20458" y="21226"/>
                  <a:pt x="20554" y="21173"/>
                  <a:pt x="20681" y="21057"/>
                </a:cubicBezTo>
                <a:cubicBezTo>
                  <a:pt x="20716" y="21025"/>
                  <a:pt x="20753" y="20994"/>
                  <a:pt x="20764" y="20994"/>
                </a:cubicBezTo>
                <a:cubicBezTo>
                  <a:pt x="20793" y="20994"/>
                  <a:pt x="21052" y="20731"/>
                  <a:pt x="21053" y="20699"/>
                </a:cubicBezTo>
                <a:cubicBezTo>
                  <a:pt x="21053" y="20684"/>
                  <a:pt x="21085" y="20624"/>
                  <a:pt x="21135" y="20572"/>
                </a:cubicBezTo>
                <a:cubicBezTo>
                  <a:pt x="21186" y="20520"/>
                  <a:pt x="21239" y="20467"/>
                  <a:pt x="21239" y="20446"/>
                </a:cubicBezTo>
                <a:cubicBezTo>
                  <a:pt x="21239" y="20424"/>
                  <a:pt x="21256" y="20384"/>
                  <a:pt x="21280" y="20361"/>
                </a:cubicBezTo>
                <a:cubicBezTo>
                  <a:pt x="21304" y="20339"/>
                  <a:pt x="21326" y="20297"/>
                  <a:pt x="21342" y="20256"/>
                </a:cubicBezTo>
                <a:cubicBezTo>
                  <a:pt x="21358" y="20214"/>
                  <a:pt x="21376" y="20178"/>
                  <a:pt x="21383" y="20171"/>
                </a:cubicBezTo>
                <a:cubicBezTo>
                  <a:pt x="21411" y="20146"/>
                  <a:pt x="21451" y="20029"/>
                  <a:pt x="21466" y="19939"/>
                </a:cubicBezTo>
                <a:cubicBezTo>
                  <a:pt x="21474" y="19887"/>
                  <a:pt x="21510" y="19833"/>
                  <a:pt x="21528" y="19813"/>
                </a:cubicBezTo>
                <a:cubicBezTo>
                  <a:pt x="21549" y="19789"/>
                  <a:pt x="21560" y="19691"/>
                  <a:pt x="21569" y="19560"/>
                </a:cubicBezTo>
                <a:cubicBezTo>
                  <a:pt x="21582" y="19373"/>
                  <a:pt x="21587" y="19341"/>
                  <a:pt x="21549" y="19306"/>
                </a:cubicBezTo>
                <a:cubicBezTo>
                  <a:pt x="21484" y="19248"/>
                  <a:pt x="21188" y="19094"/>
                  <a:pt x="21094" y="19074"/>
                </a:cubicBezTo>
                <a:cubicBezTo>
                  <a:pt x="21049" y="19065"/>
                  <a:pt x="20967" y="19053"/>
                  <a:pt x="20929" y="19032"/>
                </a:cubicBezTo>
                <a:cubicBezTo>
                  <a:pt x="20891" y="19011"/>
                  <a:pt x="20873" y="18991"/>
                  <a:pt x="20867" y="18990"/>
                </a:cubicBezTo>
                <a:cubicBezTo>
                  <a:pt x="20818" y="18985"/>
                  <a:pt x="20640" y="18921"/>
                  <a:pt x="20640" y="18906"/>
                </a:cubicBezTo>
                <a:cubicBezTo>
                  <a:pt x="20640" y="18895"/>
                  <a:pt x="20625" y="18884"/>
                  <a:pt x="20598" y="18884"/>
                </a:cubicBezTo>
                <a:cubicBezTo>
                  <a:pt x="20520" y="18884"/>
                  <a:pt x="20461" y="18830"/>
                  <a:pt x="20247" y="18610"/>
                </a:cubicBezTo>
                <a:cubicBezTo>
                  <a:pt x="20135" y="18495"/>
                  <a:pt x="20032" y="18399"/>
                  <a:pt x="20020" y="18399"/>
                </a:cubicBezTo>
                <a:cubicBezTo>
                  <a:pt x="20008" y="18399"/>
                  <a:pt x="19949" y="18362"/>
                  <a:pt x="19896" y="18294"/>
                </a:cubicBezTo>
                <a:cubicBezTo>
                  <a:pt x="19843" y="18226"/>
                  <a:pt x="19788" y="18148"/>
                  <a:pt x="19752" y="18125"/>
                </a:cubicBezTo>
                <a:cubicBezTo>
                  <a:pt x="19715" y="18102"/>
                  <a:pt x="19669" y="18074"/>
                  <a:pt x="19669" y="18062"/>
                </a:cubicBezTo>
                <a:cubicBezTo>
                  <a:pt x="19669" y="18029"/>
                  <a:pt x="19454" y="17809"/>
                  <a:pt x="19421" y="17809"/>
                </a:cubicBezTo>
                <a:cubicBezTo>
                  <a:pt x="19405" y="17809"/>
                  <a:pt x="19390" y="17798"/>
                  <a:pt x="19380" y="17766"/>
                </a:cubicBezTo>
                <a:cubicBezTo>
                  <a:pt x="19361" y="17711"/>
                  <a:pt x="19194" y="17555"/>
                  <a:pt x="19152" y="17555"/>
                </a:cubicBezTo>
                <a:cubicBezTo>
                  <a:pt x="19141" y="17555"/>
                  <a:pt x="19132" y="17547"/>
                  <a:pt x="19132" y="17534"/>
                </a:cubicBezTo>
                <a:cubicBezTo>
                  <a:pt x="19132" y="17489"/>
                  <a:pt x="18791" y="17127"/>
                  <a:pt x="18636" y="17007"/>
                </a:cubicBezTo>
                <a:cubicBezTo>
                  <a:pt x="18591" y="16971"/>
                  <a:pt x="18553" y="16914"/>
                  <a:pt x="18553" y="16901"/>
                </a:cubicBezTo>
                <a:cubicBezTo>
                  <a:pt x="18553" y="16873"/>
                  <a:pt x="18437" y="16752"/>
                  <a:pt x="18388" y="16733"/>
                </a:cubicBezTo>
                <a:cubicBezTo>
                  <a:pt x="18369" y="16725"/>
                  <a:pt x="18335" y="16713"/>
                  <a:pt x="18326" y="16690"/>
                </a:cubicBezTo>
                <a:cubicBezTo>
                  <a:pt x="18309" y="16642"/>
                  <a:pt x="18191" y="16522"/>
                  <a:pt x="18161" y="16522"/>
                </a:cubicBezTo>
                <a:cubicBezTo>
                  <a:pt x="18150" y="16522"/>
                  <a:pt x="18134" y="16486"/>
                  <a:pt x="18120" y="16458"/>
                </a:cubicBezTo>
                <a:cubicBezTo>
                  <a:pt x="18085" y="16393"/>
                  <a:pt x="17943" y="16247"/>
                  <a:pt x="17913" y="16247"/>
                </a:cubicBezTo>
                <a:cubicBezTo>
                  <a:pt x="17901" y="16247"/>
                  <a:pt x="17853" y="16199"/>
                  <a:pt x="17810" y="16142"/>
                </a:cubicBezTo>
                <a:cubicBezTo>
                  <a:pt x="17723" y="16026"/>
                  <a:pt x="17601" y="15910"/>
                  <a:pt x="17562" y="15910"/>
                </a:cubicBezTo>
                <a:cubicBezTo>
                  <a:pt x="17548" y="15910"/>
                  <a:pt x="17528" y="15897"/>
                  <a:pt x="17521" y="15868"/>
                </a:cubicBezTo>
                <a:cubicBezTo>
                  <a:pt x="17513" y="15838"/>
                  <a:pt x="17468" y="15787"/>
                  <a:pt x="17417" y="15741"/>
                </a:cubicBezTo>
                <a:cubicBezTo>
                  <a:pt x="17367" y="15695"/>
                  <a:pt x="17293" y="15617"/>
                  <a:pt x="17252" y="15572"/>
                </a:cubicBezTo>
                <a:cubicBezTo>
                  <a:pt x="17211" y="15528"/>
                  <a:pt x="17108" y="15426"/>
                  <a:pt x="17025" y="15340"/>
                </a:cubicBezTo>
                <a:lnTo>
                  <a:pt x="16880" y="15171"/>
                </a:lnTo>
                <a:lnTo>
                  <a:pt x="16922" y="15066"/>
                </a:lnTo>
                <a:cubicBezTo>
                  <a:pt x="16951" y="15010"/>
                  <a:pt x="17006" y="14959"/>
                  <a:pt x="17025" y="14939"/>
                </a:cubicBezTo>
                <a:cubicBezTo>
                  <a:pt x="17044" y="14920"/>
                  <a:pt x="17046" y="14890"/>
                  <a:pt x="17046" y="14876"/>
                </a:cubicBezTo>
                <a:cubicBezTo>
                  <a:pt x="17046" y="14863"/>
                  <a:pt x="17106" y="14776"/>
                  <a:pt x="17169" y="14686"/>
                </a:cubicBezTo>
                <a:cubicBezTo>
                  <a:pt x="17233" y="14597"/>
                  <a:pt x="17293" y="14524"/>
                  <a:pt x="17293" y="14517"/>
                </a:cubicBezTo>
                <a:cubicBezTo>
                  <a:pt x="17293" y="14505"/>
                  <a:pt x="17317" y="14447"/>
                  <a:pt x="17438" y="14306"/>
                </a:cubicBezTo>
                <a:cubicBezTo>
                  <a:pt x="17479" y="14258"/>
                  <a:pt x="17521" y="14211"/>
                  <a:pt x="17521" y="14201"/>
                </a:cubicBezTo>
                <a:cubicBezTo>
                  <a:pt x="17521" y="14191"/>
                  <a:pt x="17562" y="14137"/>
                  <a:pt x="17624" y="14074"/>
                </a:cubicBezTo>
                <a:cubicBezTo>
                  <a:pt x="17686" y="14012"/>
                  <a:pt x="17743" y="13943"/>
                  <a:pt x="17748" y="13927"/>
                </a:cubicBezTo>
                <a:cubicBezTo>
                  <a:pt x="17760" y="13888"/>
                  <a:pt x="18590" y="13062"/>
                  <a:pt x="18615" y="13062"/>
                </a:cubicBezTo>
                <a:cubicBezTo>
                  <a:pt x="18626" y="13062"/>
                  <a:pt x="18677" y="13000"/>
                  <a:pt x="18739" y="12935"/>
                </a:cubicBezTo>
                <a:cubicBezTo>
                  <a:pt x="18802" y="12870"/>
                  <a:pt x="18874" y="12809"/>
                  <a:pt x="18884" y="12809"/>
                </a:cubicBezTo>
                <a:cubicBezTo>
                  <a:pt x="18894" y="12809"/>
                  <a:pt x="18940" y="12788"/>
                  <a:pt x="18987" y="12745"/>
                </a:cubicBezTo>
                <a:cubicBezTo>
                  <a:pt x="19118" y="12627"/>
                  <a:pt x="19151" y="12586"/>
                  <a:pt x="19173" y="12576"/>
                </a:cubicBezTo>
                <a:cubicBezTo>
                  <a:pt x="19259" y="12539"/>
                  <a:pt x="19378" y="12430"/>
                  <a:pt x="19400" y="12366"/>
                </a:cubicBezTo>
                <a:cubicBezTo>
                  <a:pt x="19434" y="12270"/>
                  <a:pt x="19380" y="12111"/>
                  <a:pt x="19318" y="12091"/>
                </a:cubicBezTo>
                <a:cubicBezTo>
                  <a:pt x="19261" y="12073"/>
                  <a:pt x="18698" y="11497"/>
                  <a:pt x="18615" y="11374"/>
                </a:cubicBezTo>
                <a:cubicBezTo>
                  <a:pt x="18495" y="11193"/>
                  <a:pt x="18343" y="11142"/>
                  <a:pt x="18202" y="11226"/>
                </a:cubicBezTo>
                <a:cubicBezTo>
                  <a:pt x="18166" y="11248"/>
                  <a:pt x="17631" y="11766"/>
                  <a:pt x="17025" y="12387"/>
                </a:cubicBezTo>
                <a:lnTo>
                  <a:pt x="15930" y="13505"/>
                </a:lnTo>
                <a:lnTo>
                  <a:pt x="14464" y="12028"/>
                </a:lnTo>
                <a:cubicBezTo>
                  <a:pt x="13663" y="11210"/>
                  <a:pt x="13018" y="10538"/>
                  <a:pt x="13018" y="10530"/>
                </a:cubicBezTo>
                <a:cubicBezTo>
                  <a:pt x="13018" y="10522"/>
                  <a:pt x="13207" y="10336"/>
                  <a:pt x="13431" y="10108"/>
                </a:cubicBezTo>
                <a:cubicBezTo>
                  <a:pt x="13654" y="9881"/>
                  <a:pt x="13823" y="9677"/>
                  <a:pt x="13823" y="9665"/>
                </a:cubicBezTo>
                <a:cubicBezTo>
                  <a:pt x="13823" y="9653"/>
                  <a:pt x="13832" y="9644"/>
                  <a:pt x="13844" y="9644"/>
                </a:cubicBezTo>
                <a:cubicBezTo>
                  <a:pt x="13873" y="9644"/>
                  <a:pt x="14278" y="9252"/>
                  <a:pt x="14278" y="9222"/>
                </a:cubicBezTo>
                <a:cubicBezTo>
                  <a:pt x="14278" y="9209"/>
                  <a:pt x="14287" y="9201"/>
                  <a:pt x="14298" y="9201"/>
                </a:cubicBezTo>
                <a:cubicBezTo>
                  <a:pt x="14326" y="9201"/>
                  <a:pt x="14877" y="8618"/>
                  <a:pt x="14877" y="8589"/>
                </a:cubicBezTo>
                <a:cubicBezTo>
                  <a:pt x="14877" y="8577"/>
                  <a:pt x="14886" y="8568"/>
                  <a:pt x="14897" y="8568"/>
                </a:cubicBezTo>
                <a:cubicBezTo>
                  <a:pt x="14925" y="8568"/>
                  <a:pt x="16736" y="6719"/>
                  <a:pt x="16736" y="6690"/>
                </a:cubicBezTo>
                <a:cubicBezTo>
                  <a:pt x="16736" y="6679"/>
                  <a:pt x="16744" y="6669"/>
                  <a:pt x="16756" y="6669"/>
                </a:cubicBezTo>
                <a:cubicBezTo>
                  <a:pt x="16785" y="6669"/>
                  <a:pt x="17169" y="6277"/>
                  <a:pt x="17169" y="6247"/>
                </a:cubicBezTo>
                <a:cubicBezTo>
                  <a:pt x="17170" y="6235"/>
                  <a:pt x="17178" y="6226"/>
                  <a:pt x="17190" y="6226"/>
                </a:cubicBezTo>
                <a:cubicBezTo>
                  <a:pt x="17219" y="6226"/>
                  <a:pt x="17769" y="5665"/>
                  <a:pt x="17769" y="5636"/>
                </a:cubicBezTo>
                <a:cubicBezTo>
                  <a:pt x="17769" y="5624"/>
                  <a:pt x="17792" y="5615"/>
                  <a:pt x="17810" y="5615"/>
                </a:cubicBezTo>
                <a:cubicBezTo>
                  <a:pt x="17828" y="5615"/>
                  <a:pt x="17866" y="5572"/>
                  <a:pt x="17892" y="5530"/>
                </a:cubicBezTo>
                <a:cubicBezTo>
                  <a:pt x="17919" y="5488"/>
                  <a:pt x="17934" y="5458"/>
                  <a:pt x="17934" y="5467"/>
                </a:cubicBezTo>
                <a:cubicBezTo>
                  <a:pt x="17934" y="5492"/>
                  <a:pt x="18905" y="4501"/>
                  <a:pt x="18905" y="4475"/>
                </a:cubicBezTo>
                <a:cubicBezTo>
                  <a:pt x="18905" y="4463"/>
                  <a:pt x="18957" y="4400"/>
                  <a:pt x="19008" y="4349"/>
                </a:cubicBezTo>
                <a:cubicBezTo>
                  <a:pt x="19059" y="4297"/>
                  <a:pt x="19113" y="4237"/>
                  <a:pt x="19132" y="4201"/>
                </a:cubicBezTo>
                <a:cubicBezTo>
                  <a:pt x="19151" y="4166"/>
                  <a:pt x="19218" y="4090"/>
                  <a:pt x="19276" y="4032"/>
                </a:cubicBezTo>
                <a:cubicBezTo>
                  <a:pt x="19334" y="3974"/>
                  <a:pt x="19380" y="3902"/>
                  <a:pt x="19380" y="3885"/>
                </a:cubicBezTo>
                <a:cubicBezTo>
                  <a:pt x="19380" y="3867"/>
                  <a:pt x="19383" y="3849"/>
                  <a:pt x="19400" y="3842"/>
                </a:cubicBezTo>
                <a:cubicBezTo>
                  <a:pt x="19418" y="3836"/>
                  <a:pt x="19484" y="3750"/>
                  <a:pt x="19545" y="3653"/>
                </a:cubicBezTo>
                <a:cubicBezTo>
                  <a:pt x="19606" y="3555"/>
                  <a:pt x="19658" y="3484"/>
                  <a:pt x="19669" y="3484"/>
                </a:cubicBezTo>
                <a:cubicBezTo>
                  <a:pt x="19679" y="3484"/>
                  <a:pt x="19710" y="3440"/>
                  <a:pt x="19731" y="3399"/>
                </a:cubicBezTo>
                <a:cubicBezTo>
                  <a:pt x="19752" y="3358"/>
                  <a:pt x="19789" y="3299"/>
                  <a:pt x="19813" y="3273"/>
                </a:cubicBezTo>
                <a:cubicBezTo>
                  <a:pt x="19838" y="3246"/>
                  <a:pt x="19855" y="3224"/>
                  <a:pt x="19855" y="3209"/>
                </a:cubicBezTo>
                <a:cubicBezTo>
                  <a:pt x="19855" y="3195"/>
                  <a:pt x="19891" y="3165"/>
                  <a:pt x="19917" y="3146"/>
                </a:cubicBezTo>
                <a:cubicBezTo>
                  <a:pt x="19942" y="3127"/>
                  <a:pt x="19958" y="3100"/>
                  <a:pt x="19958" y="3083"/>
                </a:cubicBezTo>
                <a:cubicBezTo>
                  <a:pt x="19958" y="3054"/>
                  <a:pt x="19979" y="2992"/>
                  <a:pt x="20020" y="2935"/>
                </a:cubicBezTo>
                <a:cubicBezTo>
                  <a:pt x="20131" y="2779"/>
                  <a:pt x="20268" y="2515"/>
                  <a:pt x="20268" y="2471"/>
                </a:cubicBezTo>
                <a:cubicBezTo>
                  <a:pt x="20268" y="2460"/>
                  <a:pt x="20312" y="2401"/>
                  <a:pt x="20351" y="2345"/>
                </a:cubicBezTo>
                <a:cubicBezTo>
                  <a:pt x="20389" y="2288"/>
                  <a:pt x="20413" y="2232"/>
                  <a:pt x="20413" y="2218"/>
                </a:cubicBezTo>
                <a:cubicBezTo>
                  <a:pt x="20413" y="2204"/>
                  <a:pt x="20473" y="2090"/>
                  <a:pt x="20536" y="1965"/>
                </a:cubicBezTo>
                <a:cubicBezTo>
                  <a:pt x="20600" y="1839"/>
                  <a:pt x="20640" y="1733"/>
                  <a:pt x="20640" y="1712"/>
                </a:cubicBezTo>
                <a:cubicBezTo>
                  <a:pt x="20640" y="1690"/>
                  <a:pt x="20663" y="1653"/>
                  <a:pt x="20681" y="1627"/>
                </a:cubicBezTo>
                <a:cubicBezTo>
                  <a:pt x="20699" y="1601"/>
                  <a:pt x="20723" y="1526"/>
                  <a:pt x="20743" y="1458"/>
                </a:cubicBezTo>
                <a:cubicBezTo>
                  <a:pt x="20763" y="1391"/>
                  <a:pt x="20806" y="1290"/>
                  <a:pt x="20826" y="1247"/>
                </a:cubicBezTo>
                <a:cubicBezTo>
                  <a:pt x="20884" y="1118"/>
                  <a:pt x="20950" y="889"/>
                  <a:pt x="20950" y="826"/>
                </a:cubicBezTo>
                <a:cubicBezTo>
                  <a:pt x="20950" y="793"/>
                  <a:pt x="20957" y="762"/>
                  <a:pt x="20970" y="762"/>
                </a:cubicBezTo>
                <a:cubicBezTo>
                  <a:pt x="20983" y="762"/>
                  <a:pt x="20991" y="720"/>
                  <a:pt x="20991" y="678"/>
                </a:cubicBezTo>
                <a:cubicBezTo>
                  <a:pt x="20991" y="601"/>
                  <a:pt x="21043" y="434"/>
                  <a:pt x="21074" y="404"/>
                </a:cubicBezTo>
                <a:cubicBezTo>
                  <a:pt x="21082" y="395"/>
                  <a:pt x="21094" y="316"/>
                  <a:pt x="21094" y="235"/>
                </a:cubicBezTo>
                <a:cubicBezTo>
                  <a:pt x="21094" y="96"/>
                  <a:pt x="21077" y="93"/>
                  <a:pt x="21012" y="45"/>
                </a:cubicBezTo>
                <a:cubicBezTo>
                  <a:pt x="20939" y="-8"/>
                  <a:pt x="20946" y="1"/>
                  <a:pt x="20660" y="45"/>
                </a:cubicBezTo>
                <a:cubicBezTo>
                  <a:pt x="20606" y="53"/>
                  <a:pt x="20543" y="54"/>
                  <a:pt x="20536" y="66"/>
                </a:cubicBezTo>
                <a:cubicBezTo>
                  <a:pt x="20529" y="78"/>
                  <a:pt x="20506" y="87"/>
                  <a:pt x="20474" y="87"/>
                </a:cubicBezTo>
                <a:cubicBezTo>
                  <a:pt x="20443" y="87"/>
                  <a:pt x="20413" y="97"/>
                  <a:pt x="20413" y="108"/>
                </a:cubicBezTo>
                <a:cubicBezTo>
                  <a:pt x="20413" y="120"/>
                  <a:pt x="20392" y="144"/>
                  <a:pt x="20351" y="150"/>
                </a:cubicBezTo>
                <a:cubicBezTo>
                  <a:pt x="20173" y="179"/>
                  <a:pt x="20105" y="190"/>
                  <a:pt x="19979" y="256"/>
                </a:cubicBezTo>
                <a:cubicBezTo>
                  <a:pt x="19957" y="267"/>
                  <a:pt x="19900" y="277"/>
                  <a:pt x="19875" y="277"/>
                </a:cubicBezTo>
                <a:cubicBezTo>
                  <a:pt x="19851" y="277"/>
                  <a:pt x="19842" y="285"/>
                  <a:pt x="19834" y="298"/>
                </a:cubicBezTo>
                <a:cubicBezTo>
                  <a:pt x="19826" y="311"/>
                  <a:pt x="19797" y="319"/>
                  <a:pt x="19772" y="319"/>
                </a:cubicBezTo>
                <a:cubicBezTo>
                  <a:pt x="19747" y="319"/>
                  <a:pt x="19731" y="348"/>
                  <a:pt x="19731" y="361"/>
                </a:cubicBezTo>
                <a:cubicBezTo>
                  <a:pt x="19731" y="374"/>
                  <a:pt x="19700" y="383"/>
                  <a:pt x="19669" y="383"/>
                </a:cubicBezTo>
                <a:cubicBezTo>
                  <a:pt x="19638" y="383"/>
                  <a:pt x="19594" y="390"/>
                  <a:pt x="19586" y="404"/>
                </a:cubicBezTo>
                <a:cubicBezTo>
                  <a:pt x="19578" y="417"/>
                  <a:pt x="19576" y="410"/>
                  <a:pt x="19566" y="404"/>
                </a:cubicBezTo>
                <a:cubicBezTo>
                  <a:pt x="19555" y="397"/>
                  <a:pt x="19483" y="415"/>
                  <a:pt x="19421" y="446"/>
                </a:cubicBezTo>
                <a:cubicBezTo>
                  <a:pt x="19359" y="477"/>
                  <a:pt x="19263" y="538"/>
                  <a:pt x="19194" y="572"/>
                </a:cubicBezTo>
                <a:cubicBezTo>
                  <a:pt x="19124" y="607"/>
                  <a:pt x="19044" y="636"/>
                  <a:pt x="19029" y="636"/>
                </a:cubicBezTo>
                <a:cubicBezTo>
                  <a:pt x="19013" y="636"/>
                  <a:pt x="18926" y="697"/>
                  <a:pt x="18822" y="762"/>
                </a:cubicBezTo>
                <a:cubicBezTo>
                  <a:pt x="18718" y="827"/>
                  <a:pt x="18627" y="868"/>
                  <a:pt x="18615" y="868"/>
                </a:cubicBezTo>
                <a:cubicBezTo>
                  <a:pt x="18579" y="868"/>
                  <a:pt x="18174" y="1111"/>
                  <a:pt x="18161" y="1142"/>
                </a:cubicBezTo>
                <a:cubicBezTo>
                  <a:pt x="18157" y="1152"/>
                  <a:pt x="18138" y="1163"/>
                  <a:pt x="18120" y="1163"/>
                </a:cubicBezTo>
                <a:cubicBezTo>
                  <a:pt x="18102" y="1163"/>
                  <a:pt x="18099" y="1171"/>
                  <a:pt x="18099" y="1184"/>
                </a:cubicBezTo>
                <a:cubicBezTo>
                  <a:pt x="18099" y="1197"/>
                  <a:pt x="18090" y="1205"/>
                  <a:pt x="18078" y="1205"/>
                </a:cubicBezTo>
                <a:cubicBezTo>
                  <a:pt x="18053" y="1205"/>
                  <a:pt x="17813" y="1352"/>
                  <a:pt x="17769" y="1395"/>
                </a:cubicBezTo>
                <a:cubicBezTo>
                  <a:pt x="17752" y="1412"/>
                  <a:pt x="17732" y="1423"/>
                  <a:pt x="17707" y="1437"/>
                </a:cubicBezTo>
                <a:cubicBezTo>
                  <a:pt x="17681" y="1451"/>
                  <a:pt x="17645" y="1481"/>
                  <a:pt x="17624" y="1501"/>
                </a:cubicBezTo>
                <a:cubicBezTo>
                  <a:pt x="17512" y="1601"/>
                  <a:pt x="17375" y="1698"/>
                  <a:pt x="17335" y="1712"/>
                </a:cubicBezTo>
                <a:cubicBezTo>
                  <a:pt x="17310" y="1720"/>
                  <a:pt x="17293" y="1742"/>
                  <a:pt x="17293" y="1754"/>
                </a:cubicBezTo>
                <a:cubicBezTo>
                  <a:pt x="17293" y="1766"/>
                  <a:pt x="17244" y="1798"/>
                  <a:pt x="17190" y="1838"/>
                </a:cubicBezTo>
                <a:cubicBezTo>
                  <a:pt x="17136" y="1878"/>
                  <a:pt x="17052" y="1962"/>
                  <a:pt x="17004" y="2007"/>
                </a:cubicBezTo>
                <a:cubicBezTo>
                  <a:pt x="16957" y="2052"/>
                  <a:pt x="16911" y="2091"/>
                  <a:pt x="16901" y="2091"/>
                </a:cubicBezTo>
                <a:cubicBezTo>
                  <a:pt x="16891" y="2091"/>
                  <a:pt x="16815" y="2156"/>
                  <a:pt x="16736" y="2239"/>
                </a:cubicBezTo>
                <a:cubicBezTo>
                  <a:pt x="16657" y="2322"/>
                  <a:pt x="16557" y="2413"/>
                  <a:pt x="16509" y="2450"/>
                </a:cubicBezTo>
                <a:cubicBezTo>
                  <a:pt x="16424" y="2513"/>
                  <a:pt x="16220" y="2715"/>
                  <a:pt x="16137" y="2809"/>
                </a:cubicBezTo>
                <a:cubicBezTo>
                  <a:pt x="16029" y="2929"/>
                  <a:pt x="15928" y="2999"/>
                  <a:pt x="15909" y="2999"/>
                </a:cubicBezTo>
                <a:cubicBezTo>
                  <a:pt x="15898" y="2999"/>
                  <a:pt x="15889" y="3027"/>
                  <a:pt x="15889" y="3041"/>
                </a:cubicBezTo>
                <a:cubicBezTo>
                  <a:pt x="15889" y="3054"/>
                  <a:pt x="15840" y="3094"/>
                  <a:pt x="15786" y="3146"/>
                </a:cubicBezTo>
                <a:cubicBezTo>
                  <a:pt x="15731" y="3198"/>
                  <a:pt x="15695" y="3259"/>
                  <a:pt x="15682" y="3273"/>
                </a:cubicBezTo>
                <a:cubicBezTo>
                  <a:pt x="15583" y="3377"/>
                  <a:pt x="15492" y="3450"/>
                  <a:pt x="15455" y="3484"/>
                </a:cubicBezTo>
                <a:cubicBezTo>
                  <a:pt x="15431" y="3505"/>
                  <a:pt x="15351" y="3588"/>
                  <a:pt x="15269" y="3674"/>
                </a:cubicBezTo>
                <a:cubicBezTo>
                  <a:pt x="15187" y="3760"/>
                  <a:pt x="15115" y="3842"/>
                  <a:pt x="15104" y="3842"/>
                </a:cubicBezTo>
                <a:cubicBezTo>
                  <a:pt x="15093" y="3842"/>
                  <a:pt x="15083" y="3850"/>
                  <a:pt x="15083" y="3863"/>
                </a:cubicBezTo>
                <a:cubicBezTo>
                  <a:pt x="15083" y="3877"/>
                  <a:pt x="15034" y="3938"/>
                  <a:pt x="14980" y="3990"/>
                </a:cubicBezTo>
                <a:cubicBezTo>
                  <a:pt x="14926" y="4042"/>
                  <a:pt x="14869" y="4082"/>
                  <a:pt x="14856" y="4096"/>
                </a:cubicBezTo>
                <a:cubicBezTo>
                  <a:pt x="14761" y="4195"/>
                  <a:pt x="14686" y="4273"/>
                  <a:pt x="14649" y="4307"/>
                </a:cubicBezTo>
                <a:cubicBezTo>
                  <a:pt x="14626" y="4328"/>
                  <a:pt x="14566" y="4390"/>
                  <a:pt x="14526" y="4433"/>
                </a:cubicBezTo>
                <a:cubicBezTo>
                  <a:pt x="14485" y="4476"/>
                  <a:pt x="14446" y="4538"/>
                  <a:pt x="14422" y="4560"/>
                </a:cubicBezTo>
                <a:cubicBezTo>
                  <a:pt x="14399" y="4581"/>
                  <a:pt x="14297" y="4664"/>
                  <a:pt x="14216" y="4750"/>
                </a:cubicBezTo>
                <a:cubicBezTo>
                  <a:pt x="14134" y="4835"/>
                  <a:pt x="14061" y="4897"/>
                  <a:pt x="14050" y="4897"/>
                </a:cubicBezTo>
                <a:cubicBezTo>
                  <a:pt x="14040" y="4897"/>
                  <a:pt x="14030" y="4905"/>
                  <a:pt x="14030" y="4918"/>
                </a:cubicBezTo>
                <a:cubicBezTo>
                  <a:pt x="14030" y="4932"/>
                  <a:pt x="14001" y="4993"/>
                  <a:pt x="13947" y="5045"/>
                </a:cubicBezTo>
                <a:cubicBezTo>
                  <a:pt x="13893" y="5097"/>
                  <a:pt x="13836" y="5158"/>
                  <a:pt x="13823" y="5171"/>
                </a:cubicBezTo>
                <a:cubicBezTo>
                  <a:pt x="13810" y="5185"/>
                  <a:pt x="13750" y="5226"/>
                  <a:pt x="13699" y="5277"/>
                </a:cubicBezTo>
                <a:cubicBezTo>
                  <a:pt x="13648" y="5328"/>
                  <a:pt x="13588" y="5390"/>
                  <a:pt x="13575" y="5404"/>
                </a:cubicBezTo>
                <a:cubicBezTo>
                  <a:pt x="13334" y="5656"/>
                  <a:pt x="13261" y="5741"/>
                  <a:pt x="13245" y="5741"/>
                </a:cubicBezTo>
                <a:cubicBezTo>
                  <a:pt x="13234" y="5741"/>
                  <a:pt x="13224" y="5749"/>
                  <a:pt x="13224" y="5762"/>
                </a:cubicBezTo>
                <a:cubicBezTo>
                  <a:pt x="13224" y="5791"/>
                  <a:pt x="13046" y="5973"/>
                  <a:pt x="13018" y="5973"/>
                </a:cubicBezTo>
                <a:cubicBezTo>
                  <a:pt x="13007" y="5973"/>
                  <a:pt x="12997" y="5981"/>
                  <a:pt x="12997" y="5994"/>
                </a:cubicBezTo>
                <a:cubicBezTo>
                  <a:pt x="12997" y="6008"/>
                  <a:pt x="12948" y="6069"/>
                  <a:pt x="12894" y="6121"/>
                </a:cubicBezTo>
                <a:cubicBezTo>
                  <a:pt x="12839" y="6173"/>
                  <a:pt x="12783" y="6213"/>
                  <a:pt x="12770" y="6226"/>
                </a:cubicBezTo>
                <a:cubicBezTo>
                  <a:pt x="12671" y="6330"/>
                  <a:pt x="12600" y="6404"/>
                  <a:pt x="12563" y="6437"/>
                </a:cubicBezTo>
                <a:cubicBezTo>
                  <a:pt x="12539" y="6459"/>
                  <a:pt x="12459" y="6562"/>
                  <a:pt x="12377" y="6648"/>
                </a:cubicBezTo>
                <a:cubicBezTo>
                  <a:pt x="12296" y="6734"/>
                  <a:pt x="12202" y="6796"/>
                  <a:pt x="12191" y="6796"/>
                </a:cubicBezTo>
                <a:cubicBezTo>
                  <a:pt x="12181" y="6796"/>
                  <a:pt x="12188" y="6807"/>
                  <a:pt x="12191" y="6817"/>
                </a:cubicBezTo>
                <a:cubicBezTo>
                  <a:pt x="12195" y="6827"/>
                  <a:pt x="12146" y="6888"/>
                  <a:pt x="12088" y="6944"/>
                </a:cubicBezTo>
                <a:cubicBezTo>
                  <a:pt x="12031" y="6999"/>
                  <a:pt x="11977" y="7057"/>
                  <a:pt x="11964" y="7070"/>
                </a:cubicBezTo>
                <a:cubicBezTo>
                  <a:pt x="11869" y="7170"/>
                  <a:pt x="11794" y="7247"/>
                  <a:pt x="11758" y="7281"/>
                </a:cubicBezTo>
                <a:cubicBezTo>
                  <a:pt x="11734" y="7303"/>
                  <a:pt x="11674" y="7343"/>
                  <a:pt x="11634" y="7387"/>
                </a:cubicBezTo>
                <a:cubicBezTo>
                  <a:pt x="11594" y="7430"/>
                  <a:pt x="11533" y="7492"/>
                  <a:pt x="11510" y="7513"/>
                </a:cubicBezTo>
                <a:cubicBezTo>
                  <a:pt x="11486" y="7535"/>
                  <a:pt x="11406" y="7617"/>
                  <a:pt x="11324" y="7703"/>
                </a:cubicBezTo>
                <a:cubicBezTo>
                  <a:pt x="11242" y="7789"/>
                  <a:pt x="11169" y="7872"/>
                  <a:pt x="11159" y="7872"/>
                </a:cubicBezTo>
                <a:cubicBezTo>
                  <a:pt x="11148" y="7872"/>
                  <a:pt x="11135" y="7883"/>
                  <a:pt x="11138" y="7893"/>
                </a:cubicBezTo>
                <a:cubicBezTo>
                  <a:pt x="11141" y="7903"/>
                  <a:pt x="11092" y="7943"/>
                  <a:pt x="11035" y="7998"/>
                </a:cubicBezTo>
                <a:cubicBezTo>
                  <a:pt x="10916" y="8113"/>
                  <a:pt x="10907" y="8122"/>
                  <a:pt x="10849" y="8188"/>
                </a:cubicBezTo>
                <a:cubicBezTo>
                  <a:pt x="10798" y="8246"/>
                  <a:pt x="10716" y="8254"/>
                  <a:pt x="10683" y="8188"/>
                </a:cubicBezTo>
                <a:cubicBezTo>
                  <a:pt x="10655" y="8132"/>
                  <a:pt x="5247" y="2608"/>
                  <a:pt x="4941" y="2323"/>
                </a:cubicBezTo>
                <a:cubicBezTo>
                  <a:pt x="4825" y="2216"/>
                  <a:pt x="4727" y="2134"/>
                  <a:pt x="4714" y="2134"/>
                </a:cubicBezTo>
                <a:cubicBezTo>
                  <a:pt x="4689" y="2134"/>
                  <a:pt x="4549" y="1991"/>
                  <a:pt x="4549" y="1965"/>
                </a:cubicBezTo>
                <a:cubicBezTo>
                  <a:pt x="4549" y="1957"/>
                  <a:pt x="4515" y="1936"/>
                  <a:pt x="4487" y="1923"/>
                </a:cubicBezTo>
                <a:cubicBezTo>
                  <a:pt x="4458" y="1909"/>
                  <a:pt x="4388" y="1853"/>
                  <a:pt x="4321" y="1796"/>
                </a:cubicBezTo>
                <a:cubicBezTo>
                  <a:pt x="4255" y="1739"/>
                  <a:pt x="4167" y="1666"/>
                  <a:pt x="4115" y="1627"/>
                </a:cubicBezTo>
                <a:cubicBezTo>
                  <a:pt x="4063" y="1588"/>
                  <a:pt x="4007" y="1535"/>
                  <a:pt x="3991" y="1522"/>
                </a:cubicBezTo>
                <a:cubicBezTo>
                  <a:pt x="3975" y="1509"/>
                  <a:pt x="3926" y="1486"/>
                  <a:pt x="3888" y="1458"/>
                </a:cubicBezTo>
                <a:cubicBezTo>
                  <a:pt x="3850" y="1431"/>
                  <a:pt x="3769" y="1359"/>
                  <a:pt x="3702" y="1311"/>
                </a:cubicBezTo>
                <a:cubicBezTo>
                  <a:pt x="3635" y="1263"/>
                  <a:pt x="3564" y="1226"/>
                  <a:pt x="3557" y="1226"/>
                </a:cubicBezTo>
                <a:cubicBezTo>
                  <a:pt x="3550" y="1226"/>
                  <a:pt x="3516" y="1196"/>
                  <a:pt x="3475" y="1163"/>
                </a:cubicBezTo>
                <a:cubicBezTo>
                  <a:pt x="3433" y="1131"/>
                  <a:pt x="3384" y="1121"/>
                  <a:pt x="3371" y="1121"/>
                </a:cubicBezTo>
                <a:cubicBezTo>
                  <a:pt x="3359" y="1121"/>
                  <a:pt x="3335" y="1102"/>
                  <a:pt x="3309" y="1079"/>
                </a:cubicBezTo>
                <a:cubicBezTo>
                  <a:pt x="3251" y="1027"/>
                  <a:pt x="3099" y="933"/>
                  <a:pt x="2834" y="804"/>
                </a:cubicBezTo>
                <a:cubicBezTo>
                  <a:pt x="2758" y="767"/>
                  <a:pt x="2693" y="722"/>
                  <a:pt x="2669" y="699"/>
                </a:cubicBezTo>
                <a:cubicBezTo>
                  <a:pt x="2645" y="676"/>
                  <a:pt x="2570" y="651"/>
                  <a:pt x="2524" y="636"/>
                </a:cubicBezTo>
                <a:cubicBezTo>
                  <a:pt x="2479" y="620"/>
                  <a:pt x="2390" y="567"/>
                  <a:pt x="2318" y="530"/>
                </a:cubicBezTo>
                <a:cubicBezTo>
                  <a:pt x="2246" y="493"/>
                  <a:pt x="2170" y="467"/>
                  <a:pt x="2153" y="467"/>
                </a:cubicBezTo>
                <a:cubicBezTo>
                  <a:pt x="2135" y="467"/>
                  <a:pt x="2061" y="443"/>
                  <a:pt x="1987" y="404"/>
                </a:cubicBezTo>
                <a:cubicBezTo>
                  <a:pt x="1913" y="365"/>
                  <a:pt x="1826" y="319"/>
                  <a:pt x="1801" y="319"/>
                </a:cubicBezTo>
                <a:cubicBezTo>
                  <a:pt x="1777" y="319"/>
                  <a:pt x="1760" y="311"/>
                  <a:pt x="1760" y="298"/>
                </a:cubicBezTo>
                <a:cubicBezTo>
                  <a:pt x="1760" y="285"/>
                  <a:pt x="1730" y="277"/>
                  <a:pt x="1698" y="277"/>
                </a:cubicBezTo>
                <a:cubicBezTo>
                  <a:pt x="1666" y="277"/>
                  <a:pt x="1620" y="269"/>
                  <a:pt x="1595" y="256"/>
                </a:cubicBezTo>
                <a:cubicBezTo>
                  <a:pt x="1569" y="243"/>
                  <a:pt x="1538" y="227"/>
                  <a:pt x="1512" y="214"/>
                </a:cubicBezTo>
                <a:cubicBezTo>
                  <a:pt x="1487" y="201"/>
                  <a:pt x="1452" y="193"/>
                  <a:pt x="1430" y="193"/>
                </a:cubicBezTo>
                <a:cubicBezTo>
                  <a:pt x="1382" y="192"/>
                  <a:pt x="1226" y="132"/>
                  <a:pt x="1202" y="108"/>
                </a:cubicBezTo>
                <a:cubicBezTo>
                  <a:pt x="1194" y="99"/>
                  <a:pt x="1153" y="87"/>
                  <a:pt x="1120" y="87"/>
                </a:cubicBezTo>
                <a:cubicBezTo>
                  <a:pt x="1086" y="87"/>
                  <a:pt x="1049" y="78"/>
                  <a:pt x="1037" y="66"/>
                </a:cubicBezTo>
                <a:cubicBezTo>
                  <a:pt x="1025" y="54"/>
                  <a:pt x="971" y="52"/>
                  <a:pt x="913" y="45"/>
                </a:cubicBezTo>
                <a:cubicBezTo>
                  <a:pt x="856" y="38"/>
                  <a:pt x="759" y="11"/>
                  <a:pt x="707" y="3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/>
          <p:nvPr/>
        </p:nvSpPr>
        <p:spPr>
          <a:xfrm>
            <a:off x="396694" y="508545"/>
            <a:ext cx="3198567" cy="274962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57200" y="1777305"/>
            <a:ext cx="4057650" cy="80010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629150" y="1777305"/>
            <a:ext cx="4057650" cy="80010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57200" y="2691705"/>
            <a:ext cx="4057650" cy="80010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629150" y="2695831"/>
            <a:ext cx="4057650" cy="80010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57200" y="3606105"/>
            <a:ext cx="4057650" cy="80010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629150" y="3606105"/>
            <a:ext cx="4057650" cy="80010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457199" y="1099245"/>
            <a:ext cx="8394194" cy="34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300"/>
              <a:buFont typeface="Helvetica Neue"/>
              <a:buNone/>
            </a:pPr>
            <a:r>
              <a:rPr b="1" i="0" lang="en-US" sz="23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Где лидеры слепы — там мы формируем преимущества</a:t>
            </a: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728991" y="1843980"/>
            <a:ext cx="3866770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957734" y="1871457"/>
            <a:ext cx="1675014" cy="13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Нет сценарного подбора</a:t>
            </a:r>
            <a:endParaRPr/>
          </a:p>
        </p:txBody>
      </p:sp>
      <p:sp>
        <p:nvSpPr>
          <p:cNvPr id="118" name="Google Shape;118;p7"/>
          <p:cNvSpPr txBox="1"/>
          <p:nvPr/>
        </p:nvSpPr>
        <p:spPr>
          <a:xfrm>
            <a:off x="734735" y="2147922"/>
            <a:ext cx="3632308" cy="291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Квиз JTBD</a:t>
            </a: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9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 «До ЗП», «Долги душат», «Хочу машину». </a:t>
            </a:r>
            <a:br>
              <a:rPr b="0" i="0" lang="en-US" sz="9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AI выдаёт сразу 3 варианта с шансом одобрения</a:t>
            </a:r>
            <a:endParaRPr/>
          </a:p>
        </p:txBody>
      </p:sp>
      <p:sp>
        <p:nvSpPr>
          <p:cNvPr id="119" name="Google Shape;119;p7"/>
          <p:cNvSpPr txBox="1"/>
          <p:nvPr/>
        </p:nvSpPr>
        <p:spPr>
          <a:xfrm>
            <a:off x="5597714" y="1871457"/>
            <a:ext cx="3866770" cy="13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Нет сопровождения после выдачи</a:t>
            </a:r>
            <a:endParaRPr/>
          </a:p>
        </p:txBody>
      </p:sp>
      <p:sp>
        <p:nvSpPr>
          <p:cNvPr id="120" name="Google Shape;120;p7"/>
          <p:cNvSpPr txBox="1"/>
          <p:nvPr/>
        </p:nvSpPr>
        <p:spPr>
          <a:xfrm>
            <a:off x="4841512" y="2147922"/>
            <a:ext cx="3632926" cy="291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Цепочки смс и e-mail</a:t>
            </a:r>
            <a:r>
              <a:rPr b="0" i="0" lang="en-US" sz="9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: напоминание о платеже, предложение рефинансирования, повторные продажи</a:t>
            </a:r>
            <a:endParaRPr/>
          </a:p>
        </p:txBody>
      </p:sp>
      <p:sp>
        <p:nvSpPr>
          <p:cNvPr id="121" name="Google Shape;121;p7"/>
          <p:cNvSpPr txBox="1"/>
          <p:nvPr/>
        </p:nvSpPr>
        <p:spPr>
          <a:xfrm>
            <a:off x="721968" y="2794110"/>
            <a:ext cx="162610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1128191" y="2821587"/>
            <a:ext cx="1334100" cy="135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Нет прозрачности</a:t>
            </a:r>
            <a:endParaRPr/>
          </a:p>
        </p:txBody>
      </p:sp>
      <p:sp>
        <p:nvSpPr>
          <p:cNvPr id="123" name="Google Shape;123;p7"/>
          <p:cNvSpPr txBox="1"/>
          <p:nvPr/>
        </p:nvSpPr>
        <p:spPr>
          <a:xfrm>
            <a:off x="720689" y="3061017"/>
            <a:ext cx="3530672" cy="291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Кнопка «Почему советуем»</a:t>
            </a:r>
            <a:r>
              <a:rPr b="0" i="0" lang="en-US" sz="9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 показывает логику: почему этот банк, какой реальный %, какие условия критичны</a:t>
            </a:r>
            <a:endParaRPr/>
          </a:p>
        </p:txBody>
      </p:sp>
      <p:sp>
        <p:nvSpPr>
          <p:cNvPr id="124" name="Google Shape;124;p7"/>
          <p:cNvSpPr txBox="1"/>
          <p:nvPr/>
        </p:nvSpPr>
        <p:spPr>
          <a:xfrm>
            <a:off x="5856928" y="2793438"/>
            <a:ext cx="3866770" cy="13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Холодный UX без эмпатии</a:t>
            </a:r>
            <a:endParaRPr/>
          </a:p>
        </p:txBody>
      </p:sp>
      <p:sp>
        <p:nvSpPr>
          <p:cNvPr id="125" name="Google Shape;125;p7"/>
          <p:cNvSpPr txBox="1"/>
          <p:nvPr/>
        </p:nvSpPr>
        <p:spPr>
          <a:xfrm>
            <a:off x="4878593" y="3056068"/>
            <a:ext cx="3558763" cy="291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Понятный язык, даём план Б при отказе</a:t>
            </a: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9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не просто «нет», </a:t>
            </a:r>
            <a:br>
              <a:rPr b="0" i="0" lang="en-US" sz="9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а конкретный путь, как повысить шанс одобрения</a:t>
            </a:r>
            <a:endParaRPr/>
          </a:p>
        </p:txBody>
      </p:sp>
      <p:sp>
        <p:nvSpPr>
          <p:cNvPr id="126" name="Google Shape;126;p7"/>
          <p:cNvSpPr txBox="1"/>
          <p:nvPr/>
        </p:nvSpPr>
        <p:spPr>
          <a:xfrm>
            <a:off x="721968" y="3744240"/>
            <a:ext cx="162610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1307761" y="3771718"/>
            <a:ext cx="2204010" cy="13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Токсичные продукты на витрине</a:t>
            </a:r>
            <a:endParaRPr/>
          </a:p>
        </p:txBody>
      </p:sp>
      <p:sp>
        <p:nvSpPr>
          <p:cNvPr id="128" name="Google Shape;128;p7"/>
          <p:cNvSpPr txBox="1"/>
          <p:nvPr/>
        </p:nvSpPr>
        <p:spPr>
          <a:xfrm>
            <a:off x="699620" y="4029638"/>
            <a:ext cx="3702538" cy="291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«Индекс Выручай»</a:t>
            </a:r>
            <a:r>
              <a:rPr b="0" i="0" lang="en-US" sz="9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 пессимизирует продукты со скрытыми комиссиями, навязанной страховкой и штрафами</a:t>
            </a:r>
            <a:endParaRPr/>
          </a:p>
        </p:txBody>
      </p:sp>
      <p:sp>
        <p:nvSpPr>
          <p:cNvPr id="129" name="Google Shape;129;p7"/>
          <p:cNvSpPr txBox="1"/>
          <p:nvPr/>
        </p:nvSpPr>
        <p:spPr>
          <a:xfrm>
            <a:off x="6039527" y="3683132"/>
            <a:ext cx="2313662" cy="135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Веерная рассылка убивает КИ</a:t>
            </a: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4893069" y="4017607"/>
            <a:ext cx="3391579" cy="291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Кнопка SOS</a:t>
            </a:r>
            <a:r>
              <a:rPr b="0" i="0" lang="en-US" sz="9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 · прескоринг и подача только в 2-3 банка </a:t>
            </a:r>
            <a:br>
              <a:rPr b="0" i="0" lang="en-US" sz="9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с высокой вероятностью успеха</a:t>
            </a: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459659" y="537862"/>
            <a:ext cx="2890038" cy="21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 Системные пробелы лидеров</a:t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898129" y="2794110"/>
            <a:ext cx="162610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33" name="Google Shape;133;p7"/>
          <p:cNvSpPr txBox="1"/>
          <p:nvPr/>
        </p:nvSpPr>
        <p:spPr>
          <a:xfrm>
            <a:off x="898129" y="3744240"/>
            <a:ext cx="162610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34" name="Google Shape;134;p7"/>
          <p:cNvSpPr txBox="1"/>
          <p:nvPr/>
        </p:nvSpPr>
        <p:spPr>
          <a:xfrm>
            <a:off x="1074291" y="3744240"/>
            <a:ext cx="162609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35" name="Google Shape;135;p7"/>
          <p:cNvSpPr txBox="1"/>
          <p:nvPr/>
        </p:nvSpPr>
        <p:spPr>
          <a:xfrm>
            <a:off x="4838056" y="1843980"/>
            <a:ext cx="162609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5014217" y="1843980"/>
            <a:ext cx="162610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37" name="Google Shape;137;p7"/>
          <p:cNvSpPr txBox="1"/>
          <p:nvPr/>
        </p:nvSpPr>
        <p:spPr>
          <a:xfrm>
            <a:off x="5190378" y="1843980"/>
            <a:ext cx="162610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5366539" y="1843980"/>
            <a:ext cx="162610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39" name="Google Shape;139;p7"/>
          <p:cNvSpPr txBox="1"/>
          <p:nvPr/>
        </p:nvSpPr>
        <p:spPr>
          <a:xfrm>
            <a:off x="4893069" y="2778527"/>
            <a:ext cx="162609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5069230" y="2776276"/>
            <a:ext cx="162610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41" name="Google Shape;141;p7"/>
          <p:cNvSpPr txBox="1"/>
          <p:nvPr/>
        </p:nvSpPr>
        <p:spPr>
          <a:xfrm>
            <a:off x="5245392" y="2776276"/>
            <a:ext cx="162609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5421553" y="2772451"/>
            <a:ext cx="162610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43" name="Google Shape;143;p7"/>
          <p:cNvSpPr txBox="1"/>
          <p:nvPr/>
        </p:nvSpPr>
        <p:spPr>
          <a:xfrm>
            <a:off x="5597714" y="2778527"/>
            <a:ext cx="162610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44" name="Google Shape;144;p7"/>
          <p:cNvSpPr txBox="1"/>
          <p:nvPr/>
        </p:nvSpPr>
        <p:spPr>
          <a:xfrm>
            <a:off x="4893069" y="3661732"/>
            <a:ext cx="162609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5069230" y="3659480"/>
            <a:ext cx="162610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46" name="Google Shape;146;p7"/>
          <p:cNvSpPr txBox="1"/>
          <p:nvPr/>
        </p:nvSpPr>
        <p:spPr>
          <a:xfrm>
            <a:off x="5245392" y="3659480"/>
            <a:ext cx="162609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5421553" y="3655655"/>
            <a:ext cx="162610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5597714" y="3661732"/>
            <a:ext cx="162610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  <p:sp>
        <p:nvSpPr>
          <p:cNvPr id="149" name="Google Shape;149;p7"/>
          <p:cNvSpPr txBox="1"/>
          <p:nvPr/>
        </p:nvSpPr>
        <p:spPr>
          <a:xfrm>
            <a:off x="5769951" y="3661732"/>
            <a:ext cx="162609" cy="190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313774" y="1411144"/>
            <a:ext cx="1943101" cy="83820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2409274" y="1411144"/>
            <a:ext cx="1943101" cy="83820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504773" y="1411144"/>
            <a:ext cx="1943101" cy="83820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600273" y="1411144"/>
            <a:ext cx="1943101" cy="83820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13774" y="2439844"/>
            <a:ext cx="4038601" cy="112395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504773" y="2439844"/>
            <a:ext cx="4038601" cy="112395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330785" y="753876"/>
            <a:ext cx="5261148" cy="431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800"/>
              <a:buFont typeface="Playfair Display"/>
              <a:buNone/>
            </a:pPr>
            <a:r>
              <a:rPr b="1" i="0" lang="en-US" sz="28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Портрет клиента Выручай.ру</a:t>
            </a:r>
            <a:endParaRPr/>
          </a:p>
        </p:txBody>
      </p:sp>
      <p:sp>
        <p:nvSpPr>
          <p:cNvPr id="161" name="Google Shape;161;p8"/>
          <p:cNvSpPr txBox="1"/>
          <p:nvPr/>
        </p:nvSpPr>
        <p:spPr>
          <a:xfrm>
            <a:off x="449791" y="1563544"/>
            <a:ext cx="1671067" cy="321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71%</a:t>
            </a:r>
            <a:endParaRPr/>
          </a:p>
        </p:txBody>
      </p:sp>
      <p:sp>
        <p:nvSpPr>
          <p:cNvPr id="162" name="Google Shape;162;p8"/>
          <p:cNvSpPr txBox="1"/>
          <p:nvPr/>
        </p:nvSpPr>
        <p:spPr>
          <a:xfrm>
            <a:off x="449791" y="1944544"/>
            <a:ext cx="1671067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EA0B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EA0BD"/>
                </a:solidFill>
                <a:latin typeface="Arial"/>
                <a:ea typeface="Arial"/>
                <a:cs typeface="Arial"/>
                <a:sym typeface="Arial"/>
              </a:rPr>
              <a:t>ядро 20 - 40 лет</a:t>
            </a:r>
            <a:endParaRPr/>
          </a:p>
        </p:txBody>
      </p:sp>
      <p:sp>
        <p:nvSpPr>
          <p:cNvPr id="163" name="Google Shape;163;p8"/>
          <p:cNvSpPr txBox="1"/>
          <p:nvPr/>
        </p:nvSpPr>
        <p:spPr>
          <a:xfrm>
            <a:off x="2545291" y="1563544"/>
            <a:ext cx="1671067" cy="321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59%</a:t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2545291" y="1944544"/>
            <a:ext cx="1671067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EA0B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EA0BD"/>
                </a:solidFill>
                <a:latin typeface="Arial"/>
                <a:ea typeface="Arial"/>
                <a:cs typeface="Arial"/>
                <a:sym typeface="Arial"/>
              </a:rPr>
              <a:t>женщины</a:t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4640790" y="1563544"/>
            <a:ext cx="1671067" cy="321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  <a:endParaRPr/>
          </a:p>
        </p:txBody>
      </p:sp>
      <p:sp>
        <p:nvSpPr>
          <p:cNvPr id="166" name="Google Shape;166;p8"/>
          <p:cNvSpPr txBox="1"/>
          <p:nvPr/>
        </p:nvSpPr>
        <p:spPr>
          <a:xfrm>
            <a:off x="4640790" y="1944544"/>
            <a:ext cx="1671067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EA0B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EA0BD"/>
                </a:solidFill>
                <a:latin typeface="Arial"/>
                <a:ea typeface="Arial"/>
                <a:cs typeface="Arial"/>
                <a:sym typeface="Arial"/>
              </a:rPr>
              <a:t>высшее образование</a:t>
            </a:r>
            <a:endParaRPr/>
          </a:p>
        </p:txBody>
      </p:sp>
      <p:sp>
        <p:nvSpPr>
          <p:cNvPr id="167" name="Google Shape;167;p8"/>
          <p:cNvSpPr txBox="1"/>
          <p:nvPr/>
        </p:nvSpPr>
        <p:spPr>
          <a:xfrm>
            <a:off x="6736291" y="1563544"/>
            <a:ext cx="1671067" cy="321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28%</a:t>
            </a:r>
            <a:endParaRPr/>
          </a:p>
        </p:txBody>
      </p:sp>
      <p:sp>
        <p:nvSpPr>
          <p:cNvPr id="168" name="Google Shape;168;p8"/>
          <p:cNvSpPr txBox="1"/>
          <p:nvPr/>
        </p:nvSpPr>
        <p:spPr>
          <a:xfrm>
            <a:off x="6736291" y="1944544"/>
            <a:ext cx="1671067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EA0B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EA0BD"/>
                </a:solidFill>
                <a:latin typeface="Arial"/>
                <a:ea typeface="Arial"/>
                <a:cs typeface="Arial"/>
                <a:sym typeface="Arial"/>
              </a:rPr>
              <a:t>мотив — скорость</a:t>
            </a:r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763643" y="2601769"/>
            <a:ext cx="872619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Поведение</a:t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749597" y="2912373"/>
            <a:ext cx="3714751" cy="365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Клиент стал осторожнее — читает условия, проверяет репутацию. Растёт доля доходов &gt;100 тыс. ₽/мес</a:t>
            </a:r>
            <a:endParaRPr/>
          </a:p>
        </p:txBody>
      </p:sp>
      <p:sp>
        <p:nvSpPr>
          <p:cNvPr id="171" name="Google Shape;171;p8"/>
          <p:cNvSpPr txBox="1"/>
          <p:nvPr/>
        </p:nvSpPr>
        <p:spPr>
          <a:xfrm>
            <a:off x="4891436" y="2624676"/>
            <a:ext cx="3789046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Ключевой JTBD</a:t>
            </a:r>
            <a:endParaRPr/>
          </a:p>
        </p:txBody>
      </p:sp>
      <p:sp>
        <p:nvSpPr>
          <p:cNvPr id="172" name="Google Shape;172;p8"/>
          <p:cNvSpPr txBox="1"/>
          <p:nvPr/>
        </p:nvSpPr>
        <p:spPr>
          <a:xfrm>
            <a:off x="4928583" y="2928222"/>
            <a:ext cx="3714751" cy="365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Helvetica Neue"/>
              <a:buNone/>
            </a:pPr>
            <a:r>
              <a:rPr b="0" i="1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«Мне нужны деньги сейчас — без риска, без обмана </a:t>
            </a:r>
            <a:br>
              <a:rPr b="0" i="1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и без ущерба для моей кредитной истории»</a:t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277303" y="330847"/>
            <a:ext cx="2298187" cy="197562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431567" y="324256"/>
            <a:ext cx="1989659" cy="21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05 Целевая аудитория</a:t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287380" y="3676484"/>
            <a:ext cx="8273253" cy="112395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600465" y="4034350"/>
            <a:ext cx="1482745" cy="408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Как формируем цепочку доверия</a:t>
            </a:r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2566631" y="3839752"/>
            <a:ext cx="3714751" cy="7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800"/>
              <a:buFont typeface="Helvetica Neue"/>
              <a:buChar char="•"/>
            </a:pPr>
            <a:r>
              <a:rPr b="0" i="1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Объясняем каждый совет и даём реальную выгоду</a:t>
            </a:r>
            <a:endParaRPr/>
          </a:p>
          <a:p>
            <a:pPr indent="-228600" lvl="0" marL="2286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800"/>
              <a:buFont typeface="Helvetica Neue"/>
              <a:buChar char="•"/>
            </a:pPr>
            <a:r>
              <a:rPr b="0" i="1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Не прячем комиссию и не продаём токсичные продукты</a:t>
            </a:r>
            <a:endParaRPr/>
          </a:p>
          <a:p>
            <a:pPr indent="-228600" lvl="0" marL="2286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800"/>
              <a:buFont typeface="Helvetica Neue"/>
              <a:buChar char="•"/>
            </a:pPr>
            <a:r>
              <a:rPr b="0" i="1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Снижаем страх отказа до подачи заявки</a:t>
            </a:r>
            <a:endParaRPr/>
          </a:p>
          <a:p>
            <a:pPr indent="-228600" lvl="0" marL="2286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800"/>
              <a:buFont typeface="Helvetica Neue"/>
              <a:buChar char="•"/>
            </a:pPr>
            <a:r>
              <a:rPr b="0" i="1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Даём клиенту ощущение контроля, а не экзамена</a:t>
            </a:r>
            <a:endParaRPr/>
          </a:p>
        </p:txBody>
      </p:sp>
      <p:pic>
        <p:nvPicPr>
          <p:cNvPr descr="images (6).jpeg" id="178" name="Google Shape;178;p8"/>
          <p:cNvPicPr preferRelativeResize="0"/>
          <p:nvPr/>
        </p:nvPicPr>
        <p:blipFill rotWithShape="1">
          <a:blip r:embed="rId3">
            <a:alphaModFix/>
          </a:blip>
          <a:srcRect b="17255" l="0" r="0" t="2203"/>
          <a:stretch/>
        </p:blipFill>
        <p:spPr>
          <a:xfrm>
            <a:off x="7143199" y="3727948"/>
            <a:ext cx="1989772" cy="908847"/>
          </a:xfrm>
          <a:custGeom>
            <a:rect b="b" l="l" r="r" t="t"/>
            <a:pathLst>
              <a:path extrusionOk="0" h="21598" w="21600">
                <a:moveTo>
                  <a:pt x="21600" y="0"/>
                </a:moveTo>
                <a:lnTo>
                  <a:pt x="21036" y="104"/>
                </a:lnTo>
                <a:cubicBezTo>
                  <a:pt x="19559" y="382"/>
                  <a:pt x="18396" y="746"/>
                  <a:pt x="17848" y="1094"/>
                </a:cubicBezTo>
                <a:cubicBezTo>
                  <a:pt x="17218" y="1493"/>
                  <a:pt x="16355" y="2358"/>
                  <a:pt x="15982" y="2971"/>
                </a:cubicBezTo>
                <a:cubicBezTo>
                  <a:pt x="15768" y="3323"/>
                  <a:pt x="15751" y="3333"/>
                  <a:pt x="15147" y="3112"/>
                </a:cubicBezTo>
                <a:cubicBezTo>
                  <a:pt x="14388" y="2836"/>
                  <a:pt x="13768" y="2931"/>
                  <a:pt x="9133" y="4084"/>
                </a:cubicBezTo>
                <a:cubicBezTo>
                  <a:pt x="5228" y="5055"/>
                  <a:pt x="5077" y="5101"/>
                  <a:pt x="4368" y="5631"/>
                </a:cubicBezTo>
                <a:cubicBezTo>
                  <a:pt x="3933" y="5956"/>
                  <a:pt x="3899" y="5967"/>
                  <a:pt x="3533" y="5715"/>
                </a:cubicBezTo>
                <a:cubicBezTo>
                  <a:pt x="2719" y="5156"/>
                  <a:pt x="2092" y="4961"/>
                  <a:pt x="1047" y="4961"/>
                </a:cubicBezTo>
                <a:lnTo>
                  <a:pt x="0" y="4961"/>
                </a:lnTo>
                <a:lnTo>
                  <a:pt x="0" y="8545"/>
                </a:lnTo>
                <a:cubicBezTo>
                  <a:pt x="0" y="11880"/>
                  <a:pt x="7" y="12119"/>
                  <a:pt x="125" y="12044"/>
                </a:cubicBezTo>
                <a:cubicBezTo>
                  <a:pt x="195" y="12000"/>
                  <a:pt x="479" y="11916"/>
                  <a:pt x="754" y="11855"/>
                </a:cubicBezTo>
                <a:lnTo>
                  <a:pt x="1254" y="11742"/>
                </a:lnTo>
                <a:lnTo>
                  <a:pt x="1198" y="12119"/>
                </a:lnTo>
                <a:cubicBezTo>
                  <a:pt x="1166" y="12327"/>
                  <a:pt x="1125" y="13193"/>
                  <a:pt x="1107" y="14034"/>
                </a:cubicBezTo>
                <a:lnTo>
                  <a:pt x="1073" y="15562"/>
                </a:lnTo>
                <a:lnTo>
                  <a:pt x="538" y="15666"/>
                </a:lnTo>
                <a:lnTo>
                  <a:pt x="0" y="15779"/>
                </a:lnTo>
                <a:lnTo>
                  <a:pt x="0" y="18627"/>
                </a:lnTo>
                <a:cubicBezTo>
                  <a:pt x="0" y="20797"/>
                  <a:pt x="21" y="21468"/>
                  <a:pt x="90" y="21466"/>
                </a:cubicBezTo>
                <a:cubicBezTo>
                  <a:pt x="140" y="21464"/>
                  <a:pt x="817" y="21251"/>
                  <a:pt x="1594" y="21004"/>
                </a:cubicBezTo>
                <a:lnTo>
                  <a:pt x="3007" y="20560"/>
                </a:lnTo>
                <a:lnTo>
                  <a:pt x="3334" y="20862"/>
                </a:lnTo>
                <a:cubicBezTo>
                  <a:pt x="3514" y="21031"/>
                  <a:pt x="3839" y="21264"/>
                  <a:pt x="4058" y="21381"/>
                </a:cubicBezTo>
                <a:cubicBezTo>
                  <a:pt x="4326" y="21524"/>
                  <a:pt x="4796" y="21596"/>
                  <a:pt x="5290" y="21598"/>
                </a:cubicBezTo>
                <a:cubicBezTo>
                  <a:pt x="5784" y="21600"/>
                  <a:pt x="6304" y="21540"/>
                  <a:pt x="6677" y="21400"/>
                </a:cubicBezTo>
                <a:cubicBezTo>
                  <a:pt x="7734" y="21003"/>
                  <a:pt x="11160" y="19894"/>
                  <a:pt x="12140" y="19636"/>
                </a:cubicBezTo>
                <a:cubicBezTo>
                  <a:pt x="13663" y="19235"/>
                  <a:pt x="16415" y="18163"/>
                  <a:pt x="16831" y="17806"/>
                </a:cubicBezTo>
                <a:cubicBezTo>
                  <a:pt x="17320" y="17387"/>
                  <a:pt x="17769" y="16809"/>
                  <a:pt x="18085" y="16203"/>
                </a:cubicBezTo>
                <a:cubicBezTo>
                  <a:pt x="18301" y="15787"/>
                  <a:pt x="18423" y="15703"/>
                  <a:pt x="19076" y="15515"/>
                </a:cubicBezTo>
                <a:cubicBezTo>
                  <a:pt x="19486" y="15396"/>
                  <a:pt x="20220" y="15176"/>
                  <a:pt x="20708" y="15024"/>
                </a:cubicBezTo>
                <a:lnTo>
                  <a:pt x="21600" y="14751"/>
                </a:lnTo>
                <a:lnTo>
                  <a:pt x="21600" y="12082"/>
                </a:lnTo>
                <a:lnTo>
                  <a:pt x="21600" y="9422"/>
                </a:lnTo>
                <a:lnTo>
                  <a:pt x="21217" y="9507"/>
                </a:lnTo>
                <a:cubicBezTo>
                  <a:pt x="21007" y="9553"/>
                  <a:pt x="20479" y="9693"/>
                  <a:pt x="20041" y="9818"/>
                </a:cubicBezTo>
                <a:cubicBezTo>
                  <a:pt x="19302" y="10029"/>
                  <a:pt x="19237" y="10021"/>
                  <a:pt x="19153" y="9771"/>
                </a:cubicBezTo>
                <a:cubicBezTo>
                  <a:pt x="19103" y="9623"/>
                  <a:pt x="19063" y="9388"/>
                  <a:pt x="19063" y="9252"/>
                </a:cubicBezTo>
                <a:cubicBezTo>
                  <a:pt x="19062" y="9116"/>
                  <a:pt x="18981" y="8625"/>
                  <a:pt x="18882" y="8158"/>
                </a:cubicBezTo>
                <a:cubicBezTo>
                  <a:pt x="18782" y="7691"/>
                  <a:pt x="18701" y="7251"/>
                  <a:pt x="18701" y="7177"/>
                </a:cubicBezTo>
                <a:cubicBezTo>
                  <a:pt x="18701" y="7104"/>
                  <a:pt x="18837" y="7006"/>
                  <a:pt x="19007" y="6960"/>
                </a:cubicBezTo>
                <a:cubicBezTo>
                  <a:pt x="19176" y="6915"/>
                  <a:pt x="19796" y="6733"/>
                  <a:pt x="20381" y="6555"/>
                </a:cubicBezTo>
                <a:cubicBezTo>
                  <a:pt x="20966" y="6377"/>
                  <a:pt x="21480" y="6234"/>
                  <a:pt x="21522" y="6234"/>
                </a:cubicBezTo>
                <a:cubicBezTo>
                  <a:pt x="21575" y="6234"/>
                  <a:pt x="21600" y="5227"/>
                  <a:pt x="21600" y="3112"/>
                </a:cubicBezTo>
                <a:lnTo>
                  <a:pt x="21600" y="0"/>
                </a:lnTo>
                <a:close/>
                <a:moveTo>
                  <a:pt x="13708" y="8554"/>
                </a:moveTo>
                <a:cubicBezTo>
                  <a:pt x="13810" y="8501"/>
                  <a:pt x="13823" y="8696"/>
                  <a:pt x="13816" y="10101"/>
                </a:cubicBezTo>
                <a:cubicBezTo>
                  <a:pt x="13811" y="10984"/>
                  <a:pt x="13834" y="11939"/>
                  <a:pt x="13867" y="12223"/>
                </a:cubicBezTo>
                <a:cubicBezTo>
                  <a:pt x="13924" y="12709"/>
                  <a:pt x="13915" y="12742"/>
                  <a:pt x="13734" y="12742"/>
                </a:cubicBezTo>
                <a:cubicBezTo>
                  <a:pt x="13628" y="12742"/>
                  <a:pt x="12984" y="12911"/>
                  <a:pt x="12299" y="13129"/>
                </a:cubicBezTo>
                <a:cubicBezTo>
                  <a:pt x="11615" y="13346"/>
                  <a:pt x="10089" y="13816"/>
                  <a:pt x="8913" y="14166"/>
                </a:cubicBezTo>
                <a:cubicBezTo>
                  <a:pt x="7737" y="14516"/>
                  <a:pt x="6758" y="14798"/>
                  <a:pt x="6733" y="14798"/>
                </a:cubicBezTo>
                <a:cubicBezTo>
                  <a:pt x="6709" y="14798"/>
                  <a:pt x="6705" y="14296"/>
                  <a:pt x="6725" y="13685"/>
                </a:cubicBezTo>
                <a:cubicBezTo>
                  <a:pt x="6753" y="12805"/>
                  <a:pt x="6727" y="12362"/>
                  <a:pt x="6600" y="11535"/>
                </a:cubicBezTo>
                <a:cubicBezTo>
                  <a:pt x="6511" y="10961"/>
                  <a:pt x="6448" y="10475"/>
                  <a:pt x="6462" y="10450"/>
                </a:cubicBezTo>
                <a:cubicBezTo>
                  <a:pt x="6475" y="10425"/>
                  <a:pt x="6994" y="10281"/>
                  <a:pt x="7612" y="10129"/>
                </a:cubicBezTo>
                <a:cubicBezTo>
                  <a:pt x="8230" y="9977"/>
                  <a:pt x="9124" y="9757"/>
                  <a:pt x="9602" y="9639"/>
                </a:cubicBezTo>
                <a:cubicBezTo>
                  <a:pt x="11273" y="9228"/>
                  <a:pt x="13591" y="8614"/>
                  <a:pt x="13708" y="855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429107" y="1089191"/>
            <a:ext cx="8229601" cy="2658080"/>
          </a:xfrm>
          <a:prstGeom prst="roundRect">
            <a:avLst>
              <a:gd fmla="val 41281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57200" y="3857869"/>
            <a:ext cx="8229600" cy="704851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5" name="Google Shape;185;p9"/>
          <p:cNvGraphicFramePr/>
          <p:nvPr/>
        </p:nvGraphicFramePr>
        <p:xfrm>
          <a:off x="1279290" y="1178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{8D8AF6FE-12A7-4F74-8AB5-320FCA8590A0}</a:tableStyleId>
              </a:tblPr>
              <a:tblGrid>
                <a:gridCol w="2635250"/>
                <a:gridCol w="2635250"/>
                <a:gridCol w="2635250"/>
              </a:tblGrid>
              <a:tr h="31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accent2"/>
                          </a:solidFill>
                        </a:rPr>
                        <a:t>Параметр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accent2"/>
                          </a:solidFill>
                        </a:rPr>
                        <a:t>Состояние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accent2"/>
                          </a:solidFill>
                        </a:rPr>
                        <a:t>Оценка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Продукт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Займы онлайн (86 МФО)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FFFF"/>
                          </a:solidFill>
                        </a:rPr>
                        <a:t>Минимальный MVP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Позиционирование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Простой агрегатор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FFFF"/>
                          </a:solidFill>
                        </a:rPr>
                        <a:t>Нет УТП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Линейка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Только займы до 50 тыс. ₽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FFFF"/>
                          </a:solidFill>
                        </a:rPr>
                        <a:t>Крайне узкая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Функционал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Витрина + рейтинг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FFFF"/>
                          </a:solidFill>
                        </a:rPr>
                        <a:t>Нет квизов / калькуляторов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Контент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19 статей, ~80 гео-страниц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FFFF"/>
                          </a:solidFill>
                        </a:rPr>
                        <a:t>Слабый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Трафик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Микроуровень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FFFF"/>
                          </a:solidFill>
                        </a:rPr>
                        <a:t>Банки.ру ~30M / месяц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Количество НК для Ц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27-29 НК в месяц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FFFF"/>
                          </a:solidFill>
                        </a:rPr>
                        <a:t>Мало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" name="Google Shape;186;p9"/>
          <p:cNvSpPr txBox="1"/>
          <p:nvPr/>
        </p:nvSpPr>
        <p:spPr>
          <a:xfrm>
            <a:off x="529410" y="493692"/>
            <a:ext cx="8394194" cy="409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700"/>
              <a:buFont typeface="Helvetica Neue"/>
              <a:buNone/>
            </a:pPr>
            <a:r>
              <a:rPr b="1" i="0" lang="en-US" sz="27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Что есть на сегодняшний день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773631" y="3933616"/>
            <a:ext cx="7905751" cy="553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⚠️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Прогноз чистой </a:t>
            </a:r>
            <a:r>
              <a:rPr b="0" i="0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прибыли на конец 2026 г. ~ </a:t>
            </a:r>
            <a:r>
              <a:rPr b="1" i="0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454 тыс. ₽.</a:t>
            </a:r>
            <a:r>
              <a:rPr b="0" i="0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Выход на точку безубыточности — июнь 2026 г.</a:t>
            </a:r>
            <a:br>
              <a:rPr b="0" i="0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2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Без апгрейда — не масштабируем</a:t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355185" y="222247"/>
            <a:ext cx="2298188" cy="197561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509449" y="215656"/>
            <a:ext cx="1994282" cy="21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06 Текущее состояние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722202" y="4770405"/>
            <a:ext cx="3067296" cy="148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Детальнее во вкладке PnL (без вложений): </a:t>
            </a:r>
            <a:r>
              <a:rPr b="0" i="0" lang="en-US" sz="1000" u="sng" cap="none" strike="noStrike">
                <a:solidFill>
                  <a:srgbClr val="0563C1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здесь</a:t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4852336" y="4770405"/>
            <a:ext cx="3067296" cy="148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** Ссылка на Выручай.ру: </a:t>
            </a:r>
            <a:r>
              <a:rPr b="0" i="0" lang="en-US" sz="1000" u="sng" cap="none" strike="noStrike">
                <a:solidFill>
                  <a:srgbClr val="0563C1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здесь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/>
          <p:nvPr/>
        </p:nvSpPr>
        <p:spPr>
          <a:xfrm>
            <a:off x="430474" y="445269"/>
            <a:ext cx="2819689" cy="242392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472369" y="461093"/>
            <a:ext cx="5851688" cy="21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Текущее состояние и прогноз без существенных вложений</a:t>
            </a:r>
            <a:endParaRPr/>
          </a:p>
        </p:txBody>
      </p:sp>
      <p:pic>
        <p:nvPicPr>
          <p:cNvPr descr="Screenshot 2026-05-07 at 09.51.09.png" id="198" name="Google Shape;19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497" y="806342"/>
            <a:ext cx="5883432" cy="3303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lid-green-dot-vector-shape_302321-3370.avif" id="199" name="Google Shape;199;p10"/>
          <p:cNvPicPr preferRelativeResize="0"/>
          <p:nvPr/>
        </p:nvPicPr>
        <p:blipFill rotWithShape="1">
          <a:blip r:embed="rId4">
            <a:alphaModFix/>
          </a:blip>
          <a:srcRect b="11204" l="11604" r="11643" t="11081"/>
          <a:stretch/>
        </p:blipFill>
        <p:spPr>
          <a:xfrm>
            <a:off x="3565076" y="2969959"/>
            <a:ext cx="150608" cy="151278"/>
          </a:xfrm>
          <a:custGeom>
            <a:rect b="b" l="l" r="r" t="t"/>
            <a:pathLst>
              <a:path extrusionOk="0" h="21539" w="21544">
                <a:moveTo>
                  <a:pt x="10049" y="26"/>
                </a:moveTo>
                <a:cubicBezTo>
                  <a:pt x="9268" y="84"/>
                  <a:pt x="9153" y="104"/>
                  <a:pt x="8459" y="252"/>
                </a:cubicBezTo>
                <a:cubicBezTo>
                  <a:pt x="6839" y="598"/>
                  <a:pt x="5160" y="1427"/>
                  <a:pt x="3918" y="2456"/>
                </a:cubicBezTo>
                <a:cubicBezTo>
                  <a:pt x="3497" y="2804"/>
                  <a:pt x="2443" y="3938"/>
                  <a:pt x="2158" y="4320"/>
                </a:cubicBezTo>
                <a:cubicBezTo>
                  <a:pt x="1236" y="5557"/>
                  <a:pt x="520" y="6974"/>
                  <a:pt x="227" y="8332"/>
                </a:cubicBezTo>
                <a:cubicBezTo>
                  <a:pt x="8" y="9349"/>
                  <a:pt x="6" y="9437"/>
                  <a:pt x="0" y="10649"/>
                </a:cubicBezTo>
                <a:cubicBezTo>
                  <a:pt x="-5" y="11761"/>
                  <a:pt x="68" y="12488"/>
                  <a:pt x="171" y="12796"/>
                </a:cubicBezTo>
                <a:cubicBezTo>
                  <a:pt x="191" y="12858"/>
                  <a:pt x="196" y="13077"/>
                  <a:pt x="227" y="13248"/>
                </a:cubicBezTo>
                <a:cubicBezTo>
                  <a:pt x="334" y="13832"/>
                  <a:pt x="729" y="14875"/>
                  <a:pt x="1079" y="15565"/>
                </a:cubicBezTo>
                <a:cubicBezTo>
                  <a:pt x="1669" y="16729"/>
                  <a:pt x="2212" y="17488"/>
                  <a:pt x="3180" y="18447"/>
                </a:cubicBezTo>
                <a:cubicBezTo>
                  <a:pt x="3577" y="18841"/>
                  <a:pt x="3977" y="19217"/>
                  <a:pt x="4088" y="19295"/>
                </a:cubicBezTo>
                <a:cubicBezTo>
                  <a:pt x="4283" y="19431"/>
                  <a:pt x="5104" y="19972"/>
                  <a:pt x="5280" y="20086"/>
                </a:cubicBezTo>
                <a:cubicBezTo>
                  <a:pt x="5328" y="20116"/>
                  <a:pt x="5609" y="20276"/>
                  <a:pt x="5905" y="20425"/>
                </a:cubicBezTo>
                <a:cubicBezTo>
                  <a:pt x="7175" y="21065"/>
                  <a:pt x="8446" y="21399"/>
                  <a:pt x="9765" y="21498"/>
                </a:cubicBezTo>
                <a:cubicBezTo>
                  <a:pt x="10649" y="21565"/>
                  <a:pt x="11958" y="21552"/>
                  <a:pt x="12490" y="21442"/>
                </a:cubicBezTo>
                <a:cubicBezTo>
                  <a:pt x="12595" y="21420"/>
                  <a:pt x="12868" y="21379"/>
                  <a:pt x="13115" y="21329"/>
                </a:cubicBezTo>
                <a:cubicBezTo>
                  <a:pt x="13880" y="21173"/>
                  <a:pt x="14843" y="20811"/>
                  <a:pt x="15613" y="20425"/>
                </a:cubicBezTo>
                <a:cubicBezTo>
                  <a:pt x="16275" y="20092"/>
                  <a:pt x="16456" y="20014"/>
                  <a:pt x="17486" y="19295"/>
                </a:cubicBezTo>
                <a:cubicBezTo>
                  <a:pt x="17591" y="19222"/>
                  <a:pt x="17971" y="18860"/>
                  <a:pt x="18338" y="18503"/>
                </a:cubicBezTo>
                <a:cubicBezTo>
                  <a:pt x="19190" y="17675"/>
                  <a:pt x="19644" y="17054"/>
                  <a:pt x="20268" y="15961"/>
                </a:cubicBezTo>
                <a:cubicBezTo>
                  <a:pt x="20345" y="15826"/>
                  <a:pt x="20446" y="15619"/>
                  <a:pt x="20495" y="15509"/>
                </a:cubicBezTo>
                <a:cubicBezTo>
                  <a:pt x="20544" y="15398"/>
                  <a:pt x="20644" y="15265"/>
                  <a:pt x="20666" y="15226"/>
                </a:cubicBezTo>
                <a:cubicBezTo>
                  <a:pt x="20848" y="14892"/>
                  <a:pt x="21209" y="13650"/>
                  <a:pt x="21290" y="13192"/>
                </a:cubicBezTo>
                <a:cubicBezTo>
                  <a:pt x="21320" y="13020"/>
                  <a:pt x="21382" y="12852"/>
                  <a:pt x="21404" y="12796"/>
                </a:cubicBezTo>
                <a:cubicBezTo>
                  <a:pt x="21562" y="12392"/>
                  <a:pt x="21595" y="9939"/>
                  <a:pt x="21460" y="9180"/>
                </a:cubicBezTo>
                <a:cubicBezTo>
                  <a:pt x="21368" y="8656"/>
                  <a:pt x="21263" y="7978"/>
                  <a:pt x="21176" y="7711"/>
                </a:cubicBezTo>
                <a:cubicBezTo>
                  <a:pt x="20547" y="5760"/>
                  <a:pt x="19673" y="4338"/>
                  <a:pt x="18281" y="3021"/>
                </a:cubicBezTo>
                <a:cubicBezTo>
                  <a:pt x="17710" y="2480"/>
                  <a:pt x="17694" y="2460"/>
                  <a:pt x="17316" y="2173"/>
                </a:cubicBezTo>
                <a:cubicBezTo>
                  <a:pt x="16119" y="1263"/>
                  <a:pt x="14572" y="592"/>
                  <a:pt x="13172" y="308"/>
                </a:cubicBezTo>
                <a:cubicBezTo>
                  <a:pt x="12974" y="268"/>
                  <a:pt x="12695" y="172"/>
                  <a:pt x="12547" y="139"/>
                </a:cubicBezTo>
                <a:cubicBezTo>
                  <a:pt x="12011" y="17"/>
                  <a:pt x="10866" y="-35"/>
                  <a:pt x="10049" y="26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solid-green-dot-vector-shape_302321-3370.avif" id="200" name="Google Shape;200;p10"/>
          <p:cNvPicPr preferRelativeResize="0"/>
          <p:nvPr/>
        </p:nvPicPr>
        <p:blipFill rotWithShape="1">
          <a:blip r:embed="rId4">
            <a:alphaModFix/>
          </a:blip>
          <a:srcRect b="11204" l="11604" r="11643" t="11081"/>
          <a:stretch/>
        </p:blipFill>
        <p:spPr>
          <a:xfrm>
            <a:off x="4766016" y="2576669"/>
            <a:ext cx="150608" cy="151278"/>
          </a:xfrm>
          <a:custGeom>
            <a:rect b="b" l="l" r="r" t="t"/>
            <a:pathLst>
              <a:path extrusionOk="0" h="21539" w="21544">
                <a:moveTo>
                  <a:pt x="10049" y="26"/>
                </a:moveTo>
                <a:cubicBezTo>
                  <a:pt x="9268" y="84"/>
                  <a:pt x="9153" y="104"/>
                  <a:pt x="8459" y="252"/>
                </a:cubicBezTo>
                <a:cubicBezTo>
                  <a:pt x="6839" y="598"/>
                  <a:pt x="5160" y="1427"/>
                  <a:pt x="3918" y="2456"/>
                </a:cubicBezTo>
                <a:cubicBezTo>
                  <a:pt x="3497" y="2804"/>
                  <a:pt x="2443" y="3938"/>
                  <a:pt x="2158" y="4320"/>
                </a:cubicBezTo>
                <a:cubicBezTo>
                  <a:pt x="1236" y="5557"/>
                  <a:pt x="520" y="6974"/>
                  <a:pt x="227" y="8332"/>
                </a:cubicBezTo>
                <a:cubicBezTo>
                  <a:pt x="8" y="9349"/>
                  <a:pt x="6" y="9437"/>
                  <a:pt x="0" y="10649"/>
                </a:cubicBezTo>
                <a:cubicBezTo>
                  <a:pt x="-5" y="11761"/>
                  <a:pt x="68" y="12488"/>
                  <a:pt x="171" y="12796"/>
                </a:cubicBezTo>
                <a:cubicBezTo>
                  <a:pt x="191" y="12858"/>
                  <a:pt x="196" y="13077"/>
                  <a:pt x="227" y="13248"/>
                </a:cubicBezTo>
                <a:cubicBezTo>
                  <a:pt x="334" y="13832"/>
                  <a:pt x="729" y="14875"/>
                  <a:pt x="1079" y="15565"/>
                </a:cubicBezTo>
                <a:cubicBezTo>
                  <a:pt x="1669" y="16729"/>
                  <a:pt x="2212" y="17488"/>
                  <a:pt x="3180" y="18447"/>
                </a:cubicBezTo>
                <a:cubicBezTo>
                  <a:pt x="3577" y="18841"/>
                  <a:pt x="3977" y="19217"/>
                  <a:pt x="4088" y="19295"/>
                </a:cubicBezTo>
                <a:cubicBezTo>
                  <a:pt x="4283" y="19431"/>
                  <a:pt x="5104" y="19972"/>
                  <a:pt x="5280" y="20086"/>
                </a:cubicBezTo>
                <a:cubicBezTo>
                  <a:pt x="5328" y="20116"/>
                  <a:pt x="5609" y="20276"/>
                  <a:pt x="5905" y="20425"/>
                </a:cubicBezTo>
                <a:cubicBezTo>
                  <a:pt x="7175" y="21065"/>
                  <a:pt x="8446" y="21399"/>
                  <a:pt x="9765" y="21498"/>
                </a:cubicBezTo>
                <a:cubicBezTo>
                  <a:pt x="10649" y="21565"/>
                  <a:pt x="11958" y="21552"/>
                  <a:pt x="12490" y="21442"/>
                </a:cubicBezTo>
                <a:cubicBezTo>
                  <a:pt x="12595" y="21420"/>
                  <a:pt x="12868" y="21379"/>
                  <a:pt x="13115" y="21329"/>
                </a:cubicBezTo>
                <a:cubicBezTo>
                  <a:pt x="13880" y="21173"/>
                  <a:pt x="14843" y="20811"/>
                  <a:pt x="15613" y="20425"/>
                </a:cubicBezTo>
                <a:cubicBezTo>
                  <a:pt x="16275" y="20092"/>
                  <a:pt x="16456" y="20014"/>
                  <a:pt x="17486" y="19295"/>
                </a:cubicBezTo>
                <a:cubicBezTo>
                  <a:pt x="17591" y="19222"/>
                  <a:pt x="17971" y="18860"/>
                  <a:pt x="18338" y="18503"/>
                </a:cubicBezTo>
                <a:cubicBezTo>
                  <a:pt x="19190" y="17675"/>
                  <a:pt x="19644" y="17054"/>
                  <a:pt x="20268" y="15961"/>
                </a:cubicBezTo>
                <a:cubicBezTo>
                  <a:pt x="20345" y="15826"/>
                  <a:pt x="20446" y="15619"/>
                  <a:pt x="20495" y="15509"/>
                </a:cubicBezTo>
                <a:cubicBezTo>
                  <a:pt x="20544" y="15398"/>
                  <a:pt x="20644" y="15265"/>
                  <a:pt x="20666" y="15226"/>
                </a:cubicBezTo>
                <a:cubicBezTo>
                  <a:pt x="20848" y="14892"/>
                  <a:pt x="21209" y="13650"/>
                  <a:pt x="21290" y="13192"/>
                </a:cubicBezTo>
                <a:cubicBezTo>
                  <a:pt x="21320" y="13020"/>
                  <a:pt x="21382" y="12852"/>
                  <a:pt x="21404" y="12796"/>
                </a:cubicBezTo>
                <a:cubicBezTo>
                  <a:pt x="21562" y="12392"/>
                  <a:pt x="21595" y="9939"/>
                  <a:pt x="21460" y="9180"/>
                </a:cubicBezTo>
                <a:cubicBezTo>
                  <a:pt x="21368" y="8656"/>
                  <a:pt x="21263" y="7978"/>
                  <a:pt x="21176" y="7711"/>
                </a:cubicBezTo>
                <a:cubicBezTo>
                  <a:pt x="20547" y="5760"/>
                  <a:pt x="19673" y="4338"/>
                  <a:pt x="18281" y="3021"/>
                </a:cubicBezTo>
                <a:cubicBezTo>
                  <a:pt x="17710" y="2480"/>
                  <a:pt x="17694" y="2460"/>
                  <a:pt x="17316" y="2173"/>
                </a:cubicBezTo>
                <a:cubicBezTo>
                  <a:pt x="16119" y="1263"/>
                  <a:pt x="14572" y="592"/>
                  <a:pt x="13172" y="308"/>
                </a:cubicBezTo>
                <a:cubicBezTo>
                  <a:pt x="12974" y="268"/>
                  <a:pt x="12695" y="172"/>
                  <a:pt x="12547" y="139"/>
                </a:cubicBezTo>
                <a:cubicBezTo>
                  <a:pt x="12011" y="17"/>
                  <a:pt x="10866" y="-35"/>
                  <a:pt x="10049" y="26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01" name="Google Shape;201;p10"/>
          <p:cNvSpPr/>
          <p:nvPr/>
        </p:nvSpPr>
        <p:spPr>
          <a:xfrm>
            <a:off x="457200" y="4233394"/>
            <a:ext cx="8229600" cy="704851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696378" y="4309140"/>
            <a:ext cx="7905751" cy="553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⚠️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Прогноз чистой </a:t>
            </a:r>
            <a:r>
              <a:rPr b="0" i="0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прибыли (накопительно) на конец 2026 г. ~ </a:t>
            </a:r>
            <a:r>
              <a:rPr b="1" i="0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454 тыс. ₽.</a:t>
            </a:r>
            <a:r>
              <a:rPr b="0" i="0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0" i="0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Выход на точку безубыточности — июнь 2026 г. </a:t>
            </a:r>
            <a:r>
              <a:rPr b="1" i="0" lang="en-US" sz="12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Без апгрейда — не сможем масштабироваться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/>
          <p:nvPr/>
        </p:nvSpPr>
        <p:spPr>
          <a:xfrm>
            <a:off x="450736" y="1818450"/>
            <a:ext cx="2641551" cy="192405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3244686" y="1818450"/>
            <a:ext cx="2641551" cy="192405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6038637" y="1818450"/>
            <a:ext cx="2641700" cy="192405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450736" y="3933001"/>
            <a:ext cx="8229601" cy="704851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>
            <a:off x="401015" y="915363"/>
            <a:ext cx="8229601" cy="359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Wedge-стратегия: зашли клином       раскатали рынок</a:t>
            </a:r>
            <a:endParaRPr/>
          </a:p>
        </p:txBody>
      </p:sp>
      <p:sp>
        <p:nvSpPr>
          <p:cNvPr id="212" name="Google Shape;212;p11"/>
          <p:cNvSpPr txBox="1"/>
          <p:nvPr/>
        </p:nvSpPr>
        <p:spPr>
          <a:xfrm>
            <a:off x="1597841" y="1901447"/>
            <a:ext cx="347341" cy="518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13" name="Google Shape;213;p11"/>
          <p:cNvSpPr txBox="1"/>
          <p:nvPr/>
        </p:nvSpPr>
        <p:spPr>
          <a:xfrm>
            <a:off x="936619" y="2548812"/>
            <a:ext cx="1669785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Побеждаем в займах</a:t>
            </a:r>
            <a:endParaRPr/>
          </a:p>
        </p:txBody>
      </p:sp>
      <p:sp>
        <p:nvSpPr>
          <p:cNvPr id="214" name="Google Shape;214;p11"/>
          <p:cNvSpPr txBox="1"/>
          <p:nvPr/>
        </p:nvSpPr>
        <p:spPr>
          <a:xfrm>
            <a:off x="1129590" y="2855131"/>
            <a:ext cx="1283843" cy="505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Сценарный подбор,</a:t>
            </a:r>
            <a:endParaRPr/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прескоринг, 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анти-отказная логика</a:t>
            </a:r>
            <a:endParaRPr/>
          </a:p>
        </p:txBody>
      </p:sp>
      <p:sp>
        <p:nvSpPr>
          <p:cNvPr id="215" name="Google Shape;215;p11"/>
          <p:cNvSpPr txBox="1"/>
          <p:nvPr/>
        </p:nvSpPr>
        <p:spPr>
          <a:xfrm>
            <a:off x="4399845" y="1953159"/>
            <a:ext cx="331383" cy="518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16" name="Google Shape;216;p11"/>
          <p:cNvSpPr txBox="1"/>
          <p:nvPr/>
        </p:nvSpPr>
        <p:spPr>
          <a:xfrm>
            <a:off x="3596128" y="2544391"/>
            <a:ext cx="2286331" cy="172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Доказываем экономику</a:t>
            </a:r>
            <a:endParaRPr/>
          </a:p>
        </p:txBody>
      </p:sp>
      <p:sp>
        <p:nvSpPr>
          <p:cNvPr id="217" name="Google Shape;217;p11"/>
          <p:cNvSpPr txBox="1"/>
          <p:nvPr/>
        </p:nvSpPr>
        <p:spPr>
          <a:xfrm>
            <a:off x="4115158" y="2847268"/>
            <a:ext cx="801315" cy="505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CPA ↑ 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CR ↑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Repeat rate ↑</a:t>
            </a:r>
            <a:endParaRPr/>
          </a:p>
        </p:txBody>
      </p:sp>
      <p:sp>
        <p:nvSpPr>
          <p:cNvPr id="218" name="Google Shape;218;p11"/>
          <p:cNvSpPr txBox="1"/>
          <p:nvPr/>
        </p:nvSpPr>
        <p:spPr>
          <a:xfrm>
            <a:off x="7185817" y="1953159"/>
            <a:ext cx="347340" cy="518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19" name="Google Shape;219;p11"/>
          <p:cNvSpPr txBox="1"/>
          <p:nvPr/>
        </p:nvSpPr>
        <p:spPr>
          <a:xfrm>
            <a:off x="6238662" y="2551875"/>
            <a:ext cx="2241650" cy="172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Раскатываем на 8 категорий</a:t>
            </a:r>
            <a:endParaRPr/>
          </a:p>
        </p:txBody>
      </p:sp>
      <p:sp>
        <p:nvSpPr>
          <p:cNvPr id="220" name="Google Shape;220;p11"/>
          <p:cNvSpPr txBox="1"/>
          <p:nvPr/>
        </p:nvSpPr>
        <p:spPr>
          <a:xfrm>
            <a:off x="6393169" y="2847268"/>
            <a:ext cx="2241650" cy="505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Займы → кредиты → карты → страхование → вклады → путешествия → ипотека → БФЛ</a:t>
            </a:r>
            <a:endParaRPr/>
          </a:p>
        </p:txBody>
      </p:sp>
      <p:sp>
        <p:nvSpPr>
          <p:cNvPr id="221" name="Google Shape;221;p11"/>
          <p:cNvSpPr txBox="1"/>
          <p:nvPr/>
        </p:nvSpPr>
        <p:spPr>
          <a:xfrm>
            <a:off x="635001" y="4044049"/>
            <a:ext cx="7905751" cy="482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🏆 </a:t>
            </a:r>
            <a:r>
              <a:rPr b="1" i="0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Ключевой актив:</a:t>
            </a:r>
            <a:r>
              <a:rPr b="0" i="0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2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Центрофинанс</a:t>
            </a:r>
            <a:r>
              <a:rPr b="0" i="0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 готовая база клиентов, кросс-продажи без затрат на первичный скоринг. Этого нет ни у одного внешнего агрегатора</a:t>
            </a:r>
            <a:endParaRPr/>
          </a:p>
        </p:txBody>
      </p:sp>
      <p:pic>
        <p:nvPicPr>
          <p:cNvPr descr="5868859-02.jpg" id="222" name="Google Shape;222;p11"/>
          <p:cNvPicPr preferRelativeResize="0"/>
          <p:nvPr/>
        </p:nvPicPr>
        <p:blipFill rotWithShape="1">
          <a:blip r:embed="rId3">
            <a:alphaModFix/>
          </a:blip>
          <a:srcRect b="18333" l="6000" r="7838" t="19592"/>
          <a:stretch/>
        </p:blipFill>
        <p:spPr>
          <a:xfrm>
            <a:off x="5407572" y="915405"/>
            <a:ext cx="498889" cy="359417"/>
          </a:xfrm>
          <a:custGeom>
            <a:rect b="b" l="l" r="r" t="t"/>
            <a:pathLst>
              <a:path extrusionOk="0" h="21549" w="21586">
                <a:moveTo>
                  <a:pt x="17945" y="73"/>
                </a:moveTo>
                <a:cubicBezTo>
                  <a:pt x="17745" y="-33"/>
                  <a:pt x="17528" y="-21"/>
                  <a:pt x="17361" y="96"/>
                </a:cubicBezTo>
                <a:cubicBezTo>
                  <a:pt x="17289" y="147"/>
                  <a:pt x="17206" y="209"/>
                  <a:pt x="17189" y="239"/>
                </a:cubicBezTo>
                <a:cubicBezTo>
                  <a:pt x="17172" y="270"/>
                  <a:pt x="17155" y="277"/>
                  <a:pt x="17155" y="263"/>
                </a:cubicBezTo>
                <a:cubicBezTo>
                  <a:pt x="17154" y="235"/>
                  <a:pt x="17057" y="312"/>
                  <a:pt x="16897" y="453"/>
                </a:cubicBezTo>
                <a:cubicBezTo>
                  <a:pt x="16842" y="502"/>
                  <a:pt x="16719" y="604"/>
                  <a:pt x="16623" y="668"/>
                </a:cubicBezTo>
                <a:cubicBezTo>
                  <a:pt x="16526" y="732"/>
                  <a:pt x="16438" y="795"/>
                  <a:pt x="16434" y="810"/>
                </a:cubicBezTo>
                <a:cubicBezTo>
                  <a:pt x="16429" y="826"/>
                  <a:pt x="16407" y="834"/>
                  <a:pt x="16382" y="834"/>
                </a:cubicBezTo>
                <a:cubicBezTo>
                  <a:pt x="16357" y="834"/>
                  <a:pt x="16332" y="850"/>
                  <a:pt x="16313" y="882"/>
                </a:cubicBezTo>
                <a:cubicBezTo>
                  <a:pt x="16295" y="913"/>
                  <a:pt x="16197" y="991"/>
                  <a:pt x="16107" y="1048"/>
                </a:cubicBezTo>
                <a:cubicBezTo>
                  <a:pt x="16018" y="1106"/>
                  <a:pt x="15943" y="1177"/>
                  <a:pt x="15936" y="1191"/>
                </a:cubicBezTo>
                <a:cubicBezTo>
                  <a:pt x="15913" y="1239"/>
                  <a:pt x="15551" y="1500"/>
                  <a:pt x="15506" y="1500"/>
                </a:cubicBezTo>
                <a:cubicBezTo>
                  <a:pt x="15482" y="1501"/>
                  <a:pt x="15455" y="1505"/>
                  <a:pt x="15455" y="1524"/>
                </a:cubicBezTo>
                <a:cubicBezTo>
                  <a:pt x="15455" y="1543"/>
                  <a:pt x="15438" y="1570"/>
                  <a:pt x="15421" y="1572"/>
                </a:cubicBezTo>
                <a:cubicBezTo>
                  <a:pt x="15403" y="1573"/>
                  <a:pt x="15345" y="1612"/>
                  <a:pt x="15283" y="1667"/>
                </a:cubicBezTo>
                <a:cubicBezTo>
                  <a:pt x="15221" y="1722"/>
                  <a:pt x="15139" y="1792"/>
                  <a:pt x="15111" y="1810"/>
                </a:cubicBezTo>
                <a:cubicBezTo>
                  <a:pt x="15084" y="1828"/>
                  <a:pt x="15016" y="1913"/>
                  <a:pt x="14940" y="2000"/>
                </a:cubicBezTo>
                <a:cubicBezTo>
                  <a:pt x="14678" y="2299"/>
                  <a:pt x="14407" y="2571"/>
                  <a:pt x="14407" y="2547"/>
                </a:cubicBezTo>
                <a:cubicBezTo>
                  <a:pt x="14407" y="2534"/>
                  <a:pt x="14387" y="2572"/>
                  <a:pt x="14356" y="2619"/>
                </a:cubicBezTo>
                <a:cubicBezTo>
                  <a:pt x="14325" y="2666"/>
                  <a:pt x="14239" y="2754"/>
                  <a:pt x="14184" y="2809"/>
                </a:cubicBezTo>
                <a:cubicBezTo>
                  <a:pt x="14129" y="2865"/>
                  <a:pt x="14081" y="2922"/>
                  <a:pt x="14064" y="2952"/>
                </a:cubicBezTo>
                <a:cubicBezTo>
                  <a:pt x="14047" y="2981"/>
                  <a:pt x="14030" y="2990"/>
                  <a:pt x="14030" y="2976"/>
                </a:cubicBezTo>
                <a:cubicBezTo>
                  <a:pt x="14029" y="2961"/>
                  <a:pt x="13993" y="3009"/>
                  <a:pt x="13944" y="3071"/>
                </a:cubicBezTo>
                <a:cubicBezTo>
                  <a:pt x="13895" y="3132"/>
                  <a:pt x="13834" y="3208"/>
                  <a:pt x="13806" y="3237"/>
                </a:cubicBezTo>
                <a:cubicBezTo>
                  <a:pt x="13779" y="3267"/>
                  <a:pt x="13732" y="3299"/>
                  <a:pt x="13703" y="3333"/>
                </a:cubicBezTo>
                <a:cubicBezTo>
                  <a:pt x="13674" y="3366"/>
                  <a:pt x="13630" y="3404"/>
                  <a:pt x="13617" y="3404"/>
                </a:cubicBezTo>
                <a:cubicBezTo>
                  <a:pt x="13605" y="3404"/>
                  <a:pt x="13559" y="3467"/>
                  <a:pt x="13497" y="3547"/>
                </a:cubicBezTo>
                <a:cubicBezTo>
                  <a:pt x="13436" y="3626"/>
                  <a:pt x="13358" y="3731"/>
                  <a:pt x="13326" y="3761"/>
                </a:cubicBezTo>
                <a:cubicBezTo>
                  <a:pt x="13293" y="3791"/>
                  <a:pt x="13228" y="3843"/>
                  <a:pt x="13188" y="3880"/>
                </a:cubicBezTo>
                <a:cubicBezTo>
                  <a:pt x="13149" y="3916"/>
                  <a:pt x="13085" y="3972"/>
                  <a:pt x="13051" y="4023"/>
                </a:cubicBezTo>
                <a:cubicBezTo>
                  <a:pt x="13016" y="4073"/>
                  <a:pt x="12955" y="4153"/>
                  <a:pt x="12913" y="4189"/>
                </a:cubicBezTo>
                <a:cubicBezTo>
                  <a:pt x="12803" y="4285"/>
                  <a:pt x="12642" y="4456"/>
                  <a:pt x="12621" y="4499"/>
                </a:cubicBezTo>
                <a:cubicBezTo>
                  <a:pt x="12612" y="4519"/>
                  <a:pt x="12547" y="4586"/>
                  <a:pt x="12484" y="4641"/>
                </a:cubicBezTo>
                <a:cubicBezTo>
                  <a:pt x="12421" y="4696"/>
                  <a:pt x="12381" y="4745"/>
                  <a:pt x="12381" y="4760"/>
                </a:cubicBezTo>
                <a:cubicBezTo>
                  <a:pt x="12381" y="4775"/>
                  <a:pt x="12335" y="4827"/>
                  <a:pt x="12295" y="4855"/>
                </a:cubicBezTo>
                <a:cubicBezTo>
                  <a:pt x="12233" y="4900"/>
                  <a:pt x="12135" y="4995"/>
                  <a:pt x="11952" y="5212"/>
                </a:cubicBezTo>
                <a:cubicBezTo>
                  <a:pt x="11931" y="5237"/>
                  <a:pt x="11872" y="5296"/>
                  <a:pt x="11832" y="5331"/>
                </a:cubicBezTo>
                <a:cubicBezTo>
                  <a:pt x="11791" y="5366"/>
                  <a:pt x="11740" y="5433"/>
                  <a:pt x="11711" y="5474"/>
                </a:cubicBezTo>
                <a:cubicBezTo>
                  <a:pt x="11683" y="5515"/>
                  <a:pt x="11633" y="5581"/>
                  <a:pt x="11591" y="5617"/>
                </a:cubicBezTo>
                <a:cubicBezTo>
                  <a:pt x="11550" y="5653"/>
                  <a:pt x="11489" y="5701"/>
                  <a:pt x="11471" y="5736"/>
                </a:cubicBezTo>
                <a:cubicBezTo>
                  <a:pt x="11453" y="5771"/>
                  <a:pt x="11438" y="5807"/>
                  <a:pt x="11419" y="5807"/>
                </a:cubicBezTo>
                <a:cubicBezTo>
                  <a:pt x="11401" y="5807"/>
                  <a:pt x="11330" y="5878"/>
                  <a:pt x="11265" y="5974"/>
                </a:cubicBezTo>
                <a:cubicBezTo>
                  <a:pt x="11200" y="6069"/>
                  <a:pt x="11127" y="6140"/>
                  <a:pt x="11110" y="6140"/>
                </a:cubicBezTo>
                <a:cubicBezTo>
                  <a:pt x="11094" y="6140"/>
                  <a:pt x="11060" y="6181"/>
                  <a:pt x="11042" y="6212"/>
                </a:cubicBezTo>
                <a:cubicBezTo>
                  <a:pt x="11023" y="6243"/>
                  <a:pt x="10970" y="6287"/>
                  <a:pt x="10921" y="6331"/>
                </a:cubicBezTo>
                <a:cubicBezTo>
                  <a:pt x="10873" y="6374"/>
                  <a:pt x="10802" y="6453"/>
                  <a:pt x="10767" y="6497"/>
                </a:cubicBezTo>
                <a:cubicBezTo>
                  <a:pt x="10673" y="6617"/>
                  <a:pt x="10522" y="6783"/>
                  <a:pt x="10458" y="6830"/>
                </a:cubicBezTo>
                <a:cubicBezTo>
                  <a:pt x="10427" y="6853"/>
                  <a:pt x="10369" y="6912"/>
                  <a:pt x="10338" y="6949"/>
                </a:cubicBezTo>
                <a:cubicBezTo>
                  <a:pt x="10139" y="7192"/>
                  <a:pt x="10046" y="7283"/>
                  <a:pt x="10029" y="7283"/>
                </a:cubicBezTo>
                <a:cubicBezTo>
                  <a:pt x="10018" y="7283"/>
                  <a:pt x="9967" y="7354"/>
                  <a:pt x="9908" y="7425"/>
                </a:cubicBezTo>
                <a:cubicBezTo>
                  <a:pt x="9850" y="7497"/>
                  <a:pt x="9750" y="7596"/>
                  <a:pt x="9685" y="7663"/>
                </a:cubicBezTo>
                <a:cubicBezTo>
                  <a:pt x="9562" y="7790"/>
                  <a:pt x="9379" y="7992"/>
                  <a:pt x="9256" y="8139"/>
                </a:cubicBezTo>
                <a:cubicBezTo>
                  <a:pt x="9216" y="8187"/>
                  <a:pt x="9181" y="8234"/>
                  <a:pt x="9170" y="8234"/>
                </a:cubicBezTo>
                <a:cubicBezTo>
                  <a:pt x="9159" y="8234"/>
                  <a:pt x="9098" y="8291"/>
                  <a:pt x="9033" y="8377"/>
                </a:cubicBezTo>
                <a:cubicBezTo>
                  <a:pt x="8967" y="8463"/>
                  <a:pt x="8905" y="8544"/>
                  <a:pt x="8895" y="8544"/>
                </a:cubicBezTo>
                <a:cubicBezTo>
                  <a:pt x="8885" y="8544"/>
                  <a:pt x="8818" y="8596"/>
                  <a:pt x="8758" y="8663"/>
                </a:cubicBezTo>
                <a:cubicBezTo>
                  <a:pt x="8698" y="8730"/>
                  <a:pt x="8620" y="8816"/>
                  <a:pt x="8586" y="8853"/>
                </a:cubicBezTo>
                <a:cubicBezTo>
                  <a:pt x="8552" y="8890"/>
                  <a:pt x="8497" y="8965"/>
                  <a:pt x="8449" y="9020"/>
                </a:cubicBezTo>
                <a:cubicBezTo>
                  <a:pt x="8400" y="9074"/>
                  <a:pt x="8308" y="9165"/>
                  <a:pt x="8260" y="9210"/>
                </a:cubicBezTo>
                <a:cubicBezTo>
                  <a:pt x="8212" y="9254"/>
                  <a:pt x="8157" y="9330"/>
                  <a:pt x="8122" y="9376"/>
                </a:cubicBezTo>
                <a:cubicBezTo>
                  <a:pt x="8088" y="9422"/>
                  <a:pt x="7992" y="9515"/>
                  <a:pt x="7916" y="9591"/>
                </a:cubicBezTo>
                <a:cubicBezTo>
                  <a:pt x="7778" y="9729"/>
                  <a:pt x="7663" y="9855"/>
                  <a:pt x="7487" y="10067"/>
                </a:cubicBezTo>
                <a:cubicBezTo>
                  <a:pt x="7435" y="10129"/>
                  <a:pt x="7393" y="10185"/>
                  <a:pt x="7384" y="10185"/>
                </a:cubicBezTo>
                <a:cubicBezTo>
                  <a:pt x="7375" y="10185"/>
                  <a:pt x="7325" y="10222"/>
                  <a:pt x="7281" y="10281"/>
                </a:cubicBezTo>
                <a:cubicBezTo>
                  <a:pt x="7237" y="10339"/>
                  <a:pt x="7164" y="10420"/>
                  <a:pt x="7109" y="10471"/>
                </a:cubicBezTo>
                <a:cubicBezTo>
                  <a:pt x="7054" y="10522"/>
                  <a:pt x="6986" y="10592"/>
                  <a:pt x="6972" y="10614"/>
                </a:cubicBezTo>
                <a:cubicBezTo>
                  <a:pt x="6958" y="10635"/>
                  <a:pt x="6926" y="10668"/>
                  <a:pt x="6903" y="10685"/>
                </a:cubicBezTo>
                <a:cubicBezTo>
                  <a:pt x="6881" y="10702"/>
                  <a:pt x="6819" y="10767"/>
                  <a:pt x="6766" y="10828"/>
                </a:cubicBezTo>
                <a:cubicBezTo>
                  <a:pt x="6531" y="11099"/>
                  <a:pt x="6458" y="11185"/>
                  <a:pt x="6440" y="11185"/>
                </a:cubicBezTo>
                <a:cubicBezTo>
                  <a:pt x="6429" y="11185"/>
                  <a:pt x="6375" y="11250"/>
                  <a:pt x="6319" y="11328"/>
                </a:cubicBezTo>
                <a:cubicBezTo>
                  <a:pt x="6223" y="11462"/>
                  <a:pt x="6059" y="11637"/>
                  <a:pt x="6027" y="11637"/>
                </a:cubicBezTo>
                <a:cubicBezTo>
                  <a:pt x="6019" y="11637"/>
                  <a:pt x="5966" y="11684"/>
                  <a:pt x="5907" y="11756"/>
                </a:cubicBezTo>
                <a:cubicBezTo>
                  <a:pt x="5848" y="11828"/>
                  <a:pt x="5731" y="11951"/>
                  <a:pt x="5667" y="12018"/>
                </a:cubicBezTo>
                <a:cubicBezTo>
                  <a:pt x="5602" y="12085"/>
                  <a:pt x="5511" y="12194"/>
                  <a:pt x="5461" y="12256"/>
                </a:cubicBezTo>
                <a:cubicBezTo>
                  <a:pt x="5410" y="12318"/>
                  <a:pt x="5344" y="12374"/>
                  <a:pt x="5306" y="12398"/>
                </a:cubicBezTo>
                <a:cubicBezTo>
                  <a:pt x="5268" y="12422"/>
                  <a:pt x="5228" y="12486"/>
                  <a:pt x="5220" y="12517"/>
                </a:cubicBezTo>
                <a:cubicBezTo>
                  <a:pt x="5213" y="12549"/>
                  <a:pt x="5184" y="12578"/>
                  <a:pt x="5152" y="12589"/>
                </a:cubicBezTo>
                <a:cubicBezTo>
                  <a:pt x="5120" y="12600"/>
                  <a:pt x="5051" y="12655"/>
                  <a:pt x="4997" y="12732"/>
                </a:cubicBezTo>
                <a:cubicBezTo>
                  <a:pt x="4943" y="12808"/>
                  <a:pt x="4892" y="12874"/>
                  <a:pt x="4877" y="12874"/>
                </a:cubicBezTo>
                <a:cubicBezTo>
                  <a:pt x="4862" y="12874"/>
                  <a:pt x="4813" y="12936"/>
                  <a:pt x="4774" y="12993"/>
                </a:cubicBezTo>
                <a:cubicBezTo>
                  <a:pt x="4734" y="13051"/>
                  <a:pt x="4684" y="13088"/>
                  <a:pt x="4671" y="13088"/>
                </a:cubicBezTo>
                <a:cubicBezTo>
                  <a:pt x="4658" y="13088"/>
                  <a:pt x="4619" y="13145"/>
                  <a:pt x="4568" y="13207"/>
                </a:cubicBezTo>
                <a:cubicBezTo>
                  <a:pt x="4516" y="13269"/>
                  <a:pt x="4410" y="13379"/>
                  <a:pt x="4345" y="13445"/>
                </a:cubicBezTo>
                <a:cubicBezTo>
                  <a:pt x="4279" y="13512"/>
                  <a:pt x="4185" y="13621"/>
                  <a:pt x="4138" y="13683"/>
                </a:cubicBezTo>
                <a:cubicBezTo>
                  <a:pt x="4092" y="13745"/>
                  <a:pt x="4046" y="13778"/>
                  <a:pt x="4035" y="13779"/>
                </a:cubicBezTo>
                <a:cubicBezTo>
                  <a:pt x="4025" y="13779"/>
                  <a:pt x="3970" y="13831"/>
                  <a:pt x="3915" y="13897"/>
                </a:cubicBezTo>
                <a:cubicBezTo>
                  <a:pt x="3860" y="13964"/>
                  <a:pt x="3806" y="14016"/>
                  <a:pt x="3795" y="14016"/>
                </a:cubicBezTo>
                <a:cubicBezTo>
                  <a:pt x="3784" y="14016"/>
                  <a:pt x="3733" y="14086"/>
                  <a:pt x="3675" y="14159"/>
                </a:cubicBezTo>
                <a:cubicBezTo>
                  <a:pt x="3617" y="14232"/>
                  <a:pt x="3524" y="14327"/>
                  <a:pt x="3469" y="14373"/>
                </a:cubicBezTo>
                <a:cubicBezTo>
                  <a:pt x="3414" y="14419"/>
                  <a:pt x="3349" y="14511"/>
                  <a:pt x="3314" y="14564"/>
                </a:cubicBezTo>
                <a:cubicBezTo>
                  <a:pt x="3279" y="14616"/>
                  <a:pt x="3190" y="14697"/>
                  <a:pt x="3125" y="14754"/>
                </a:cubicBezTo>
                <a:cubicBezTo>
                  <a:pt x="3060" y="14811"/>
                  <a:pt x="3005" y="14877"/>
                  <a:pt x="3005" y="14897"/>
                </a:cubicBezTo>
                <a:cubicBezTo>
                  <a:pt x="3005" y="14916"/>
                  <a:pt x="2988" y="14920"/>
                  <a:pt x="2971" y="14921"/>
                </a:cubicBezTo>
                <a:cubicBezTo>
                  <a:pt x="2954" y="14921"/>
                  <a:pt x="2906" y="14997"/>
                  <a:pt x="2851" y="15063"/>
                </a:cubicBezTo>
                <a:cubicBezTo>
                  <a:pt x="2795" y="15130"/>
                  <a:pt x="2720" y="15172"/>
                  <a:pt x="2696" y="15182"/>
                </a:cubicBezTo>
                <a:cubicBezTo>
                  <a:pt x="2672" y="15193"/>
                  <a:pt x="2662" y="15236"/>
                  <a:pt x="2662" y="15254"/>
                </a:cubicBezTo>
                <a:cubicBezTo>
                  <a:pt x="2662" y="15271"/>
                  <a:pt x="2631" y="15298"/>
                  <a:pt x="2593" y="15325"/>
                </a:cubicBezTo>
                <a:cubicBezTo>
                  <a:pt x="2555" y="15352"/>
                  <a:pt x="2469" y="15423"/>
                  <a:pt x="2421" y="15492"/>
                </a:cubicBezTo>
                <a:cubicBezTo>
                  <a:pt x="2373" y="15560"/>
                  <a:pt x="2329" y="15634"/>
                  <a:pt x="2318" y="15634"/>
                </a:cubicBezTo>
                <a:cubicBezTo>
                  <a:pt x="2307" y="15635"/>
                  <a:pt x="2241" y="15696"/>
                  <a:pt x="2164" y="15777"/>
                </a:cubicBezTo>
                <a:cubicBezTo>
                  <a:pt x="2087" y="15858"/>
                  <a:pt x="2004" y="15939"/>
                  <a:pt x="1975" y="15968"/>
                </a:cubicBezTo>
                <a:cubicBezTo>
                  <a:pt x="1946" y="15996"/>
                  <a:pt x="1899" y="16051"/>
                  <a:pt x="1872" y="16087"/>
                </a:cubicBezTo>
                <a:cubicBezTo>
                  <a:pt x="1844" y="16122"/>
                  <a:pt x="1784" y="16185"/>
                  <a:pt x="1734" y="16229"/>
                </a:cubicBezTo>
                <a:cubicBezTo>
                  <a:pt x="1685" y="16273"/>
                  <a:pt x="1616" y="16323"/>
                  <a:pt x="1597" y="16348"/>
                </a:cubicBezTo>
                <a:cubicBezTo>
                  <a:pt x="1578" y="16374"/>
                  <a:pt x="1511" y="16468"/>
                  <a:pt x="1442" y="16539"/>
                </a:cubicBezTo>
                <a:cubicBezTo>
                  <a:pt x="1374" y="16610"/>
                  <a:pt x="1306" y="16683"/>
                  <a:pt x="1288" y="16705"/>
                </a:cubicBezTo>
                <a:cubicBezTo>
                  <a:pt x="1269" y="16727"/>
                  <a:pt x="1146" y="16843"/>
                  <a:pt x="1013" y="16967"/>
                </a:cubicBezTo>
                <a:cubicBezTo>
                  <a:pt x="773" y="17191"/>
                  <a:pt x="657" y="17315"/>
                  <a:pt x="498" y="17514"/>
                </a:cubicBezTo>
                <a:cubicBezTo>
                  <a:pt x="305" y="17757"/>
                  <a:pt x="161" y="17943"/>
                  <a:pt x="172" y="17943"/>
                </a:cubicBezTo>
                <a:cubicBezTo>
                  <a:pt x="178" y="17943"/>
                  <a:pt x="134" y="18017"/>
                  <a:pt x="86" y="18085"/>
                </a:cubicBezTo>
                <a:cubicBezTo>
                  <a:pt x="34" y="18159"/>
                  <a:pt x="0" y="18225"/>
                  <a:pt x="0" y="18276"/>
                </a:cubicBezTo>
                <a:cubicBezTo>
                  <a:pt x="0" y="18382"/>
                  <a:pt x="133" y="18581"/>
                  <a:pt x="275" y="18680"/>
                </a:cubicBezTo>
                <a:cubicBezTo>
                  <a:pt x="333" y="18721"/>
                  <a:pt x="384" y="18774"/>
                  <a:pt x="395" y="18799"/>
                </a:cubicBezTo>
                <a:cubicBezTo>
                  <a:pt x="406" y="18824"/>
                  <a:pt x="450" y="18868"/>
                  <a:pt x="498" y="18894"/>
                </a:cubicBezTo>
                <a:cubicBezTo>
                  <a:pt x="546" y="18921"/>
                  <a:pt x="620" y="18955"/>
                  <a:pt x="653" y="18990"/>
                </a:cubicBezTo>
                <a:cubicBezTo>
                  <a:pt x="685" y="19024"/>
                  <a:pt x="740" y="19061"/>
                  <a:pt x="773" y="19061"/>
                </a:cubicBezTo>
                <a:cubicBezTo>
                  <a:pt x="805" y="19061"/>
                  <a:pt x="824" y="19069"/>
                  <a:pt x="824" y="19085"/>
                </a:cubicBezTo>
                <a:cubicBezTo>
                  <a:pt x="824" y="19100"/>
                  <a:pt x="876" y="19132"/>
                  <a:pt x="927" y="19156"/>
                </a:cubicBezTo>
                <a:cubicBezTo>
                  <a:pt x="979" y="19180"/>
                  <a:pt x="1047" y="19231"/>
                  <a:pt x="1082" y="19251"/>
                </a:cubicBezTo>
                <a:cubicBezTo>
                  <a:pt x="1116" y="19272"/>
                  <a:pt x="1178" y="19300"/>
                  <a:pt x="1219" y="19323"/>
                </a:cubicBezTo>
                <a:cubicBezTo>
                  <a:pt x="1261" y="19346"/>
                  <a:pt x="1373" y="19419"/>
                  <a:pt x="1477" y="19489"/>
                </a:cubicBezTo>
                <a:cubicBezTo>
                  <a:pt x="1580" y="19559"/>
                  <a:pt x="1688" y="19608"/>
                  <a:pt x="1717" y="19608"/>
                </a:cubicBezTo>
                <a:cubicBezTo>
                  <a:pt x="1747" y="19608"/>
                  <a:pt x="1786" y="19652"/>
                  <a:pt x="1803" y="19680"/>
                </a:cubicBezTo>
                <a:cubicBezTo>
                  <a:pt x="1820" y="19708"/>
                  <a:pt x="1846" y="19707"/>
                  <a:pt x="1855" y="19703"/>
                </a:cubicBezTo>
                <a:cubicBezTo>
                  <a:pt x="1864" y="19700"/>
                  <a:pt x="1981" y="19777"/>
                  <a:pt x="2112" y="19870"/>
                </a:cubicBezTo>
                <a:cubicBezTo>
                  <a:pt x="2243" y="19963"/>
                  <a:pt x="2346" y="20058"/>
                  <a:pt x="2353" y="20060"/>
                </a:cubicBezTo>
                <a:cubicBezTo>
                  <a:pt x="2397" y="20075"/>
                  <a:pt x="2724" y="20300"/>
                  <a:pt x="2730" y="20322"/>
                </a:cubicBezTo>
                <a:cubicBezTo>
                  <a:pt x="2735" y="20337"/>
                  <a:pt x="2755" y="20346"/>
                  <a:pt x="2782" y="20346"/>
                </a:cubicBezTo>
                <a:cubicBezTo>
                  <a:pt x="2808" y="20346"/>
                  <a:pt x="2833" y="20353"/>
                  <a:pt x="2833" y="20370"/>
                </a:cubicBezTo>
                <a:cubicBezTo>
                  <a:pt x="2833" y="20395"/>
                  <a:pt x="2880" y="20430"/>
                  <a:pt x="2936" y="20441"/>
                </a:cubicBezTo>
                <a:cubicBezTo>
                  <a:pt x="2943" y="20442"/>
                  <a:pt x="3008" y="20496"/>
                  <a:pt x="3091" y="20560"/>
                </a:cubicBezTo>
                <a:cubicBezTo>
                  <a:pt x="3174" y="20624"/>
                  <a:pt x="3297" y="20705"/>
                  <a:pt x="3366" y="20750"/>
                </a:cubicBezTo>
                <a:cubicBezTo>
                  <a:pt x="3435" y="20795"/>
                  <a:pt x="3515" y="20854"/>
                  <a:pt x="3537" y="20869"/>
                </a:cubicBezTo>
                <a:cubicBezTo>
                  <a:pt x="3560" y="20885"/>
                  <a:pt x="3662" y="20957"/>
                  <a:pt x="3778" y="21036"/>
                </a:cubicBezTo>
                <a:cubicBezTo>
                  <a:pt x="3894" y="21115"/>
                  <a:pt x="4033" y="21199"/>
                  <a:pt x="4070" y="21226"/>
                </a:cubicBezTo>
                <a:cubicBezTo>
                  <a:pt x="4106" y="21254"/>
                  <a:pt x="4141" y="21274"/>
                  <a:pt x="4156" y="21274"/>
                </a:cubicBezTo>
                <a:cubicBezTo>
                  <a:pt x="4170" y="21274"/>
                  <a:pt x="4227" y="21336"/>
                  <a:pt x="4293" y="21393"/>
                </a:cubicBezTo>
                <a:cubicBezTo>
                  <a:pt x="4359" y="21450"/>
                  <a:pt x="4454" y="21484"/>
                  <a:pt x="4499" y="21488"/>
                </a:cubicBezTo>
                <a:cubicBezTo>
                  <a:pt x="4544" y="21493"/>
                  <a:pt x="4585" y="21519"/>
                  <a:pt x="4585" y="21536"/>
                </a:cubicBezTo>
                <a:cubicBezTo>
                  <a:pt x="4585" y="21567"/>
                  <a:pt x="4769" y="21542"/>
                  <a:pt x="5031" y="21488"/>
                </a:cubicBezTo>
                <a:cubicBezTo>
                  <a:pt x="5174" y="21459"/>
                  <a:pt x="5424" y="21314"/>
                  <a:pt x="5478" y="21226"/>
                </a:cubicBezTo>
                <a:cubicBezTo>
                  <a:pt x="5492" y="21204"/>
                  <a:pt x="5532" y="21160"/>
                  <a:pt x="5564" y="21131"/>
                </a:cubicBezTo>
                <a:cubicBezTo>
                  <a:pt x="5595" y="21102"/>
                  <a:pt x="5668" y="21005"/>
                  <a:pt x="5735" y="20917"/>
                </a:cubicBezTo>
                <a:cubicBezTo>
                  <a:pt x="5803" y="20829"/>
                  <a:pt x="5864" y="20774"/>
                  <a:pt x="5873" y="20774"/>
                </a:cubicBezTo>
                <a:cubicBezTo>
                  <a:pt x="5882" y="20774"/>
                  <a:pt x="5947" y="20689"/>
                  <a:pt x="6010" y="20608"/>
                </a:cubicBezTo>
                <a:cubicBezTo>
                  <a:pt x="6073" y="20526"/>
                  <a:pt x="6135" y="20460"/>
                  <a:pt x="6148" y="20465"/>
                </a:cubicBezTo>
                <a:cubicBezTo>
                  <a:pt x="6160" y="20470"/>
                  <a:pt x="6165" y="20460"/>
                  <a:pt x="6165" y="20441"/>
                </a:cubicBezTo>
                <a:cubicBezTo>
                  <a:pt x="6165" y="20422"/>
                  <a:pt x="6182" y="20417"/>
                  <a:pt x="6199" y="20417"/>
                </a:cubicBezTo>
                <a:cubicBezTo>
                  <a:pt x="6216" y="20417"/>
                  <a:pt x="6261" y="20372"/>
                  <a:pt x="6302" y="20322"/>
                </a:cubicBezTo>
                <a:cubicBezTo>
                  <a:pt x="6343" y="20273"/>
                  <a:pt x="6429" y="20206"/>
                  <a:pt x="6491" y="20156"/>
                </a:cubicBezTo>
                <a:cubicBezTo>
                  <a:pt x="6553" y="20106"/>
                  <a:pt x="6607" y="20052"/>
                  <a:pt x="6611" y="20037"/>
                </a:cubicBezTo>
                <a:cubicBezTo>
                  <a:pt x="6616" y="20022"/>
                  <a:pt x="6629" y="19989"/>
                  <a:pt x="6646" y="19989"/>
                </a:cubicBezTo>
                <a:cubicBezTo>
                  <a:pt x="6671" y="19989"/>
                  <a:pt x="6879" y="19812"/>
                  <a:pt x="6920" y="19751"/>
                </a:cubicBezTo>
                <a:cubicBezTo>
                  <a:pt x="6927" y="19741"/>
                  <a:pt x="6973" y="19718"/>
                  <a:pt x="7023" y="19680"/>
                </a:cubicBezTo>
                <a:cubicBezTo>
                  <a:pt x="7073" y="19641"/>
                  <a:pt x="7128" y="19570"/>
                  <a:pt x="7161" y="19537"/>
                </a:cubicBezTo>
                <a:cubicBezTo>
                  <a:pt x="7342" y="19353"/>
                  <a:pt x="7413" y="19294"/>
                  <a:pt x="7453" y="19275"/>
                </a:cubicBezTo>
                <a:cubicBezTo>
                  <a:pt x="7477" y="19263"/>
                  <a:pt x="7487" y="19244"/>
                  <a:pt x="7487" y="19228"/>
                </a:cubicBezTo>
                <a:cubicBezTo>
                  <a:pt x="7487" y="19211"/>
                  <a:pt x="7508" y="19204"/>
                  <a:pt x="7521" y="19204"/>
                </a:cubicBezTo>
                <a:cubicBezTo>
                  <a:pt x="7535" y="19204"/>
                  <a:pt x="7583" y="19143"/>
                  <a:pt x="7642" y="19085"/>
                </a:cubicBezTo>
                <a:cubicBezTo>
                  <a:pt x="7747" y="18981"/>
                  <a:pt x="7784" y="18956"/>
                  <a:pt x="7985" y="18775"/>
                </a:cubicBezTo>
                <a:cubicBezTo>
                  <a:pt x="8040" y="18726"/>
                  <a:pt x="8083" y="18695"/>
                  <a:pt x="8088" y="18680"/>
                </a:cubicBezTo>
                <a:cubicBezTo>
                  <a:pt x="8093" y="18666"/>
                  <a:pt x="8106" y="18656"/>
                  <a:pt x="8122" y="18656"/>
                </a:cubicBezTo>
                <a:cubicBezTo>
                  <a:pt x="8138" y="18656"/>
                  <a:pt x="8186" y="18608"/>
                  <a:pt x="8225" y="18561"/>
                </a:cubicBezTo>
                <a:cubicBezTo>
                  <a:pt x="8265" y="18514"/>
                  <a:pt x="8333" y="18464"/>
                  <a:pt x="8380" y="18442"/>
                </a:cubicBezTo>
                <a:cubicBezTo>
                  <a:pt x="8427" y="18421"/>
                  <a:pt x="8466" y="18385"/>
                  <a:pt x="8466" y="18371"/>
                </a:cubicBezTo>
                <a:cubicBezTo>
                  <a:pt x="8466" y="18345"/>
                  <a:pt x="8656" y="18171"/>
                  <a:pt x="8775" y="18085"/>
                </a:cubicBezTo>
                <a:cubicBezTo>
                  <a:pt x="8809" y="18061"/>
                  <a:pt x="8844" y="18014"/>
                  <a:pt x="8861" y="17990"/>
                </a:cubicBezTo>
                <a:cubicBezTo>
                  <a:pt x="8878" y="17966"/>
                  <a:pt x="8929" y="17915"/>
                  <a:pt x="8981" y="17871"/>
                </a:cubicBezTo>
                <a:cubicBezTo>
                  <a:pt x="9033" y="17827"/>
                  <a:pt x="9094" y="17789"/>
                  <a:pt x="9101" y="17776"/>
                </a:cubicBezTo>
                <a:cubicBezTo>
                  <a:pt x="9108" y="17763"/>
                  <a:pt x="9139" y="17742"/>
                  <a:pt x="9170" y="17728"/>
                </a:cubicBezTo>
                <a:cubicBezTo>
                  <a:pt x="9201" y="17715"/>
                  <a:pt x="9221" y="17699"/>
                  <a:pt x="9221" y="17681"/>
                </a:cubicBezTo>
                <a:cubicBezTo>
                  <a:pt x="9221" y="17663"/>
                  <a:pt x="9236" y="17633"/>
                  <a:pt x="9256" y="17633"/>
                </a:cubicBezTo>
                <a:cubicBezTo>
                  <a:pt x="9275" y="17633"/>
                  <a:pt x="9303" y="17624"/>
                  <a:pt x="9307" y="17609"/>
                </a:cubicBezTo>
                <a:cubicBezTo>
                  <a:pt x="9312" y="17595"/>
                  <a:pt x="9339" y="17567"/>
                  <a:pt x="9376" y="17538"/>
                </a:cubicBezTo>
                <a:cubicBezTo>
                  <a:pt x="9495" y="17446"/>
                  <a:pt x="9863" y="17101"/>
                  <a:pt x="9908" y="17038"/>
                </a:cubicBezTo>
                <a:cubicBezTo>
                  <a:pt x="9932" y="17005"/>
                  <a:pt x="9943" y="16980"/>
                  <a:pt x="9943" y="16991"/>
                </a:cubicBezTo>
                <a:cubicBezTo>
                  <a:pt x="9943" y="17016"/>
                  <a:pt x="9992" y="16970"/>
                  <a:pt x="10200" y="16705"/>
                </a:cubicBezTo>
                <a:cubicBezTo>
                  <a:pt x="10291" y="16590"/>
                  <a:pt x="10374" y="16491"/>
                  <a:pt x="10389" y="16491"/>
                </a:cubicBezTo>
                <a:cubicBezTo>
                  <a:pt x="10404" y="16491"/>
                  <a:pt x="10467" y="16451"/>
                  <a:pt x="10526" y="16396"/>
                </a:cubicBezTo>
                <a:cubicBezTo>
                  <a:pt x="10586" y="16341"/>
                  <a:pt x="10722" y="16245"/>
                  <a:pt x="10818" y="16182"/>
                </a:cubicBezTo>
                <a:cubicBezTo>
                  <a:pt x="10915" y="16119"/>
                  <a:pt x="10983" y="16049"/>
                  <a:pt x="10990" y="16039"/>
                </a:cubicBezTo>
                <a:cubicBezTo>
                  <a:pt x="11004" y="16018"/>
                  <a:pt x="11099" y="15937"/>
                  <a:pt x="11282" y="15801"/>
                </a:cubicBezTo>
                <a:cubicBezTo>
                  <a:pt x="11351" y="15750"/>
                  <a:pt x="11419" y="15692"/>
                  <a:pt x="11437" y="15658"/>
                </a:cubicBezTo>
                <a:cubicBezTo>
                  <a:pt x="11454" y="15624"/>
                  <a:pt x="11522" y="15560"/>
                  <a:pt x="11574" y="15516"/>
                </a:cubicBezTo>
                <a:cubicBezTo>
                  <a:pt x="11626" y="15471"/>
                  <a:pt x="11684" y="15392"/>
                  <a:pt x="11711" y="15349"/>
                </a:cubicBezTo>
                <a:cubicBezTo>
                  <a:pt x="11760" y="15274"/>
                  <a:pt x="12042" y="15069"/>
                  <a:pt x="12312" y="14897"/>
                </a:cubicBezTo>
                <a:cubicBezTo>
                  <a:pt x="12473" y="14794"/>
                  <a:pt x="12909" y="14358"/>
                  <a:pt x="13034" y="14183"/>
                </a:cubicBezTo>
                <a:cubicBezTo>
                  <a:pt x="13096" y="14095"/>
                  <a:pt x="13309" y="13923"/>
                  <a:pt x="13463" y="13826"/>
                </a:cubicBezTo>
                <a:cubicBezTo>
                  <a:pt x="13527" y="13786"/>
                  <a:pt x="13678" y="13668"/>
                  <a:pt x="13789" y="13564"/>
                </a:cubicBezTo>
                <a:cubicBezTo>
                  <a:pt x="13900" y="13460"/>
                  <a:pt x="13990" y="13374"/>
                  <a:pt x="13995" y="13374"/>
                </a:cubicBezTo>
                <a:cubicBezTo>
                  <a:pt x="14007" y="13374"/>
                  <a:pt x="14388" y="12956"/>
                  <a:pt x="14407" y="12922"/>
                </a:cubicBezTo>
                <a:cubicBezTo>
                  <a:pt x="14414" y="12910"/>
                  <a:pt x="14462" y="12861"/>
                  <a:pt x="14510" y="12827"/>
                </a:cubicBezTo>
                <a:cubicBezTo>
                  <a:pt x="14559" y="12792"/>
                  <a:pt x="14613" y="12741"/>
                  <a:pt x="14648" y="12708"/>
                </a:cubicBezTo>
                <a:cubicBezTo>
                  <a:pt x="14711" y="12647"/>
                  <a:pt x="15048" y="12390"/>
                  <a:pt x="15249" y="12232"/>
                </a:cubicBezTo>
                <a:cubicBezTo>
                  <a:pt x="15309" y="12184"/>
                  <a:pt x="15403" y="12056"/>
                  <a:pt x="15472" y="11970"/>
                </a:cubicBezTo>
                <a:cubicBezTo>
                  <a:pt x="15632" y="11771"/>
                  <a:pt x="15676" y="11732"/>
                  <a:pt x="15695" y="11732"/>
                </a:cubicBezTo>
                <a:cubicBezTo>
                  <a:pt x="15704" y="11732"/>
                  <a:pt x="15758" y="11691"/>
                  <a:pt x="15816" y="11637"/>
                </a:cubicBezTo>
                <a:cubicBezTo>
                  <a:pt x="15873" y="11583"/>
                  <a:pt x="15994" y="11473"/>
                  <a:pt x="16090" y="11399"/>
                </a:cubicBezTo>
                <a:cubicBezTo>
                  <a:pt x="16187" y="11325"/>
                  <a:pt x="16343" y="11205"/>
                  <a:pt x="16434" y="11113"/>
                </a:cubicBezTo>
                <a:cubicBezTo>
                  <a:pt x="16524" y="11022"/>
                  <a:pt x="16609" y="10947"/>
                  <a:pt x="16623" y="10947"/>
                </a:cubicBezTo>
                <a:cubicBezTo>
                  <a:pt x="16636" y="10947"/>
                  <a:pt x="16685" y="10905"/>
                  <a:pt x="16726" y="10852"/>
                </a:cubicBezTo>
                <a:cubicBezTo>
                  <a:pt x="16766" y="10798"/>
                  <a:pt x="16842" y="10707"/>
                  <a:pt x="16897" y="10661"/>
                </a:cubicBezTo>
                <a:cubicBezTo>
                  <a:pt x="16952" y="10616"/>
                  <a:pt x="17011" y="10579"/>
                  <a:pt x="17018" y="10566"/>
                </a:cubicBezTo>
                <a:cubicBezTo>
                  <a:pt x="17039" y="10527"/>
                  <a:pt x="17344" y="10260"/>
                  <a:pt x="17430" y="10209"/>
                </a:cubicBezTo>
                <a:cubicBezTo>
                  <a:pt x="17474" y="10183"/>
                  <a:pt x="17516" y="10153"/>
                  <a:pt x="17516" y="10138"/>
                </a:cubicBezTo>
                <a:cubicBezTo>
                  <a:pt x="17516" y="10122"/>
                  <a:pt x="17519" y="10102"/>
                  <a:pt x="17533" y="10114"/>
                </a:cubicBezTo>
                <a:cubicBezTo>
                  <a:pt x="17546" y="10126"/>
                  <a:pt x="17567" y="10132"/>
                  <a:pt x="17567" y="10114"/>
                </a:cubicBezTo>
                <a:cubicBezTo>
                  <a:pt x="17567" y="10096"/>
                  <a:pt x="17627" y="10036"/>
                  <a:pt x="17704" y="9971"/>
                </a:cubicBezTo>
                <a:cubicBezTo>
                  <a:pt x="17782" y="9907"/>
                  <a:pt x="17943" y="9748"/>
                  <a:pt x="18065" y="9638"/>
                </a:cubicBezTo>
                <a:cubicBezTo>
                  <a:pt x="18187" y="9528"/>
                  <a:pt x="18291" y="9448"/>
                  <a:pt x="18305" y="9448"/>
                </a:cubicBezTo>
                <a:cubicBezTo>
                  <a:pt x="18320" y="9448"/>
                  <a:pt x="18340" y="9439"/>
                  <a:pt x="18340" y="9424"/>
                </a:cubicBezTo>
                <a:cubicBezTo>
                  <a:pt x="18340" y="9409"/>
                  <a:pt x="18381" y="9365"/>
                  <a:pt x="18426" y="9329"/>
                </a:cubicBezTo>
                <a:cubicBezTo>
                  <a:pt x="18470" y="9293"/>
                  <a:pt x="18526" y="9226"/>
                  <a:pt x="18563" y="9186"/>
                </a:cubicBezTo>
                <a:cubicBezTo>
                  <a:pt x="18674" y="9066"/>
                  <a:pt x="18834" y="8920"/>
                  <a:pt x="18889" y="8877"/>
                </a:cubicBezTo>
                <a:cubicBezTo>
                  <a:pt x="19196" y="8638"/>
                  <a:pt x="19360" y="8479"/>
                  <a:pt x="19525" y="8258"/>
                </a:cubicBezTo>
                <a:cubicBezTo>
                  <a:pt x="19632" y="8114"/>
                  <a:pt x="19735" y="7996"/>
                  <a:pt x="19748" y="7996"/>
                </a:cubicBezTo>
                <a:cubicBezTo>
                  <a:pt x="19760" y="7996"/>
                  <a:pt x="19842" y="7891"/>
                  <a:pt x="19937" y="7758"/>
                </a:cubicBezTo>
                <a:cubicBezTo>
                  <a:pt x="20031" y="7626"/>
                  <a:pt x="20117" y="7509"/>
                  <a:pt x="20126" y="7520"/>
                </a:cubicBezTo>
                <a:cubicBezTo>
                  <a:pt x="20134" y="7532"/>
                  <a:pt x="20143" y="7519"/>
                  <a:pt x="20143" y="7497"/>
                </a:cubicBezTo>
                <a:cubicBezTo>
                  <a:pt x="20143" y="7474"/>
                  <a:pt x="20163" y="7473"/>
                  <a:pt x="20177" y="7473"/>
                </a:cubicBezTo>
                <a:cubicBezTo>
                  <a:pt x="20192" y="7473"/>
                  <a:pt x="20262" y="7357"/>
                  <a:pt x="20349" y="7235"/>
                </a:cubicBezTo>
                <a:cubicBezTo>
                  <a:pt x="20436" y="7113"/>
                  <a:pt x="20536" y="7006"/>
                  <a:pt x="20572" y="6973"/>
                </a:cubicBezTo>
                <a:cubicBezTo>
                  <a:pt x="20608" y="6941"/>
                  <a:pt x="20651" y="6887"/>
                  <a:pt x="20658" y="6854"/>
                </a:cubicBezTo>
                <a:cubicBezTo>
                  <a:pt x="20665" y="6822"/>
                  <a:pt x="20699" y="6748"/>
                  <a:pt x="20744" y="6711"/>
                </a:cubicBezTo>
                <a:cubicBezTo>
                  <a:pt x="20789" y="6675"/>
                  <a:pt x="20887" y="6589"/>
                  <a:pt x="20950" y="6497"/>
                </a:cubicBezTo>
                <a:cubicBezTo>
                  <a:pt x="21013" y="6406"/>
                  <a:pt x="21075" y="6331"/>
                  <a:pt x="21087" y="6331"/>
                </a:cubicBezTo>
                <a:cubicBezTo>
                  <a:pt x="21123" y="6330"/>
                  <a:pt x="21292" y="6073"/>
                  <a:pt x="21362" y="5926"/>
                </a:cubicBezTo>
                <a:cubicBezTo>
                  <a:pt x="21397" y="5852"/>
                  <a:pt x="21438" y="5807"/>
                  <a:pt x="21448" y="5807"/>
                </a:cubicBezTo>
                <a:cubicBezTo>
                  <a:pt x="21481" y="5807"/>
                  <a:pt x="21525" y="5598"/>
                  <a:pt x="21551" y="5355"/>
                </a:cubicBezTo>
                <a:cubicBezTo>
                  <a:pt x="21586" y="5032"/>
                  <a:pt x="21600" y="2710"/>
                  <a:pt x="21568" y="2619"/>
                </a:cubicBezTo>
                <a:cubicBezTo>
                  <a:pt x="21555" y="2581"/>
                  <a:pt x="21540" y="2410"/>
                  <a:pt x="21534" y="2238"/>
                </a:cubicBezTo>
                <a:cubicBezTo>
                  <a:pt x="21522" y="1894"/>
                  <a:pt x="21463" y="1686"/>
                  <a:pt x="21345" y="1572"/>
                </a:cubicBezTo>
                <a:cubicBezTo>
                  <a:pt x="21269" y="1499"/>
                  <a:pt x="21013" y="1359"/>
                  <a:pt x="20675" y="1215"/>
                </a:cubicBezTo>
                <a:cubicBezTo>
                  <a:pt x="20537" y="1156"/>
                  <a:pt x="20315" y="1060"/>
                  <a:pt x="20177" y="1001"/>
                </a:cubicBezTo>
                <a:cubicBezTo>
                  <a:pt x="20039" y="941"/>
                  <a:pt x="19882" y="877"/>
                  <a:pt x="19834" y="858"/>
                </a:cubicBezTo>
                <a:cubicBezTo>
                  <a:pt x="19786" y="839"/>
                  <a:pt x="19737" y="803"/>
                  <a:pt x="19714" y="787"/>
                </a:cubicBezTo>
                <a:cubicBezTo>
                  <a:pt x="19690" y="770"/>
                  <a:pt x="19635" y="763"/>
                  <a:pt x="19593" y="763"/>
                </a:cubicBezTo>
                <a:cubicBezTo>
                  <a:pt x="19552" y="763"/>
                  <a:pt x="19525" y="758"/>
                  <a:pt x="19525" y="739"/>
                </a:cubicBezTo>
                <a:cubicBezTo>
                  <a:pt x="19525" y="720"/>
                  <a:pt x="19498" y="691"/>
                  <a:pt x="19473" y="691"/>
                </a:cubicBezTo>
                <a:cubicBezTo>
                  <a:pt x="19448" y="691"/>
                  <a:pt x="19356" y="658"/>
                  <a:pt x="19267" y="620"/>
                </a:cubicBezTo>
                <a:cubicBezTo>
                  <a:pt x="19178" y="581"/>
                  <a:pt x="19020" y="518"/>
                  <a:pt x="18924" y="477"/>
                </a:cubicBezTo>
                <a:cubicBezTo>
                  <a:pt x="18827" y="436"/>
                  <a:pt x="18748" y="398"/>
                  <a:pt x="18735" y="382"/>
                </a:cubicBezTo>
                <a:cubicBezTo>
                  <a:pt x="18722" y="366"/>
                  <a:pt x="18670" y="358"/>
                  <a:pt x="18632" y="358"/>
                </a:cubicBezTo>
                <a:cubicBezTo>
                  <a:pt x="18593" y="358"/>
                  <a:pt x="18535" y="329"/>
                  <a:pt x="18512" y="311"/>
                </a:cubicBezTo>
                <a:cubicBezTo>
                  <a:pt x="18488" y="292"/>
                  <a:pt x="18381" y="252"/>
                  <a:pt x="18271" y="215"/>
                </a:cubicBezTo>
                <a:cubicBezTo>
                  <a:pt x="18161" y="178"/>
                  <a:pt x="18021" y="113"/>
                  <a:pt x="17945" y="73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23" name="Google Shape;223;p11"/>
          <p:cNvSpPr/>
          <p:nvPr/>
        </p:nvSpPr>
        <p:spPr>
          <a:xfrm>
            <a:off x="352856" y="503334"/>
            <a:ext cx="1484774" cy="127638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508820" y="461781"/>
            <a:ext cx="1172846" cy="21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07 Стратегия</a:t>
            </a:r>
            <a:endParaRPr/>
          </a:p>
        </p:txBody>
      </p:sp>
      <p:pic>
        <p:nvPicPr>
          <p:cNvPr descr="614.png" id="225" name="Google Shape;22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13924" y="1347631"/>
            <a:ext cx="1283844" cy="962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/>
          <p:nvPr/>
        </p:nvSpPr>
        <p:spPr>
          <a:xfrm>
            <a:off x="457200" y="2040135"/>
            <a:ext cx="2641551" cy="148590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3251150" y="2040135"/>
            <a:ext cx="2641551" cy="148590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6045101" y="2040135"/>
            <a:ext cx="2641700" cy="1485901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292100" rotWithShape="0" dir="16200000" dist="50800">
              <a:srgbClr val="F97316">
                <a:alpha val="3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374903" y="1217265"/>
            <a:ext cx="8394194" cy="469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3100"/>
              <a:buFont typeface="Playfair Display"/>
              <a:buNone/>
            </a:pPr>
            <a:r>
              <a:rPr b="1" i="0" lang="en-US" sz="31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От витрины — к Финансовому Сэнсэю</a:t>
            </a:r>
            <a:endParaRPr/>
          </a:p>
        </p:txBody>
      </p:sp>
      <p:sp>
        <p:nvSpPr>
          <p:cNvPr id="234" name="Google Shape;234;p12"/>
          <p:cNvSpPr txBox="1"/>
          <p:nvPr/>
        </p:nvSpPr>
        <p:spPr>
          <a:xfrm>
            <a:off x="634809" y="2240160"/>
            <a:ext cx="2286332" cy="444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🏪</a:t>
            </a:r>
            <a:endParaRPr/>
          </a:p>
        </p:txBody>
      </p:sp>
      <p:sp>
        <p:nvSpPr>
          <p:cNvPr id="235" name="Google Shape;235;p12"/>
          <p:cNvSpPr txBox="1"/>
          <p:nvPr/>
        </p:nvSpPr>
        <p:spPr>
          <a:xfrm>
            <a:off x="634809" y="2697360"/>
            <a:ext cx="2286332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Банки.ру</a:t>
            </a:r>
            <a:endParaRPr/>
          </a:p>
        </p:txBody>
      </p:sp>
      <p:sp>
        <p:nvSpPr>
          <p:cNvPr id="236" name="Google Shape;236;p12"/>
          <p:cNvSpPr txBox="1"/>
          <p:nvPr/>
        </p:nvSpPr>
        <p:spPr>
          <a:xfrm>
            <a:off x="634809" y="2887860"/>
            <a:ext cx="2286332" cy="172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Супермаркет</a:t>
            </a:r>
            <a:endParaRPr/>
          </a:p>
        </p:txBody>
      </p:sp>
      <p:sp>
        <p:nvSpPr>
          <p:cNvPr id="237" name="Google Shape;237;p12"/>
          <p:cNvSpPr txBox="1"/>
          <p:nvPr/>
        </p:nvSpPr>
        <p:spPr>
          <a:xfrm>
            <a:off x="634809" y="3154560"/>
            <a:ext cx="2286332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EA0B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EA0BD"/>
                </a:solidFill>
                <a:latin typeface="Arial"/>
                <a:ea typeface="Arial"/>
                <a:cs typeface="Arial"/>
                <a:sym typeface="Arial"/>
              </a:rPr>
              <a:t>Бродишь один среди полок</a:t>
            </a:r>
            <a:endParaRPr/>
          </a:p>
        </p:txBody>
      </p:sp>
      <p:sp>
        <p:nvSpPr>
          <p:cNvPr id="238" name="Google Shape;238;p12"/>
          <p:cNvSpPr txBox="1"/>
          <p:nvPr/>
        </p:nvSpPr>
        <p:spPr>
          <a:xfrm>
            <a:off x="3428760" y="2240160"/>
            <a:ext cx="2286331" cy="444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🧮</a:t>
            </a:r>
            <a:endParaRPr/>
          </a:p>
        </p:txBody>
      </p:sp>
      <p:sp>
        <p:nvSpPr>
          <p:cNvPr id="239" name="Google Shape;239;p12"/>
          <p:cNvSpPr txBox="1"/>
          <p:nvPr/>
        </p:nvSpPr>
        <p:spPr>
          <a:xfrm>
            <a:off x="3428760" y="2697360"/>
            <a:ext cx="2286331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Сравни.ру</a:t>
            </a:r>
            <a:endParaRPr/>
          </a:p>
        </p:txBody>
      </p:sp>
      <p:sp>
        <p:nvSpPr>
          <p:cNvPr id="240" name="Google Shape;240;p12"/>
          <p:cNvSpPr txBox="1"/>
          <p:nvPr/>
        </p:nvSpPr>
        <p:spPr>
          <a:xfrm>
            <a:off x="3428760" y="2887860"/>
            <a:ext cx="2286331" cy="172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Калькулятор</a:t>
            </a:r>
            <a:endParaRPr/>
          </a:p>
        </p:txBody>
      </p:sp>
      <p:sp>
        <p:nvSpPr>
          <p:cNvPr id="241" name="Google Shape;241;p12"/>
          <p:cNvSpPr txBox="1"/>
          <p:nvPr/>
        </p:nvSpPr>
        <p:spPr>
          <a:xfrm>
            <a:off x="3428760" y="3154560"/>
            <a:ext cx="2286331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EA0B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EA0BD"/>
                </a:solidFill>
                <a:latin typeface="Arial"/>
                <a:ea typeface="Arial"/>
                <a:cs typeface="Arial"/>
                <a:sym typeface="Arial"/>
              </a:rPr>
              <a:t>Холодные цифры, ноль эмпатии</a:t>
            </a:r>
            <a:endParaRPr/>
          </a:p>
        </p:txBody>
      </p:sp>
      <p:sp>
        <p:nvSpPr>
          <p:cNvPr id="242" name="Google Shape;242;p12"/>
          <p:cNvSpPr txBox="1"/>
          <p:nvPr/>
        </p:nvSpPr>
        <p:spPr>
          <a:xfrm>
            <a:off x="6232425" y="2706885"/>
            <a:ext cx="2267051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Выручай.ру</a:t>
            </a:r>
            <a:endParaRPr/>
          </a:p>
        </p:txBody>
      </p:sp>
      <p:sp>
        <p:nvSpPr>
          <p:cNvPr id="243" name="Google Shape;243;p12"/>
          <p:cNvSpPr txBox="1"/>
          <p:nvPr/>
        </p:nvSpPr>
        <p:spPr>
          <a:xfrm>
            <a:off x="6232425" y="2897385"/>
            <a:ext cx="2267051" cy="172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Финансовый Сэнсэй</a:t>
            </a:r>
            <a:endParaRPr/>
          </a:p>
        </p:txBody>
      </p:sp>
      <p:sp>
        <p:nvSpPr>
          <p:cNvPr id="244" name="Google Shape;244;p12"/>
          <p:cNvSpPr txBox="1"/>
          <p:nvPr/>
        </p:nvSpPr>
        <p:spPr>
          <a:xfrm>
            <a:off x="6232425" y="3164085"/>
            <a:ext cx="2267051" cy="291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Опыт · защита · мудрый совет · финансовое здоровье</a:t>
            </a:r>
            <a:endParaRPr/>
          </a:p>
        </p:txBody>
      </p:sp>
      <p:sp>
        <p:nvSpPr>
          <p:cNvPr id="245" name="Google Shape;245;p12"/>
          <p:cNvSpPr txBox="1"/>
          <p:nvPr/>
        </p:nvSpPr>
        <p:spPr>
          <a:xfrm>
            <a:off x="970584" y="3844081"/>
            <a:ext cx="7315201" cy="524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Helvetica Neue"/>
              <a:buNone/>
            </a:pPr>
            <a:r>
              <a:rPr b="0" i="1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«Спокойно сравнивай, мудро выбирай.</a:t>
            </a:r>
            <a:br>
              <a:rPr b="0" i="1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1" lang="en-US" sz="14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 мире финансов твой друг — Выручай»</a:t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410740" y="626665"/>
            <a:ext cx="2819690" cy="242392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565004" y="642489"/>
            <a:ext cx="1973124" cy="21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08 Позиционирование</a:t>
            </a:r>
            <a:endParaRPr/>
          </a:p>
        </p:txBody>
      </p:sp>
      <p:pic>
        <p:nvPicPr>
          <p:cNvPr descr="Screenshot 2026-04-20 at 11.51.53.png" id="248" name="Google Shape;248;p12"/>
          <p:cNvPicPr preferRelativeResize="0"/>
          <p:nvPr/>
        </p:nvPicPr>
        <p:blipFill rotWithShape="1">
          <a:blip r:embed="rId3">
            <a:alphaModFix/>
          </a:blip>
          <a:srcRect b="4750" l="14034" r="3832" t="6572"/>
          <a:stretch/>
        </p:blipFill>
        <p:spPr>
          <a:xfrm>
            <a:off x="7169129" y="2198620"/>
            <a:ext cx="393643" cy="444486"/>
          </a:xfrm>
          <a:custGeom>
            <a:rect b="b" l="l" r="r" t="t"/>
            <a:pathLst>
              <a:path extrusionOk="0" h="21542" w="21563">
                <a:moveTo>
                  <a:pt x="9066" y="57"/>
                </a:moveTo>
                <a:cubicBezTo>
                  <a:pt x="8386" y="245"/>
                  <a:pt x="7785" y="679"/>
                  <a:pt x="7544" y="1154"/>
                </a:cubicBezTo>
                <a:cubicBezTo>
                  <a:pt x="7353" y="1530"/>
                  <a:pt x="7367" y="1549"/>
                  <a:pt x="7348" y="2019"/>
                </a:cubicBezTo>
                <a:cubicBezTo>
                  <a:pt x="7333" y="2393"/>
                  <a:pt x="7324" y="2481"/>
                  <a:pt x="7283" y="2481"/>
                </a:cubicBezTo>
                <a:cubicBezTo>
                  <a:pt x="7182" y="2481"/>
                  <a:pt x="7026" y="2649"/>
                  <a:pt x="6979" y="2827"/>
                </a:cubicBezTo>
                <a:cubicBezTo>
                  <a:pt x="6938" y="2979"/>
                  <a:pt x="6949" y="3024"/>
                  <a:pt x="7001" y="3212"/>
                </a:cubicBezTo>
                <a:cubicBezTo>
                  <a:pt x="7033" y="3331"/>
                  <a:pt x="7070" y="3466"/>
                  <a:pt x="7087" y="3500"/>
                </a:cubicBezTo>
                <a:cubicBezTo>
                  <a:pt x="7193" y="3709"/>
                  <a:pt x="7222" y="3791"/>
                  <a:pt x="7240" y="3904"/>
                </a:cubicBezTo>
                <a:cubicBezTo>
                  <a:pt x="7267" y="4077"/>
                  <a:pt x="7351" y="4205"/>
                  <a:pt x="7479" y="4289"/>
                </a:cubicBezTo>
                <a:cubicBezTo>
                  <a:pt x="7538" y="4327"/>
                  <a:pt x="7588" y="4366"/>
                  <a:pt x="7588" y="4385"/>
                </a:cubicBezTo>
                <a:cubicBezTo>
                  <a:pt x="7588" y="4423"/>
                  <a:pt x="7803" y="4839"/>
                  <a:pt x="7870" y="4924"/>
                </a:cubicBezTo>
                <a:cubicBezTo>
                  <a:pt x="7905" y="4967"/>
                  <a:pt x="7892" y="4994"/>
                  <a:pt x="7761" y="5135"/>
                </a:cubicBezTo>
                <a:cubicBezTo>
                  <a:pt x="7675" y="5228"/>
                  <a:pt x="7569" y="5350"/>
                  <a:pt x="7522" y="5404"/>
                </a:cubicBezTo>
                <a:cubicBezTo>
                  <a:pt x="7434" y="5507"/>
                  <a:pt x="7253" y="5597"/>
                  <a:pt x="7153" y="5597"/>
                </a:cubicBezTo>
                <a:cubicBezTo>
                  <a:pt x="7121" y="5597"/>
                  <a:pt x="7061" y="5631"/>
                  <a:pt x="7022" y="5654"/>
                </a:cubicBezTo>
                <a:cubicBezTo>
                  <a:pt x="6766" y="5809"/>
                  <a:pt x="6450" y="5926"/>
                  <a:pt x="5631" y="6174"/>
                </a:cubicBezTo>
                <a:cubicBezTo>
                  <a:pt x="5446" y="6230"/>
                  <a:pt x="5200" y="6317"/>
                  <a:pt x="5087" y="6366"/>
                </a:cubicBezTo>
                <a:cubicBezTo>
                  <a:pt x="4873" y="6460"/>
                  <a:pt x="4406" y="6832"/>
                  <a:pt x="4261" y="7020"/>
                </a:cubicBezTo>
                <a:cubicBezTo>
                  <a:pt x="4141" y="7177"/>
                  <a:pt x="3909" y="7462"/>
                  <a:pt x="3870" y="7501"/>
                </a:cubicBezTo>
                <a:cubicBezTo>
                  <a:pt x="3827" y="7545"/>
                  <a:pt x="3745" y="7679"/>
                  <a:pt x="3587" y="8039"/>
                </a:cubicBezTo>
                <a:cubicBezTo>
                  <a:pt x="3516" y="8203"/>
                  <a:pt x="3401" y="8459"/>
                  <a:pt x="3327" y="8597"/>
                </a:cubicBezTo>
                <a:cubicBezTo>
                  <a:pt x="3117" y="8982"/>
                  <a:pt x="2644" y="9628"/>
                  <a:pt x="2587" y="9597"/>
                </a:cubicBezTo>
                <a:cubicBezTo>
                  <a:pt x="2571" y="9588"/>
                  <a:pt x="2544" y="9460"/>
                  <a:pt x="2544" y="9328"/>
                </a:cubicBezTo>
                <a:cubicBezTo>
                  <a:pt x="2544" y="8962"/>
                  <a:pt x="2336" y="8537"/>
                  <a:pt x="2000" y="8232"/>
                </a:cubicBezTo>
                <a:cubicBezTo>
                  <a:pt x="1886" y="8128"/>
                  <a:pt x="1773" y="7979"/>
                  <a:pt x="1718" y="7866"/>
                </a:cubicBezTo>
                <a:cubicBezTo>
                  <a:pt x="1667" y="7763"/>
                  <a:pt x="1606" y="7665"/>
                  <a:pt x="1587" y="7636"/>
                </a:cubicBezTo>
                <a:cubicBezTo>
                  <a:pt x="1569" y="7606"/>
                  <a:pt x="1566" y="7556"/>
                  <a:pt x="1566" y="7539"/>
                </a:cubicBezTo>
                <a:cubicBezTo>
                  <a:pt x="1566" y="7474"/>
                  <a:pt x="1340" y="7228"/>
                  <a:pt x="1218" y="7155"/>
                </a:cubicBezTo>
                <a:cubicBezTo>
                  <a:pt x="975" y="7009"/>
                  <a:pt x="594" y="7070"/>
                  <a:pt x="500" y="7270"/>
                </a:cubicBezTo>
                <a:cubicBezTo>
                  <a:pt x="475" y="7324"/>
                  <a:pt x="469" y="7458"/>
                  <a:pt x="479" y="7616"/>
                </a:cubicBezTo>
                <a:cubicBezTo>
                  <a:pt x="493" y="7841"/>
                  <a:pt x="505" y="7890"/>
                  <a:pt x="609" y="8039"/>
                </a:cubicBezTo>
                <a:cubicBezTo>
                  <a:pt x="675" y="8134"/>
                  <a:pt x="729" y="8223"/>
                  <a:pt x="739" y="8232"/>
                </a:cubicBezTo>
                <a:cubicBezTo>
                  <a:pt x="831" y="8306"/>
                  <a:pt x="847" y="8360"/>
                  <a:pt x="805" y="8405"/>
                </a:cubicBezTo>
                <a:cubicBezTo>
                  <a:pt x="780" y="8431"/>
                  <a:pt x="735" y="8443"/>
                  <a:pt x="696" y="8443"/>
                </a:cubicBezTo>
                <a:cubicBezTo>
                  <a:pt x="569" y="8443"/>
                  <a:pt x="395" y="8555"/>
                  <a:pt x="196" y="8732"/>
                </a:cubicBezTo>
                <a:cubicBezTo>
                  <a:pt x="12" y="8895"/>
                  <a:pt x="0" y="8916"/>
                  <a:pt x="0" y="9059"/>
                </a:cubicBezTo>
                <a:cubicBezTo>
                  <a:pt x="0" y="9142"/>
                  <a:pt x="18" y="9253"/>
                  <a:pt x="44" y="9309"/>
                </a:cubicBezTo>
                <a:cubicBezTo>
                  <a:pt x="83" y="9392"/>
                  <a:pt x="81" y="9424"/>
                  <a:pt x="44" y="9501"/>
                </a:cubicBezTo>
                <a:cubicBezTo>
                  <a:pt x="19" y="9553"/>
                  <a:pt x="1" y="9665"/>
                  <a:pt x="0" y="9751"/>
                </a:cubicBezTo>
                <a:cubicBezTo>
                  <a:pt x="-1" y="9880"/>
                  <a:pt x="29" y="9945"/>
                  <a:pt x="131" y="10078"/>
                </a:cubicBezTo>
                <a:cubicBezTo>
                  <a:pt x="199" y="10168"/>
                  <a:pt x="239" y="10264"/>
                  <a:pt x="239" y="10309"/>
                </a:cubicBezTo>
                <a:cubicBezTo>
                  <a:pt x="239" y="10354"/>
                  <a:pt x="289" y="10457"/>
                  <a:pt x="326" y="10521"/>
                </a:cubicBezTo>
                <a:cubicBezTo>
                  <a:pt x="364" y="10584"/>
                  <a:pt x="410" y="10693"/>
                  <a:pt x="435" y="10771"/>
                </a:cubicBezTo>
                <a:cubicBezTo>
                  <a:pt x="488" y="10935"/>
                  <a:pt x="684" y="11115"/>
                  <a:pt x="892" y="11194"/>
                </a:cubicBezTo>
                <a:cubicBezTo>
                  <a:pt x="1026" y="11245"/>
                  <a:pt x="1072" y="11342"/>
                  <a:pt x="1000" y="11405"/>
                </a:cubicBezTo>
                <a:cubicBezTo>
                  <a:pt x="962" y="11439"/>
                  <a:pt x="870" y="11796"/>
                  <a:pt x="870" y="11925"/>
                </a:cubicBezTo>
                <a:cubicBezTo>
                  <a:pt x="871" y="12249"/>
                  <a:pt x="1081" y="12902"/>
                  <a:pt x="1305" y="13329"/>
                </a:cubicBezTo>
                <a:cubicBezTo>
                  <a:pt x="1626" y="13943"/>
                  <a:pt x="1677" y="14061"/>
                  <a:pt x="1761" y="14367"/>
                </a:cubicBezTo>
                <a:cubicBezTo>
                  <a:pt x="1858" y="14718"/>
                  <a:pt x="1908" y="14886"/>
                  <a:pt x="1957" y="14983"/>
                </a:cubicBezTo>
                <a:cubicBezTo>
                  <a:pt x="2029" y="15127"/>
                  <a:pt x="2267" y="15333"/>
                  <a:pt x="2413" y="15387"/>
                </a:cubicBezTo>
                <a:lnTo>
                  <a:pt x="2522" y="15445"/>
                </a:lnTo>
                <a:lnTo>
                  <a:pt x="2435" y="15483"/>
                </a:lnTo>
                <a:cubicBezTo>
                  <a:pt x="2377" y="15504"/>
                  <a:pt x="2254" y="15530"/>
                  <a:pt x="2174" y="15541"/>
                </a:cubicBezTo>
                <a:cubicBezTo>
                  <a:pt x="1868" y="15584"/>
                  <a:pt x="1326" y="15898"/>
                  <a:pt x="1174" y="16118"/>
                </a:cubicBezTo>
                <a:cubicBezTo>
                  <a:pt x="1039" y="16313"/>
                  <a:pt x="854" y="16638"/>
                  <a:pt x="826" y="16753"/>
                </a:cubicBezTo>
                <a:cubicBezTo>
                  <a:pt x="789" y="16913"/>
                  <a:pt x="580" y="17519"/>
                  <a:pt x="522" y="17618"/>
                </a:cubicBezTo>
                <a:cubicBezTo>
                  <a:pt x="495" y="17665"/>
                  <a:pt x="457" y="17728"/>
                  <a:pt x="457" y="17753"/>
                </a:cubicBezTo>
                <a:cubicBezTo>
                  <a:pt x="457" y="17777"/>
                  <a:pt x="436" y="17831"/>
                  <a:pt x="413" y="17887"/>
                </a:cubicBezTo>
                <a:cubicBezTo>
                  <a:pt x="380" y="17969"/>
                  <a:pt x="395" y="18030"/>
                  <a:pt x="435" y="18137"/>
                </a:cubicBezTo>
                <a:cubicBezTo>
                  <a:pt x="492" y="18289"/>
                  <a:pt x="652" y="18514"/>
                  <a:pt x="826" y="18695"/>
                </a:cubicBezTo>
                <a:cubicBezTo>
                  <a:pt x="968" y="18842"/>
                  <a:pt x="982" y="18898"/>
                  <a:pt x="1109" y="19176"/>
                </a:cubicBezTo>
                <a:cubicBezTo>
                  <a:pt x="1226" y="19433"/>
                  <a:pt x="1535" y="19734"/>
                  <a:pt x="1826" y="19888"/>
                </a:cubicBezTo>
                <a:cubicBezTo>
                  <a:pt x="1999" y="19979"/>
                  <a:pt x="2026" y="19990"/>
                  <a:pt x="2000" y="20061"/>
                </a:cubicBezTo>
                <a:cubicBezTo>
                  <a:pt x="1950" y="20201"/>
                  <a:pt x="1958" y="20570"/>
                  <a:pt x="2022" y="20676"/>
                </a:cubicBezTo>
                <a:cubicBezTo>
                  <a:pt x="2055" y="20731"/>
                  <a:pt x="2225" y="20892"/>
                  <a:pt x="2392" y="21022"/>
                </a:cubicBezTo>
                <a:cubicBezTo>
                  <a:pt x="2687" y="21255"/>
                  <a:pt x="2709" y="21253"/>
                  <a:pt x="2892" y="21253"/>
                </a:cubicBezTo>
                <a:cubicBezTo>
                  <a:pt x="2995" y="21253"/>
                  <a:pt x="3091" y="21250"/>
                  <a:pt x="3109" y="21234"/>
                </a:cubicBezTo>
                <a:cubicBezTo>
                  <a:pt x="3145" y="21203"/>
                  <a:pt x="3736" y="21145"/>
                  <a:pt x="4283" y="21119"/>
                </a:cubicBezTo>
                <a:lnTo>
                  <a:pt x="4609" y="21099"/>
                </a:lnTo>
                <a:lnTo>
                  <a:pt x="4740" y="21234"/>
                </a:lnTo>
                <a:lnTo>
                  <a:pt x="4892" y="21369"/>
                </a:lnTo>
                <a:lnTo>
                  <a:pt x="6240" y="21369"/>
                </a:lnTo>
                <a:cubicBezTo>
                  <a:pt x="7201" y="21372"/>
                  <a:pt x="7596" y="21381"/>
                  <a:pt x="7631" y="21407"/>
                </a:cubicBezTo>
                <a:cubicBezTo>
                  <a:pt x="7666" y="21433"/>
                  <a:pt x="7828" y="21439"/>
                  <a:pt x="8174" y="21426"/>
                </a:cubicBezTo>
                <a:cubicBezTo>
                  <a:pt x="9341" y="21382"/>
                  <a:pt x="10822" y="21423"/>
                  <a:pt x="10979" y="21503"/>
                </a:cubicBezTo>
                <a:cubicBezTo>
                  <a:pt x="11008" y="21518"/>
                  <a:pt x="11153" y="21541"/>
                  <a:pt x="11283" y="21542"/>
                </a:cubicBezTo>
                <a:cubicBezTo>
                  <a:pt x="11486" y="21543"/>
                  <a:pt x="11518" y="21533"/>
                  <a:pt x="11609" y="21465"/>
                </a:cubicBezTo>
                <a:cubicBezTo>
                  <a:pt x="11668" y="21421"/>
                  <a:pt x="11727" y="21343"/>
                  <a:pt x="11740" y="21292"/>
                </a:cubicBezTo>
                <a:cubicBezTo>
                  <a:pt x="11763" y="21199"/>
                  <a:pt x="11772" y="21196"/>
                  <a:pt x="12022" y="21196"/>
                </a:cubicBezTo>
                <a:cubicBezTo>
                  <a:pt x="12161" y="21196"/>
                  <a:pt x="12310" y="21199"/>
                  <a:pt x="12370" y="21215"/>
                </a:cubicBezTo>
                <a:cubicBezTo>
                  <a:pt x="12430" y="21231"/>
                  <a:pt x="12627" y="21275"/>
                  <a:pt x="12783" y="21292"/>
                </a:cubicBezTo>
                <a:cubicBezTo>
                  <a:pt x="13041" y="21320"/>
                  <a:pt x="13190" y="21338"/>
                  <a:pt x="13740" y="21446"/>
                </a:cubicBezTo>
                <a:cubicBezTo>
                  <a:pt x="13837" y="21465"/>
                  <a:pt x="13923" y="21487"/>
                  <a:pt x="13957" y="21503"/>
                </a:cubicBezTo>
                <a:cubicBezTo>
                  <a:pt x="14110" y="21578"/>
                  <a:pt x="14422" y="21521"/>
                  <a:pt x="14783" y="21349"/>
                </a:cubicBezTo>
                <a:cubicBezTo>
                  <a:pt x="14968" y="21262"/>
                  <a:pt x="14983" y="21267"/>
                  <a:pt x="15218" y="21292"/>
                </a:cubicBezTo>
                <a:cubicBezTo>
                  <a:pt x="15687" y="21341"/>
                  <a:pt x="16164" y="21412"/>
                  <a:pt x="16305" y="21446"/>
                </a:cubicBezTo>
                <a:cubicBezTo>
                  <a:pt x="16523" y="21498"/>
                  <a:pt x="16815" y="21489"/>
                  <a:pt x="16936" y="21426"/>
                </a:cubicBezTo>
                <a:cubicBezTo>
                  <a:pt x="17006" y="21390"/>
                  <a:pt x="17091" y="21292"/>
                  <a:pt x="17175" y="21138"/>
                </a:cubicBezTo>
                <a:cubicBezTo>
                  <a:pt x="17284" y="20938"/>
                  <a:pt x="17296" y="20890"/>
                  <a:pt x="17283" y="20734"/>
                </a:cubicBezTo>
                <a:cubicBezTo>
                  <a:pt x="17275" y="20635"/>
                  <a:pt x="17238" y="20497"/>
                  <a:pt x="17197" y="20426"/>
                </a:cubicBezTo>
                <a:cubicBezTo>
                  <a:pt x="17139" y="20329"/>
                  <a:pt x="17119" y="20284"/>
                  <a:pt x="17153" y="20272"/>
                </a:cubicBezTo>
                <a:cubicBezTo>
                  <a:pt x="17298" y="20223"/>
                  <a:pt x="18158" y="19662"/>
                  <a:pt x="18327" y="19503"/>
                </a:cubicBezTo>
                <a:cubicBezTo>
                  <a:pt x="18531" y="19311"/>
                  <a:pt x="18788" y="18908"/>
                  <a:pt x="18892" y="18637"/>
                </a:cubicBezTo>
                <a:cubicBezTo>
                  <a:pt x="18986" y="18393"/>
                  <a:pt x="18951" y="17921"/>
                  <a:pt x="18762" y="17060"/>
                </a:cubicBezTo>
                <a:cubicBezTo>
                  <a:pt x="18732" y="16927"/>
                  <a:pt x="18708" y="16788"/>
                  <a:pt x="18697" y="16772"/>
                </a:cubicBezTo>
                <a:cubicBezTo>
                  <a:pt x="18684" y="16753"/>
                  <a:pt x="18752" y="16760"/>
                  <a:pt x="18892" y="16772"/>
                </a:cubicBezTo>
                <a:cubicBezTo>
                  <a:pt x="19075" y="16787"/>
                  <a:pt x="19153" y="16779"/>
                  <a:pt x="19240" y="16733"/>
                </a:cubicBezTo>
                <a:cubicBezTo>
                  <a:pt x="19337" y="16683"/>
                  <a:pt x="19353" y="16677"/>
                  <a:pt x="19479" y="16714"/>
                </a:cubicBezTo>
                <a:cubicBezTo>
                  <a:pt x="19602" y="16750"/>
                  <a:pt x="19635" y="16758"/>
                  <a:pt x="19740" y="16714"/>
                </a:cubicBezTo>
                <a:cubicBezTo>
                  <a:pt x="19807" y="16686"/>
                  <a:pt x="19889" y="16625"/>
                  <a:pt x="19914" y="16599"/>
                </a:cubicBezTo>
                <a:cubicBezTo>
                  <a:pt x="19939" y="16572"/>
                  <a:pt x="19993" y="16560"/>
                  <a:pt x="20044" y="16560"/>
                </a:cubicBezTo>
                <a:cubicBezTo>
                  <a:pt x="20169" y="16560"/>
                  <a:pt x="20342" y="16463"/>
                  <a:pt x="20457" y="16329"/>
                </a:cubicBezTo>
                <a:cubicBezTo>
                  <a:pt x="20521" y="16256"/>
                  <a:pt x="20611" y="16204"/>
                  <a:pt x="20718" y="16175"/>
                </a:cubicBezTo>
                <a:cubicBezTo>
                  <a:pt x="20806" y="16153"/>
                  <a:pt x="20912" y="16104"/>
                  <a:pt x="20958" y="16060"/>
                </a:cubicBezTo>
                <a:cubicBezTo>
                  <a:pt x="21097" y="15927"/>
                  <a:pt x="21197" y="15648"/>
                  <a:pt x="21197" y="15368"/>
                </a:cubicBezTo>
                <a:cubicBezTo>
                  <a:pt x="21197" y="15121"/>
                  <a:pt x="21192" y="15125"/>
                  <a:pt x="21327" y="15002"/>
                </a:cubicBezTo>
                <a:cubicBezTo>
                  <a:pt x="21402" y="14934"/>
                  <a:pt x="21489" y="14812"/>
                  <a:pt x="21523" y="14733"/>
                </a:cubicBezTo>
                <a:cubicBezTo>
                  <a:pt x="21599" y="14557"/>
                  <a:pt x="21577" y="14468"/>
                  <a:pt x="21371" y="14291"/>
                </a:cubicBezTo>
                <a:cubicBezTo>
                  <a:pt x="21232" y="14171"/>
                  <a:pt x="21213" y="14174"/>
                  <a:pt x="20958" y="14175"/>
                </a:cubicBezTo>
                <a:cubicBezTo>
                  <a:pt x="20796" y="14176"/>
                  <a:pt x="20688" y="14188"/>
                  <a:pt x="20653" y="14214"/>
                </a:cubicBezTo>
                <a:cubicBezTo>
                  <a:pt x="20576" y="14270"/>
                  <a:pt x="20079" y="14271"/>
                  <a:pt x="20001" y="14214"/>
                </a:cubicBezTo>
                <a:cubicBezTo>
                  <a:pt x="19959" y="14183"/>
                  <a:pt x="19788" y="14161"/>
                  <a:pt x="19414" y="14156"/>
                </a:cubicBezTo>
                <a:lnTo>
                  <a:pt x="18892" y="14156"/>
                </a:lnTo>
                <a:lnTo>
                  <a:pt x="18740" y="13983"/>
                </a:lnTo>
                <a:cubicBezTo>
                  <a:pt x="18656" y="13892"/>
                  <a:pt x="18566" y="13795"/>
                  <a:pt x="18523" y="13752"/>
                </a:cubicBezTo>
                <a:cubicBezTo>
                  <a:pt x="18334" y="13564"/>
                  <a:pt x="18186" y="13371"/>
                  <a:pt x="18110" y="13233"/>
                </a:cubicBezTo>
                <a:cubicBezTo>
                  <a:pt x="18064" y="13151"/>
                  <a:pt x="17905" y="12976"/>
                  <a:pt x="17762" y="12848"/>
                </a:cubicBezTo>
                <a:lnTo>
                  <a:pt x="17501" y="12617"/>
                </a:lnTo>
                <a:lnTo>
                  <a:pt x="17479" y="12329"/>
                </a:lnTo>
                <a:cubicBezTo>
                  <a:pt x="17468" y="12172"/>
                  <a:pt x="17452" y="12049"/>
                  <a:pt x="17436" y="12040"/>
                </a:cubicBezTo>
                <a:cubicBezTo>
                  <a:pt x="17419" y="12031"/>
                  <a:pt x="17392" y="11971"/>
                  <a:pt x="17392" y="11925"/>
                </a:cubicBezTo>
                <a:cubicBezTo>
                  <a:pt x="17392" y="11878"/>
                  <a:pt x="17343" y="11725"/>
                  <a:pt x="17283" y="11579"/>
                </a:cubicBezTo>
                <a:cubicBezTo>
                  <a:pt x="17224" y="11432"/>
                  <a:pt x="17137" y="11197"/>
                  <a:pt x="17088" y="11059"/>
                </a:cubicBezTo>
                <a:cubicBezTo>
                  <a:pt x="17039" y="10921"/>
                  <a:pt x="16995" y="10786"/>
                  <a:pt x="16979" y="10751"/>
                </a:cubicBezTo>
                <a:cubicBezTo>
                  <a:pt x="16936" y="10657"/>
                  <a:pt x="16714" y="10107"/>
                  <a:pt x="16675" y="9982"/>
                </a:cubicBezTo>
                <a:cubicBezTo>
                  <a:pt x="16656" y="9922"/>
                  <a:pt x="16616" y="9825"/>
                  <a:pt x="16588" y="9771"/>
                </a:cubicBezTo>
                <a:cubicBezTo>
                  <a:pt x="16560" y="9716"/>
                  <a:pt x="16544" y="9660"/>
                  <a:pt x="16544" y="9636"/>
                </a:cubicBezTo>
                <a:cubicBezTo>
                  <a:pt x="16544" y="9612"/>
                  <a:pt x="16540" y="9575"/>
                  <a:pt x="16523" y="9559"/>
                </a:cubicBezTo>
                <a:cubicBezTo>
                  <a:pt x="16505" y="9543"/>
                  <a:pt x="16446" y="9417"/>
                  <a:pt x="16392" y="9270"/>
                </a:cubicBezTo>
                <a:cubicBezTo>
                  <a:pt x="16339" y="9124"/>
                  <a:pt x="16278" y="8979"/>
                  <a:pt x="16262" y="8963"/>
                </a:cubicBezTo>
                <a:cubicBezTo>
                  <a:pt x="16245" y="8946"/>
                  <a:pt x="16218" y="8912"/>
                  <a:pt x="16218" y="8886"/>
                </a:cubicBezTo>
                <a:cubicBezTo>
                  <a:pt x="16218" y="8859"/>
                  <a:pt x="16204" y="8800"/>
                  <a:pt x="16175" y="8751"/>
                </a:cubicBezTo>
                <a:cubicBezTo>
                  <a:pt x="16146" y="8702"/>
                  <a:pt x="16131" y="8653"/>
                  <a:pt x="16131" y="8636"/>
                </a:cubicBezTo>
                <a:cubicBezTo>
                  <a:pt x="16131" y="8619"/>
                  <a:pt x="16092" y="8555"/>
                  <a:pt x="16066" y="8501"/>
                </a:cubicBezTo>
                <a:cubicBezTo>
                  <a:pt x="16040" y="8447"/>
                  <a:pt x="15997" y="8337"/>
                  <a:pt x="15957" y="8251"/>
                </a:cubicBezTo>
                <a:cubicBezTo>
                  <a:pt x="15833" y="7982"/>
                  <a:pt x="15806" y="7931"/>
                  <a:pt x="15696" y="7770"/>
                </a:cubicBezTo>
                <a:cubicBezTo>
                  <a:pt x="15638" y="7684"/>
                  <a:pt x="15564" y="7599"/>
                  <a:pt x="15544" y="7559"/>
                </a:cubicBezTo>
                <a:cubicBezTo>
                  <a:pt x="15491" y="7451"/>
                  <a:pt x="15278" y="7131"/>
                  <a:pt x="15153" y="7001"/>
                </a:cubicBezTo>
                <a:cubicBezTo>
                  <a:pt x="15093" y="6939"/>
                  <a:pt x="15011" y="6880"/>
                  <a:pt x="14979" y="6847"/>
                </a:cubicBezTo>
                <a:cubicBezTo>
                  <a:pt x="14739" y="6596"/>
                  <a:pt x="14416" y="6399"/>
                  <a:pt x="13631" y="6097"/>
                </a:cubicBezTo>
                <a:cubicBezTo>
                  <a:pt x="13436" y="6022"/>
                  <a:pt x="13082" y="5886"/>
                  <a:pt x="12849" y="5789"/>
                </a:cubicBezTo>
                <a:cubicBezTo>
                  <a:pt x="12615" y="5692"/>
                  <a:pt x="12359" y="5601"/>
                  <a:pt x="12283" y="5577"/>
                </a:cubicBezTo>
                <a:cubicBezTo>
                  <a:pt x="12208" y="5554"/>
                  <a:pt x="12096" y="5480"/>
                  <a:pt x="12044" y="5424"/>
                </a:cubicBezTo>
                <a:cubicBezTo>
                  <a:pt x="11993" y="5367"/>
                  <a:pt x="11924" y="5270"/>
                  <a:pt x="11870" y="5212"/>
                </a:cubicBezTo>
                <a:cubicBezTo>
                  <a:pt x="11817" y="5154"/>
                  <a:pt x="11762" y="5094"/>
                  <a:pt x="11762" y="5077"/>
                </a:cubicBezTo>
                <a:cubicBezTo>
                  <a:pt x="11762" y="5061"/>
                  <a:pt x="11735" y="5032"/>
                  <a:pt x="11696" y="5000"/>
                </a:cubicBezTo>
                <a:cubicBezTo>
                  <a:pt x="11606" y="4928"/>
                  <a:pt x="11597" y="4924"/>
                  <a:pt x="11718" y="4693"/>
                </a:cubicBezTo>
                <a:cubicBezTo>
                  <a:pt x="11774" y="4586"/>
                  <a:pt x="11834" y="4466"/>
                  <a:pt x="11849" y="4423"/>
                </a:cubicBezTo>
                <a:cubicBezTo>
                  <a:pt x="11863" y="4380"/>
                  <a:pt x="11935" y="4287"/>
                  <a:pt x="12001" y="4231"/>
                </a:cubicBezTo>
                <a:cubicBezTo>
                  <a:pt x="12084" y="4161"/>
                  <a:pt x="12109" y="4103"/>
                  <a:pt x="12109" y="4039"/>
                </a:cubicBezTo>
                <a:cubicBezTo>
                  <a:pt x="12109" y="3988"/>
                  <a:pt x="12133" y="3934"/>
                  <a:pt x="12153" y="3923"/>
                </a:cubicBezTo>
                <a:cubicBezTo>
                  <a:pt x="12172" y="3913"/>
                  <a:pt x="12196" y="3878"/>
                  <a:pt x="12196" y="3846"/>
                </a:cubicBezTo>
                <a:cubicBezTo>
                  <a:pt x="12196" y="3782"/>
                  <a:pt x="12285" y="3483"/>
                  <a:pt x="12370" y="3308"/>
                </a:cubicBezTo>
                <a:cubicBezTo>
                  <a:pt x="12474" y="3093"/>
                  <a:pt x="12443" y="2649"/>
                  <a:pt x="12305" y="2558"/>
                </a:cubicBezTo>
                <a:cubicBezTo>
                  <a:pt x="12292" y="2549"/>
                  <a:pt x="12244" y="2530"/>
                  <a:pt x="12196" y="2500"/>
                </a:cubicBezTo>
                <a:cubicBezTo>
                  <a:pt x="12120" y="2451"/>
                  <a:pt x="12108" y="2415"/>
                  <a:pt x="12088" y="2173"/>
                </a:cubicBezTo>
                <a:cubicBezTo>
                  <a:pt x="12020" y="1356"/>
                  <a:pt x="11767" y="897"/>
                  <a:pt x="11153" y="461"/>
                </a:cubicBezTo>
                <a:cubicBezTo>
                  <a:pt x="10993" y="348"/>
                  <a:pt x="10427" y="116"/>
                  <a:pt x="10196" y="57"/>
                </a:cubicBezTo>
                <a:cubicBezTo>
                  <a:pt x="9914" y="-15"/>
                  <a:pt x="9352" y="-22"/>
                  <a:pt x="9066" y="57"/>
                </a:cubicBezTo>
                <a:close/>
                <a:moveTo>
                  <a:pt x="5392" y="13752"/>
                </a:moveTo>
                <a:cubicBezTo>
                  <a:pt x="5412" y="13741"/>
                  <a:pt x="5414" y="13782"/>
                  <a:pt x="5414" y="13829"/>
                </a:cubicBezTo>
                <a:cubicBezTo>
                  <a:pt x="5414" y="13921"/>
                  <a:pt x="5510" y="14061"/>
                  <a:pt x="5609" y="14156"/>
                </a:cubicBezTo>
                <a:cubicBezTo>
                  <a:pt x="5705" y="14247"/>
                  <a:pt x="5705" y="14591"/>
                  <a:pt x="5609" y="14675"/>
                </a:cubicBezTo>
                <a:cubicBezTo>
                  <a:pt x="5572" y="14708"/>
                  <a:pt x="5488" y="14808"/>
                  <a:pt x="5435" y="14887"/>
                </a:cubicBezTo>
                <a:cubicBezTo>
                  <a:pt x="5357" y="15004"/>
                  <a:pt x="5321" y="15021"/>
                  <a:pt x="5240" y="15021"/>
                </a:cubicBezTo>
                <a:cubicBezTo>
                  <a:pt x="5184" y="15021"/>
                  <a:pt x="5009" y="15087"/>
                  <a:pt x="4848" y="15156"/>
                </a:cubicBezTo>
                <a:cubicBezTo>
                  <a:pt x="4606" y="15259"/>
                  <a:pt x="4523" y="15271"/>
                  <a:pt x="4348" y="15271"/>
                </a:cubicBezTo>
                <a:lnTo>
                  <a:pt x="4131" y="15271"/>
                </a:lnTo>
                <a:lnTo>
                  <a:pt x="4240" y="15175"/>
                </a:lnTo>
                <a:cubicBezTo>
                  <a:pt x="4297" y="15120"/>
                  <a:pt x="4469" y="14960"/>
                  <a:pt x="4631" y="14810"/>
                </a:cubicBezTo>
                <a:cubicBezTo>
                  <a:pt x="4793" y="14660"/>
                  <a:pt x="4983" y="14470"/>
                  <a:pt x="5044" y="14387"/>
                </a:cubicBezTo>
                <a:cubicBezTo>
                  <a:pt x="5201" y="14171"/>
                  <a:pt x="5348" y="13891"/>
                  <a:pt x="5348" y="13829"/>
                </a:cubicBezTo>
                <a:cubicBezTo>
                  <a:pt x="5349" y="13800"/>
                  <a:pt x="5372" y="13763"/>
                  <a:pt x="5392" y="13752"/>
                </a:cubicBezTo>
                <a:close/>
                <a:moveTo>
                  <a:pt x="14023" y="14425"/>
                </a:moveTo>
                <a:lnTo>
                  <a:pt x="14218" y="14598"/>
                </a:lnTo>
                <a:cubicBezTo>
                  <a:pt x="14326" y="14692"/>
                  <a:pt x="14473" y="14812"/>
                  <a:pt x="14523" y="14887"/>
                </a:cubicBezTo>
                <a:cubicBezTo>
                  <a:pt x="14572" y="14961"/>
                  <a:pt x="14594" y="15037"/>
                  <a:pt x="14588" y="15041"/>
                </a:cubicBezTo>
                <a:cubicBezTo>
                  <a:pt x="14581" y="15044"/>
                  <a:pt x="14538" y="15047"/>
                  <a:pt x="14479" y="15041"/>
                </a:cubicBezTo>
                <a:cubicBezTo>
                  <a:pt x="14406" y="15033"/>
                  <a:pt x="14312" y="14977"/>
                  <a:pt x="14196" y="14868"/>
                </a:cubicBezTo>
                <a:cubicBezTo>
                  <a:pt x="14046" y="14726"/>
                  <a:pt x="14023" y="14688"/>
                  <a:pt x="14023" y="14560"/>
                </a:cubicBezTo>
                <a:lnTo>
                  <a:pt x="14023" y="14425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"/>
          <p:cNvSpPr txBox="1"/>
          <p:nvPr/>
        </p:nvSpPr>
        <p:spPr>
          <a:xfrm>
            <a:off x="1056138" y="1006475"/>
            <a:ext cx="7799293" cy="313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fair Display"/>
              <a:buNone/>
            </a:pPr>
            <a:r>
              <a:rPr b="1" i="1" lang="en-US" sz="1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Суть бренда</a:t>
            </a:r>
            <a:r>
              <a:rPr b="1" i="0" lang="en-US" sz="1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</a:t>
            </a:r>
            <a:r>
              <a:rPr b="0" i="0" lang="en-US" sz="1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Единственный финансовый маркетплейс с человеческим лицом, выступающий на стороне клиента, а не банка 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br>
              <a:rPr b="0" i="0" lang="en-US" sz="1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b="1" i="1" lang="en-US" sz="1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Концепция:</a:t>
            </a:r>
            <a:r>
              <a:rPr b="1" i="0" lang="en-US" sz="1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Финансовый спасатель + Амбассадор финансового здоровья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br>
              <a:rPr b="0" i="0" lang="en-US" sz="1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b="1" i="1" lang="en-US" sz="1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Ролевая модель:</a:t>
            </a:r>
            <a:r>
              <a:rPr b="1" i="0" lang="en-US" sz="1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Синтез архетипов «Мудрый советник», «Заботливый спасатель», 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b="0" i="0" lang="en-US" sz="1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«Друг, который не обманет» 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br>
              <a:rPr b="0" i="0" lang="en-US" sz="1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b="0" i="0" lang="en-US" sz="1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Платформа общается на равных, понимает страх перед сложными % и берёт на себя ответственность за выбор единственного верного решения</a:t>
            </a:r>
            <a:endParaRPr/>
          </a:p>
        </p:txBody>
      </p:sp>
      <p:sp>
        <p:nvSpPr>
          <p:cNvPr id="254" name="Google Shape;254;p13"/>
          <p:cNvSpPr/>
          <p:nvPr/>
        </p:nvSpPr>
        <p:spPr>
          <a:xfrm>
            <a:off x="445856" y="437043"/>
            <a:ext cx="2819689" cy="242392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600120" y="452867"/>
            <a:ext cx="1973123" cy="21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08 Позиционирование</a:t>
            </a:r>
            <a:endParaRPr/>
          </a:p>
        </p:txBody>
      </p:sp>
      <p:pic>
        <p:nvPicPr>
          <p:cNvPr descr="Screenshot 2026-04-20 at 11.51.53.png" id="256" name="Google Shape;256;p13"/>
          <p:cNvPicPr preferRelativeResize="0"/>
          <p:nvPr/>
        </p:nvPicPr>
        <p:blipFill rotWithShape="1">
          <a:blip r:embed="rId3">
            <a:alphaModFix/>
          </a:blip>
          <a:srcRect b="4750" l="14034" r="3832" t="6572"/>
          <a:stretch/>
        </p:blipFill>
        <p:spPr>
          <a:xfrm>
            <a:off x="525332" y="1073317"/>
            <a:ext cx="393643" cy="444485"/>
          </a:xfrm>
          <a:custGeom>
            <a:rect b="b" l="l" r="r" t="t"/>
            <a:pathLst>
              <a:path extrusionOk="0" h="21542" w="21563">
                <a:moveTo>
                  <a:pt x="9066" y="57"/>
                </a:moveTo>
                <a:cubicBezTo>
                  <a:pt x="8386" y="245"/>
                  <a:pt x="7785" y="679"/>
                  <a:pt x="7544" y="1154"/>
                </a:cubicBezTo>
                <a:cubicBezTo>
                  <a:pt x="7353" y="1530"/>
                  <a:pt x="7367" y="1549"/>
                  <a:pt x="7348" y="2019"/>
                </a:cubicBezTo>
                <a:cubicBezTo>
                  <a:pt x="7333" y="2393"/>
                  <a:pt x="7324" y="2481"/>
                  <a:pt x="7283" y="2481"/>
                </a:cubicBezTo>
                <a:cubicBezTo>
                  <a:pt x="7182" y="2481"/>
                  <a:pt x="7026" y="2649"/>
                  <a:pt x="6979" y="2827"/>
                </a:cubicBezTo>
                <a:cubicBezTo>
                  <a:pt x="6938" y="2979"/>
                  <a:pt x="6949" y="3024"/>
                  <a:pt x="7001" y="3212"/>
                </a:cubicBezTo>
                <a:cubicBezTo>
                  <a:pt x="7033" y="3331"/>
                  <a:pt x="7070" y="3466"/>
                  <a:pt x="7087" y="3500"/>
                </a:cubicBezTo>
                <a:cubicBezTo>
                  <a:pt x="7193" y="3709"/>
                  <a:pt x="7222" y="3791"/>
                  <a:pt x="7240" y="3904"/>
                </a:cubicBezTo>
                <a:cubicBezTo>
                  <a:pt x="7267" y="4077"/>
                  <a:pt x="7351" y="4205"/>
                  <a:pt x="7479" y="4289"/>
                </a:cubicBezTo>
                <a:cubicBezTo>
                  <a:pt x="7538" y="4327"/>
                  <a:pt x="7588" y="4366"/>
                  <a:pt x="7588" y="4385"/>
                </a:cubicBezTo>
                <a:cubicBezTo>
                  <a:pt x="7588" y="4423"/>
                  <a:pt x="7803" y="4839"/>
                  <a:pt x="7870" y="4924"/>
                </a:cubicBezTo>
                <a:cubicBezTo>
                  <a:pt x="7905" y="4967"/>
                  <a:pt x="7892" y="4994"/>
                  <a:pt x="7761" y="5135"/>
                </a:cubicBezTo>
                <a:cubicBezTo>
                  <a:pt x="7675" y="5228"/>
                  <a:pt x="7569" y="5350"/>
                  <a:pt x="7522" y="5404"/>
                </a:cubicBezTo>
                <a:cubicBezTo>
                  <a:pt x="7434" y="5507"/>
                  <a:pt x="7253" y="5597"/>
                  <a:pt x="7153" y="5597"/>
                </a:cubicBezTo>
                <a:cubicBezTo>
                  <a:pt x="7121" y="5597"/>
                  <a:pt x="7061" y="5631"/>
                  <a:pt x="7022" y="5654"/>
                </a:cubicBezTo>
                <a:cubicBezTo>
                  <a:pt x="6766" y="5809"/>
                  <a:pt x="6450" y="5926"/>
                  <a:pt x="5631" y="6174"/>
                </a:cubicBezTo>
                <a:cubicBezTo>
                  <a:pt x="5446" y="6230"/>
                  <a:pt x="5200" y="6317"/>
                  <a:pt x="5087" y="6366"/>
                </a:cubicBezTo>
                <a:cubicBezTo>
                  <a:pt x="4873" y="6460"/>
                  <a:pt x="4406" y="6832"/>
                  <a:pt x="4261" y="7020"/>
                </a:cubicBezTo>
                <a:cubicBezTo>
                  <a:pt x="4141" y="7177"/>
                  <a:pt x="3909" y="7462"/>
                  <a:pt x="3870" y="7501"/>
                </a:cubicBezTo>
                <a:cubicBezTo>
                  <a:pt x="3827" y="7545"/>
                  <a:pt x="3745" y="7679"/>
                  <a:pt x="3587" y="8039"/>
                </a:cubicBezTo>
                <a:cubicBezTo>
                  <a:pt x="3516" y="8203"/>
                  <a:pt x="3401" y="8459"/>
                  <a:pt x="3327" y="8597"/>
                </a:cubicBezTo>
                <a:cubicBezTo>
                  <a:pt x="3117" y="8982"/>
                  <a:pt x="2644" y="9628"/>
                  <a:pt x="2587" y="9597"/>
                </a:cubicBezTo>
                <a:cubicBezTo>
                  <a:pt x="2571" y="9588"/>
                  <a:pt x="2544" y="9460"/>
                  <a:pt x="2544" y="9328"/>
                </a:cubicBezTo>
                <a:cubicBezTo>
                  <a:pt x="2544" y="8962"/>
                  <a:pt x="2336" y="8537"/>
                  <a:pt x="2000" y="8232"/>
                </a:cubicBezTo>
                <a:cubicBezTo>
                  <a:pt x="1886" y="8128"/>
                  <a:pt x="1773" y="7979"/>
                  <a:pt x="1718" y="7866"/>
                </a:cubicBezTo>
                <a:cubicBezTo>
                  <a:pt x="1667" y="7763"/>
                  <a:pt x="1606" y="7665"/>
                  <a:pt x="1587" y="7636"/>
                </a:cubicBezTo>
                <a:cubicBezTo>
                  <a:pt x="1569" y="7606"/>
                  <a:pt x="1566" y="7556"/>
                  <a:pt x="1566" y="7539"/>
                </a:cubicBezTo>
                <a:cubicBezTo>
                  <a:pt x="1566" y="7474"/>
                  <a:pt x="1340" y="7228"/>
                  <a:pt x="1218" y="7155"/>
                </a:cubicBezTo>
                <a:cubicBezTo>
                  <a:pt x="975" y="7009"/>
                  <a:pt x="594" y="7070"/>
                  <a:pt x="500" y="7270"/>
                </a:cubicBezTo>
                <a:cubicBezTo>
                  <a:pt x="475" y="7324"/>
                  <a:pt x="469" y="7458"/>
                  <a:pt x="479" y="7616"/>
                </a:cubicBezTo>
                <a:cubicBezTo>
                  <a:pt x="493" y="7841"/>
                  <a:pt x="505" y="7890"/>
                  <a:pt x="609" y="8039"/>
                </a:cubicBezTo>
                <a:cubicBezTo>
                  <a:pt x="675" y="8134"/>
                  <a:pt x="729" y="8223"/>
                  <a:pt x="739" y="8232"/>
                </a:cubicBezTo>
                <a:cubicBezTo>
                  <a:pt x="831" y="8306"/>
                  <a:pt x="847" y="8360"/>
                  <a:pt x="805" y="8405"/>
                </a:cubicBezTo>
                <a:cubicBezTo>
                  <a:pt x="780" y="8431"/>
                  <a:pt x="735" y="8443"/>
                  <a:pt x="696" y="8443"/>
                </a:cubicBezTo>
                <a:cubicBezTo>
                  <a:pt x="569" y="8443"/>
                  <a:pt x="395" y="8555"/>
                  <a:pt x="196" y="8732"/>
                </a:cubicBezTo>
                <a:cubicBezTo>
                  <a:pt x="12" y="8895"/>
                  <a:pt x="0" y="8916"/>
                  <a:pt x="0" y="9059"/>
                </a:cubicBezTo>
                <a:cubicBezTo>
                  <a:pt x="0" y="9142"/>
                  <a:pt x="18" y="9253"/>
                  <a:pt x="44" y="9309"/>
                </a:cubicBezTo>
                <a:cubicBezTo>
                  <a:pt x="83" y="9392"/>
                  <a:pt x="81" y="9424"/>
                  <a:pt x="44" y="9501"/>
                </a:cubicBezTo>
                <a:cubicBezTo>
                  <a:pt x="19" y="9553"/>
                  <a:pt x="1" y="9665"/>
                  <a:pt x="0" y="9751"/>
                </a:cubicBezTo>
                <a:cubicBezTo>
                  <a:pt x="-1" y="9880"/>
                  <a:pt x="29" y="9945"/>
                  <a:pt x="131" y="10078"/>
                </a:cubicBezTo>
                <a:cubicBezTo>
                  <a:pt x="199" y="10168"/>
                  <a:pt x="239" y="10264"/>
                  <a:pt x="239" y="10309"/>
                </a:cubicBezTo>
                <a:cubicBezTo>
                  <a:pt x="239" y="10354"/>
                  <a:pt x="289" y="10457"/>
                  <a:pt x="326" y="10521"/>
                </a:cubicBezTo>
                <a:cubicBezTo>
                  <a:pt x="364" y="10584"/>
                  <a:pt x="410" y="10693"/>
                  <a:pt x="435" y="10771"/>
                </a:cubicBezTo>
                <a:cubicBezTo>
                  <a:pt x="488" y="10935"/>
                  <a:pt x="684" y="11115"/>
                  <a:pt x="892" y="11194"/>
                </a:cubicBezTo>
                <a:cubicBezTo>
                  <a:pt x="1026" y="11245"/>
                  <a:pt x="1072" y="11342"/>
                  <a:pt x="1000" y="11405"/>
                </a:cubicBezTo>
                <a:cubicBezTo>
                  <a:pt x="962" y="11439"/>
                  <a:pt x="870" y="11796"/>
                  <a:pt x="870" y="11925"/>
                </a:cubicBezTo>
                <a:cubicBezTo>
                  <a:pt x="871" y="12249"/>
                  <a:pt x="1081" y="12902"/>
                  <a:pt x="1305" y="13329"/>
                </a:cubicBezTo>
                <a:cubicBezTo>
                  <a:pt x="1626" y="13943"/>
                  <a:pt x="1677" y="14061"/>
                  <a:pt x="1761" y="14367"/>
                </a:cubicBezTo>
                <a:cubicBezTo>
                  <a:pt x="1858" y="14718"/>
                  <a:pt x="1908" y="14886"/>
                  <a:pt x="1957" y="14983"/>
                </a:cubicBezTo>
                <a:cubicBezTo>
                  <a:pt x="2029" y="15127"/>
                  <a:pt x="2267" y="15333"/>
                  <a:pt x="2413" y="15387"/>
                </a:cubicBezTo>
                <a:lnTo>
                  <a:pt x="2522" y="15445"/>
                </a:lnTo>
                <a:lnTo>
                  <a:pt x="2435" y="15483"/>
                </a:lnTo>
                <a:cubicBezTo>
                  <a:pt x="2377" y="15504"/>
                  <a:pt x="2254" y="15530"/>
                  <a:pt x="2174" y="15541"/>
                </a:cubicBezTo>
                <a:cubicBezTo>
                  <a:pt x="1868" y="15584"/>
                  <a:pt x="1326" y="15898"/>
                  <a:pt x="1174" y="16118"/>
                </a:cubicBezTo>
                <a:cubicBezTo>
                  <a:pt x="1039" y="16313"/>
                  <a:pt x="854" y="16638"/>
                  <a:pt x="826" y="16753"/>
                </a:cubicBezTo>
                <a:cubicBezTo>
                  <a:pt x="789" y="16913"/>
                  <a:pt x="580" y="17519"/>
                  <a:pt x="522" y="17618"/>
                </a:cubicBezTo>
                <a:cubicBezTo>
                  <a:pt x="495" y="17665"/>
                  <a:pt x="457" y="17728"/>
                  <a:pt x="457" y="17753"/>
                </a:cubicBezTo>
                <a:cubicBezTo>
                  <a:pt x="457" y="17777"/>
                  <a:pt x="436" y="17831"/>
                  <a:pt x="413" y="17887"/>
                </a:cubicBezTo>
                <a:cubicBezTo>
                  <a:pt x="380" y="17969"/>
                  <a:pt x="395" y="18030"/>
                  <a:pt x="435" y="18137"/>
                </a:cubicBezTo>
                <a:cubicBezTo>
                  <a:pt x="492" y="18289"/>
                  <a:pt x="652" y="18514"/>
                  <a:pt x="826" y="18695"/>
                </a:cubicBezTo>
                <a:cubicBezTo>
                  <a:pt x="968" y="18842"/>
                  <a:pt x="982" y="18898"/>
                  <a:pt x="1109" y="19176"/>
                </a:cubicBezTo>
                <a:cubicBezTo>
                  <a:pt x="1226" y="19433"/>
                  <a:pt x="1535" y="19734"/>
                  <a:pt x="1826" y="19888"/>
                </a:cubicBezTo>
                <a:cubicBezTo>
                  <a:pt x="1999" y="19979"/>
                  <a:pt x="2026" y="19990"/>
                  <a:pt x="2000" y="20061"/>
                </a:cubicBezTo>
                <a:cubicBezTo>
                  <a:pt x="1950" y="20201"/>
                  <a:pt x="1958" y="20570"/>
                  <a:pt x="2022" y="20676"/>
                </a:cubicBezTo>
                <a:cubicBezTo>
                  <a:pt x="2055" y="20731"/>
                  <a:pt x="2225" y="20892"/>
                  <a:pt x="2392" y="21022"/>
                </a:cubicBezTo>
                <a:cubicBezTo>
                  <a:pt x="2687" y="21255"/>
                  <a:pt x="2709" y="21253"/>
                  <a:pt x="2892" y="21253"/>
                </a:cubicBezTo>
                <a:cubicBezTo>
                  <a:pt x="2995" y="21253"/>
                  <a:pt x="3091" y="21250"/>
                  <a:pt x="3109" y="21234"/>
                </a:cubicBezTo>
                <a:cubicBezTo>
                  <a:pt x="3145" y="21203"/>
                  <a:pt x="3736" y="21145"/>
                  <a:pt x="4283" y="21119"/>
                </a:cubicBezTo>
                <a:lnTo>
                  <a:pt x="4609" y="21099"/>
                </a:lnTo>
                <a:lnTo>
                  <a:pt x="4740" y="21234"/>
                </a:lnTo>
                <a:lnTo>
                  <a:pt x="4892" y="21369"/>
                </a:lnTo>
                <a:lnTo>
                  <a:pt x="6240" y="21369"/>
                </a:lnTo>
                <a:cubicBezTo>
                  <a:pt x="7201" y="21372"/>
                  <a:pt x="7596" y="21381"/>
                  <a:pt x="7631" y="21407"/>
                </a:cubicBezTo>
                <a:cubicBezTo>
                  <a:pt x="7666" y="21433"/>
                  <a:pt x="7828" y="21439"/>
                  <a:pt x="8174" y="21426"/>
                </a:cubicBezTo>
                <a:cubicBezTo>
                  <a:pt x="9341" y="21382"/>
                  <a:pt x="10822" y="21423"/>
                  <a:pt x="10979" y="21503"/>
                </a:cubicBezTo>
                <a:cubicBezTo>
                  <a:pt x="11008" y="21518"/>
                  <a:pt x="11153" y="21541"/>
                  <a:pt x="11283" y="21542"/>
                </a:cubicBezTo>
                <a:cubicBezTo>
                  <a:pt x="11486" y="21543"/>
                  <a:pt x="11518" y="21533"/>
                  <a:pt x="11609" y="21465"/>
                </a:cubicBezTo>
                <a:cubicBezTo>
                  <a:pt x="11668" y="21421"/>
                  <a:pt x="11727" y="21343"/>
                  <a:pt x="11740" y="21292"/>
                </a:cubicBezTo>
                <a:cubicBezTo>
                  <a:pt x="11763" y="21199"/>
                  <a:pt x="11772" y="21196"/>
                  <a:pt x="12022" y="21196"/>
                </a:cubicBezTo>
                <a:cubicBezTo>
                  <a:pt x="12161" y="21196"/>
                  <a:pt x="12310" y="21199"/>
                  <a:pt x="12370" y="21215"/>
                </a:cubicBezTo>
                <a:cubicBezTo>
                  <a:pt x="12430" y="21231"/>
                  <a:pt x="12627" y="21275"/>
                  <a:pt x="12783" y="21292"/>
                </a:cubicBezTo>
                <a:cubicBezTo>
                  <a:pt x="13041" y="21320"/>
                  <a:pt x="13190" y="21338"/>
                  <a:pt x="13740" y="21446"/>
                </a:cubicBezTo>
                <a:cubicBezTo>
                  <a:pt x="13837" y="21465"/>
                  <a:pt x="13923" y="21487"/>
                  <a:pt x="13957" y="21503"/>
                </a:cubicBezTo>
                <a:cubicBezTo>
                  <a:pt x="14110" y="21578"/>
                  <a:pt x="14422" y="21521"/>
                  <a:pt x="14783" y="21349"/>
                </a:cubicBezTo>
                <a:cubicBezTo>
                  <a:pt x="14968" y="21262"/>
                  <a:pt x="14983" y="21267"/>
                  <a:pt x="15218" y="21292"/>
                </a:cubicBezTo>
                <a:cubicBezTo>
                  <a:pt x="15687" y="21341"/>
                  <a:pt x="16164" y="21412"/>
                  <a:pt x="16305" y="21446"/>
                </a:cubicBezTo>
                <a:cubicBezTo>
                  <a:pt x="16523" y="21498"/>
                  <a:pt x="16815" y="21489"/>
                  <a:pt x="16936" y="21426"/>
                </a:cubicBezTo>
                <a:cubicBezTo>
                  <a:pt x="17006" y="21390"/>
                  <a:pt x="17091" y="21292"/>
                  <a:pt x="17175" y="21138"/>
                </a:cubicBezTo>
                <a:cubicBezTo>
                  <a:pt x="17284" y="20938"/>
                  <a:pt x="17296" y="20890"/>
                  <a:pt x="17283" y="20734"/>
                </a:cubicBezTo>
                <a:cubicBezTo>
                  <a:pt x="17275" y="20635"/>
                  <a:pt x="17238" y="20497"/>
                  <a:pt x="17197" y="20426"/>
                </a:cubicBezTo>
                <a:cubicBezTo>
                  <a:pt x="17139" y="20329"/>
                  <a:pt x="17119" y="20284"/>
                  <a:pt x="17153" y="20272"/>
                </a:cubicBezTo>
                <a:cubicBezTo>
                  <a:pt x="17298" y="20223"/>
                  <a:pt x="18158" y="19662"/>
                  <a:pt x="18327" y="19503"/>
                </a:cubicBezTo>
                <a:cubicBezTo>
                  <a:pt x="18531" y="19311"/>
                  <a:pt x="18788" y="18908"/>
                  <a:pt x="18892" y="18637"/>
                </a:cubicBezTo>
                <a:cubicBezTo>
                  <a:pt x="18986" y="18393"/>
                  <a:pt x="18951" y="17921"/>
                  <a:pt x="18762" y="17060"/>
                </a:cubicBezTo>
                <a:cubicBezTo>
                  <a:pt x="18732" y="16927"/>
                  <a:pt x="18708" y="16788"/>
                  <a:pt x="18697" y="16772"/>
                </a:cubicBezTo>
                <a:cubicBezTo>
                  <a:pt x="18684" y="16753"/>
                  <a:pt x="18752" y="16760"/>
                  <a:pt x="18892" y="16772"/>
                </a:cubicBezTo>
                <a:cubicBezTo>
                  <a:pt x="19075" y="16787"/>
                  <a:pt x="19153" y="16779"/>
                  <a:pt x="19240" y="16733"/>
                </a:cubicBezTo>
                <a:cubicBezTo>
                  <a:pt x="19337" y="16683"/>
                  <a:pt x="19353" y="16677"/>
                  <a:pt x="19479" y="16714"/>
                </a:cubicBezTo>
                <a:cubicBezTo>
                  <a:pt x="19602" y="16750"/>
                  <a:pt x="19635" y="16758"/>
                  <a:pt x="19740" y="16714"/>
                </a:cubicBezTo>
                <a:cubicBezTo>
                  <a:pt x="19807" y="16686"/>
                  <a:pt x="19889" y="16625"/>
                  <a:pt x="19914" y="16599"/>
                </a:cubicBezTo>
                <a:cubicBezTo>
                  <a:pt x="19939" y="16572"/>
                  <a:pt x="19993" y="16560"/>
                  <a:pt x="20044" y="16560"/>
                </a:cubicBezTo>
                <a:cubicBezTo>
                  <a:pt x="20169" y="16560"/>
                  <a:pt x="20342" y="16463"/>
                  <a:pt x="20457" y="16329"/>
                </a:cubicBezTo>
                <a:cubicBezTo>
                  <a:pt x="20521" y="16256"/>
                  <a:pt x="20611" y="16204"/>
                  <a:pt x="20718" y="16175"/>
                </a:cubicBezTo>
                <a:cubicBezTo>
                  <a:pt x="20806" y="16153"/>
                  <a:pt x="20912" y="16104"/>
                  <a:pt x="20958" y="16060"/>
                </a:cubicBezTo>
                <a:cubicBezTo>
                  <a:pt x="21097" y="15927"/>
                  <a:pt x="21197" y="15648"/>
                  <a:pt x="21197" y="15368"/>
                </a:cubicBezTo>
                <a:cubicBezTo>
                  <a:pt x="21197" y="15121"/>
                  <a:pt x="21192" y="15125"/>
                  <a:pt x="21327" y="15002"/>
                </a:cubicBezTo>
                <a:cubicBezTo>
                  <a:pt x="21402" y="14934"/>
                  <a:pt x="21489" y="14812"/>
                  <a:pt x="21523" y="14733"/>
                </a:cubicBezTo>
                <a:cubicBezTo>
                  <a:pt x="21599" y="14557"/>
                  <a:pt x="21577" y="14468"/>
                  <a:pt x="21371" y="14291"/>
                </a:cubicBezTo>
                <a:cubicBezTo>
                  <a:pt x="21232" y="14171"/>
                  <a:pt x="21213" y="14174"/>
                  <a:pt x="20958" y="14175"/>
                </a:cubicBezTo>
                <a:cubicBezTo>
                  <a:pt x="20796" y="14176"/>
                  <a:pt x="20688" y="14188"/>
                  <a:pt x="20653" y="14214"/>
                </a:cubicBezTo>
                <a:cubicBezTo>
                  <a:pt x="20576" y="14270"/>
                  <a:pt x="20079" y="14271"/>
                  <a:pt x="20001" y="14214"/>
                </a:cubicBezTo>
                <a:cubicBezTo>
                  <a:pt x="19959" y="14183"/>
                  <a:pt x="19788" y="14161"/>
                  <a:pt x="19414" y="14156"/>
                </a:cubicBezTo>
                <a:lnTo>
                  <a:pt x="18892" y="14156"/>
                </a:lnTo>
                <a:lnTo>
                  <a:pt x="18740" y="13983"/>
                </a:lnTo>
                <a:cubicBezTo>
                  <a:pt x="18656" y="13892"/>
                  <a:pt x="18566" y="13795"/>
                  <a:pt x="18523" y="13752"/>
                </a:cubicBezTo>
                <a:cubicBezTo>
                  <a:pt x="18334" y="13564"/>
                  <a:pt x="18186" y="13371"/>
                  <a:pt x="18110" y="13233"/>
                </a:cubicBezTo>
                <a:cubicBezTo>
                  <a:pt x="18064" y="13151"/>
                  <a:pt x="17905" y="12976"/>
                  <a:pt x="17762" y="12848"/>
                </a:cubicBezTo>
                <a:lnTo>
                  <a:pt x="17501" y="12617"/>
                </a:lnTo>
                <a:lnTo>
                  <a:pt x="17479" y="12329"/>
                </a:lnTo>
                <a:cubicBezTo>
                  <a:pt x="17468" y="12172"/>
                  <a:pt x="17452" y="12049"/>
                  <a:pt x="17436" y="12040"/>
                </a:cubicBezTo>
                <a:cubicBezTo>
                  <a:pt x="17419" y="12031"/>
                  <a:pt x="17392" y="11971"/>
                  <a:pt x="17392" y="11925"/>
                </a:cubicBezTo>
                <a:cubicBezTo>
                  <a:pt x="17392" y="11878"/>
                  <a:pt x="17343" y="11725"/>
                  <a:pt x="17283" y="11579"/>
                </a:cubicBezTo>
                <a:cubicBezTo>
                  <a:pt x="17224" y="11432"/>
                  <a:pt x="17137" y="11197"/>
                  <a:pt x="17088" y="11059"/>
                </a:cubicBezTo>
                <a:cubicBezTo>
                  <a:pt x="17039" y="10921"/>
                  <a:pt x="16995" y="10786"/>
                  <a:pt x="16979" y="10751"/>
                </a:cubicBezTo>
                <a:cubicBezTo>
                  <a:pt x="16936" y="10657"/>
                  <a:pt x="16714" y="10107"/>
                  <a:pt x="16675" y="9982"/>
                </a:cubicBezTo>
                <a:cubicBezTo>
                  <a:pt x="16656" y="9922"/>
                  <a:pt x="16616" y="9825"/>
                  <a:pt x="16588" y="9771"/>
                </a:cubicBezTo>
                <a:cubicBezTo>
                  <a:pt x="16560" y="9716"/>
                  <a:pt x="16544" y="9660"/>
                  <a:pt x="16544" y="9636"/>
                </a:cubicBezTo>
                <a:cubicBezTo>
                  <a:pt x="16544" y="9612"/>
                  <a:pt x="16540" y="9575"/>
                  <a:pt x="16523" y="9559"/>
                </a:cubicBezTo>
                <a:cubicBezTo>
                  <a:pt x="16505" y="9543"/>
                  <a:pt x="16446" y="9417"/>
                  <a:pt x="16392" y="9270"/>
                </a:cubicBezTo>
                <a:cubicBezTo>
                  <a:pt x="16339" y="9124"/>
                  <a:pt x="16278" y="8979"/>
                  <a:pt x="16262" y="8963"/>
                </a:cubicBezTo>
                <a:cubicBezTo>
                  <a:pt x="16245" y="8946"/>
                  <a:pt x="16218" y="8912"/>
                  <a:pt x="16218" y="8886"/>
                </a:cubicBezTo>
                <a:cubicBezTo>
                  <a:pt x="16218" y="8859"/>
                  <a:pt x="16204" y="8800"/>
                  <a:pt x="16175" y="8751"/>
                </a:cubicBezTo>
                <a:cubicBezTo>
                  <a:pt x="16146" y="8702"/>
                  <a:pt x="16131" y="8653"/>
                  <a:pt x="16131" y="8636"/>
                </a:cubicBezTo>
                <a:cubicBezTo>
                  <a:pt x="16131" y="8619"/>
                  <a:pt x="16092" y="8555"/>
                  <a:pt x="16066" y="8501"/>
                </a:cubicBezTo>
                <a:cubicBezTo>
                  <a:pt x="16040" y="8447"/>
                  <a:pt x="15997" y="8337"/>
                  <a:pt x="15957" y="8251"/>
                </a:cubicBezTo>
                <a:cubicBezTo>
                  <a:pt x="15833" y="7982"/>
                  <a:pt x="15806" y="7931"/>
                  <a:pt x="15696" y="7770"/>
                </a:cubicBezTo>
                <a:cubicBezTo>
                  <a:pt x="15638" y="7684"/>
                  <a:pt x="15564" y="7599"/>
                  <a:pt x="15544" y="7559"/>
                </a:cubicBezTo>
                <a:cubicBezTo>
                  <a:pt x="15491" y="7451"/>
                  <a:pt x="15278" y="7131"/>
                  <a:pt x="15153" y="7001"/>
                </a:cubicBezTo>
                <a:cubicBezTo>
                  <a:pt x="15093" y="6939"/>
                  <a:pt x="15011" y="6880"/>
                  <a:pt x="14979" y="6847"/>
                </a:cubicBezTo>
                <a:cubicBezTo>
                  <a:pt x="14739" y="6596"/>
                  <a:pt x="14416" y="6399"/>
                  <a:pt x="13631" y="6097"/>
                </a:cubicBezTo>
                <a:cubicBezTo>
                  <a:pt x="13436" y="6022"/>
                  <a:pt x="13082" y="5886"/>
                  <a:pt x="12849" y="5789"/>
                </a:cubicBezTo>
                <a:cubicBezTo>
                  <a:pt x="12615" y="5692"/>
                  <a:pt x="12359" y="5601"/>
                  <a:pt x="12283" y="5577"/>
                </a:cubicBezTo>
                <a:cubicBezTo>
                  <a:pt x="12208" y="5554"/>
                  <a:pt x="12096" y="5480"/>
                  <a:pt x="12044" y="5424"/>
                </a:cubicBezTo>
                <a:cubicBezTo>
                  <a:pt x="11993" y="5367"/>
                  <a:pt x="11924" y="5270"/>
                  <a:pt x="11870" y="5212"/>
                </a:cubicBezTo>
                <a:cubicBezTo>
                  <a:pt x="11817" y="5154"/>
                  <a:pt x="11762" y="5094"/>
                  <a:pt x="11762" y="5077"/>
                </a:cubicBezTo>
                <a:cubicBezTo>
                  <a:pt x="11762" y="5061"/>
                  <a:pt x="11735" y="5032"/>
                  <a:pt x="11696" y="5000"/>
                </a:cubicBezTo>
                <a:cubicBezTo>
                  <a:pt x="11606" y="4928"/>
                  <a:pt x="11597" y="4924"/>
                  <a:pt x="11718" y="4693"/>
                </a:cubicBezTo>
                <a:cubicBezTo>
                  <a:pt x="11774" y="4586"/>
                  <a:pt x="11834" y="4466"/>
                  <a:pt x="11849" y="4423"/>
                </a:cubicBezTo>
                <a:cubicBezTo>
                  <a:pt x="11863" y="4380"/>
                  <a:pt x="11935" y="4287"/>
                  <a:pt x="12001" y="4231"/>
                </a:cubicBezTo>
                <a:cubicBezTo>
                  <a:pt x="12084" y="4161"/>
                  <a:pt x="12109" y="4103"/>
                  <a:pt x="12109" y="4039"/>
                </a:cubicBezTo>
                <a:cubicBezTo>
                  <a:pt x="12109" y="3988"/>
                  <a:pt x="12133" y="3934"/>
                  <a:pt x="12153" y="3923"/>
                </a:cubicBezTo>
                <a:cubicBezTo>
                  <a:pt x="12172" y="3913"/>
                  <a:pt x="12196" y="3878"/>
                  <a:pt x="12196" y="3846"/>
                </a:cubicBezTo>
                <a:cubicBezTo>
                  <a:pt x="12196" y="3782"/>
                  <a:pt x="12285" y="3483"/>
                  <a:pt x="12370" y="3308"/>
                </a:cubicBezTo>
                <a:cubicBezTo>
                  <a:pt x="12474" y="3093"/>
                  <a:pt x="12443" y="2649"/>
                  <a:pt x="12305" y="2558"/>
                </a:cubicBezTo>
                <a:cubicBezTo>
                  <a:pt x="12292" y="2549"/>
                  <a:pt x="12244" y="2530"/>
                  <a:pt x="12196" y="2500"/>
                </a:cubicBezTo>
                <a:cubicBezTo>
                  <a:pt x="12120" y="2451"/>
                  <a:pt x="12108" y="2415"/>
                  <a:pt x="12088" y="2173"/>
                </a:cubicBezTo>
                <a:cubicBezTo>
                  <a:pt x="12020" y="1356"/>
                  <a:pt x="11767" y="897"/>
                  <a:pt x="11153" y="461"/>
                </a:cubicBezTo>
                <a:cubicBezTo>
                  <a:pt x="10993" y="348"/>
                  <a:pt x="10427" y="116"/>
                  <a:pt x="10196" y="57"/>
                </a:cubicBezTo>
                <a:cubicBezTo>
                  <a:pt x="9914" y="-15"/>
                  <a:pt x="9352" y="-22"/>
                  <a:pt x="9066" y="57"/>
                </a:cubicBezTo>
                <a:close/>
                <a:moveTo>
                  <a:pt x="5392" y="13752"/>
                </a:moveTo>
                <a:cubicBezTo>
                  <a:pt x="5412" y="13741"/>
                  <a:pt x="5414" y="13782"/>
                  <a:pt x="5414" y="13829"/>
                </a:cubicBezTo>
                <a:cubicBezTo>
                  <a:pt x="5414" y="13921"/>
                  <a:pt x="5510" y="14061"/>
                  <a:pt x="5609" y="14156"/>
                </a:cubicBezTo>
                <a:cubicBezTo>
                  <a:pt x="5705" y="14247"/>
                  <a:pt x="5705" y="14591"/>
                  <a:pt x="5609" y="14675"/>
                </a:cubicBezTo>
                <a:cubicBezTo>
                  <a:pt x="5572" y="14708"/>
                  <a:pt x="5488" y="14808"/>
                  <a:pt x="5435" y="14887"/>
                </a:cubicBezTo>
                <a:cubicBezTo>
                  <a:pt x="5357" y="15004"/>
                  <a:pt x="5321" y="15021"/>
                  <a:pt x="5240" y="15021"/>
                </a:cubicBezTo>
                <a:cubicBezTo>
                  <a:pt x="5184" y="15021"/>
                  <a:pt x="5009" y="15087"/>
                  <a:pt x="4848" y="15156"/>
                </a:cubicBezTo>
                <a:cubicBezTo>
                  <a:pt x="4606" y="15259"/>
                  <a:pt x="4523" y="15271"/>
                  <a:pt x="4348" y="15271"/>
                </a:cubicBezTo>
                <a:lnTo>
                  <a:pt x="4131" y="15271"/>
                </a:lnTo>
                <a:lnTo>
                  <a:pt x="4240" y="15175"/>
                </a:lnTo>
                <a:cubicBezTo>
                  <a:pt x="4297" y="15120"/>
                  <a:pt x="4469" y="14960"/>
                  <a:pt x="4631" y="14810"/>
                </a:cubicBezTo>
                <a:cubicBezTo>
                  <a:pt x="4793" y="14660"/>
                  <a:pt x="4983" y="14470"/>
                  <a:pt x="5044" y="14387"/>
                </a:cubicBezTo>
                <a:cubicBezTo>
                  <a:pt x="5201" y="14171"/>
                  <a:pt x="5348" y="13891"/>
                  <a:pt x="5348" y="13829"/>
                </a:cubicBezTo>
                <a:cubicBezTo>
                  <a:pt x="5349" y="13800"/>
                  <a:pt x="5372" y="13763"/>
                  <a:pt x="5392" y="13752"/>
                </a:cubicBezTo>
                <a:close/>
                <a:moveTo>
                  <a:pt x="14023" y="14425"/>
                </a:moveTo>
                <a:lnTo>
                  <a:pt x="14218" y="14598"/>
                </a:lnTo>
                <a:cubicBezTo>
                  <a:pt x="14326" y="14692"/>
                  <a:pt x="14473" y="14812"/>
                  <a:pt x="14523" y="14887"/>
                </a:cubicBezTo>
                <a:cubicBezTo>
                  <a:pt x="14572" y="14961"/>
                  <a:pt x="14594" y="15037"/>
                  <a:pt x="14588" y="15041"/>
                </a:cubicBezTo>
                <a:cubicBezTo>
                  <a:pt x="14581" y="15044"/>
                  <a:pt x="14538" y="15047"/>
                  <a:pt x="14479" y="15041"/>
                </a:cubicBezTo>
                <a:cubicBezTo>
                  <a:pt x="14406" y="15033"/>
                  <a:pt x="14312" y="14977"/>
                  <a:pt x="14196" y="14868"/>
                </a:cubicBezTo>
                <a:cubicBezTo>
                  <a:pt x="14046" y="14726"/>
                  <a:pt x="14023" y="14688"/>
                  <a:pt x="14023" y="14560"/>
                </a:cubicBezTo>
                <a:lnTo>
                  <a:pt x="14023" y="14425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Screenshot 2026-04-20 at 11.52.17.png" id="257" name="Google Shape;257;p13"/>
          <p:cNvPicPr preferRelativeResize="0"/>
          <p:nvPr/>
        </p:nvPicPr>
        <p:blipFill rotWithShape="1">
          <a:blip r:embed="rId4">
            <a:alphaModFix/>
          </a:blip>
          <a:srcRect b="2418" l="14349" r="2271" t="4945"/>
          <a:stretch/>
        </p:blipFill>
        <p:spPr>
          <a:xfrm>
            <a:off x="523765" y="3669615"/>
            <a:ext cx="396777" cy="444409"/>
          </a:xfrm>
          <a:custGeom>
            <a:rect b="b" l="l" r="r" t="t"/>
            <a:pathLst>
              <a:path extrusionOk="0" h="21582" w="21562">
                <a:moveTo>
                  <a:pt x="9441" y="26"/>
                </a:moveTo>
                <a:cubicBezTo>
                  <a:pt x="9430" y="41"/>
                  <a:pt x="9363" y="74"/>
                  <a:pt x="9268" y="84"/>
                </a:cubicBezTo>
                <a:cubicBezTo>
                  <a:pt x="9173" y="94"/>
                  <a:pt x="9066" y="106"/>
                  <a:pt x="9031" y="122"/>
                </a:cubicBezTo>
                <a:cubicBezTo>
                  <a:pt x="8996" y="139"/>
                  <a:pt x="8878" y="181"/>
                  <a:pt x="8772" y="219"/>
                </a:cubicBezTo>
                <a:cubicBezTo>
                  <a:pt x="8411" y="348"/>
                  <a:pt x="7949" y="659"/>
                  <a:pt x="7780" y="893"/>
                </a:cubicBezTo>
                <a:cubicBezTo>
                  <a:pt x="7578" y="1174"/>
                  <a:pt x="7468" y="1466"/>
                  <a:pt x="7435" y="1703"/>
                </a:cubicBezTo>
                <a:cubicBezTo>
                  <a:pt x="7417" y="1832"/>
                  <a:pt x="7388" y="1978"/>
                  <a:pt x="7370" y="2030"/>
                </a:cubicBezTo>
                <a:cubicBezTo>
                  <a:pt x="7352" y="2083"/>
                  <a:pt x="7327" y="2217"/>
                  <a:pt x="7327" y="2320"/>
                </a:cubicBezTo>
                <a:cubicBezTo>
                  <a:pt x="7327" y="2492"/>
                  <a:pt x="7315" y="2502"/>
                  <a:pt x="7219" y="2551"/>
                </a:cubicBezTo>
                <a:cubicBezTo>
                  <a:pt x="7008" y="2658"/>
                  <a:pt x="6952" y="3036"/>
                  <a:pt x="7090" y="3360"/>
                </a:cubicBezTo>
                <a:cubicBezTo>
                  <a:pt x="7130" y="3455"/>
                  <a:pt x="7177" y="3579"/>
                  <a:pt x="7198" y="3630"/>
                </a:cubicBezTo>
                <a:cubicBezTo>
                  <a:pt x="7218" y="3682"/>
                  <a:pt x="7248" y="3729"/>
                  <a:pt x="7262" y="3746"/>
                </a:cubicBezTo>
                <a:cubicBezTo>
                  <a:pt x="7276" y="3763"/>
                  <a:pt x="7293" y="3842"/>
                  <a:pt x="7305" y="3919"/>
                </a:cubicBezTo>
                <a:cubicBezTo>
                  <a:pt x="7336" y="4108"/>
                  <a:pt x="7429" y="4260"/>
                  <a:pt x="7543" y="4305"/>
                </a:cubicBezTo>
                <a:cubicBezTo>
                  <a:pt x="7608" y="4330"/>
                  <a:pt x="7661" y="4396"/>
                  <a:pt x="7715" y="4517"/>
                </a:cubicBezTo>
                <a:cubicBezTo>
                  <a:pt x="7758" y="4612"/>
                  <a:pt x="7838" y="4756"/>
                  <a:pt x="7888" y="4844"/>
                </a:cubicBezTo>
                <a:lnTo>
                  <a:pt x="7974" y="4999"/>
                </a:lnTo>
                <a:lnTo>
                  <a:pt x="7823" y="5153"/>
                </a:lnTo>
                <a:cubicBezTo>
                  <a:pt x="7502" y="5499"/>
                  <a:pt x="7389" y="5614"/>
                  <a:pt x="7284" y="5635"/>
                </a:cubicBezTo>
                <a:cubicBezTo>
                  <a:pt x="7224" y="5646"/>
                  <a:pt x="7127" y="5680"/>
                  <a:pt x="7068" y="5712"/>
                </a:cubicBezTo>
                <a:cubicBezTo>
                  <a:pt x="6812" y="5849"/>
                  <a:pt x="6449" y="6005"/>
                  <a:pt x="6205" y="6078"/>
                </a:cubicBezTo>
                <a:cubicBezTo>
                  <a:pt x="6061" y="6121"/>
                  <a:pt x="5912" y="6160"/>
                  <a:pt x="5882" y="6174"/>
                </a:cubicBezTo>
                <a:cubicBezTo>
                  <a:pt x="5852" y="6188"/>
                  <a:pt x="5776" y="6200"/>
                  <a:pt x="5709" y="6213"/>
                </a:cubicBezTo>
                <a:cubicBezTo>
                  <a:pt x="5576" y="6239"/>
                  <a:pt x="5589" y="6243"/>
                  <a:pt x="5213" y="6406"/>
                </a:cubicBezTo>
                <a:cubicBezTo>
                  <a:pt x="4994" y="6501"/>
                  <a:pt x="4900" y="6581"/>
                  <a:pt x="4631" y="6830"/>
                </a:cubicBezTo>
                <a:cubicBezTo>
                  <a:pt x="4291" y="7144"/>
                  <a:pt x="3855" y="7660"/>
                  <a:pt x="3855" y="7755"/>
                </a:cubicBezTo>
                <a:cubicBezTo>
                  <a:pt x="3855" y="7784"/>
                  <a:pt x="3850" y="7803"/>
                  <a:pt x="3833" y="7813"/>
                </a:cubicBezTo>
                <a:cubicBezTo>
                  <a:pt x="3816" y="7822"/>
                  <a:pt x="3782" y="7885"/>
                  <a:pt x="3768" y="7948"/>
                </a:cubicBezTo>
                <a:cubicBezTo>
                  <a:pt x="3755" y="8010"/>
                  <a:pt x="3742" y="8093"/>
                  <a:pt x="3725" y="8121"/>
                </a:cubicBezTo>
                <a:cubicBezTo>
                  <a:pt x="3709" y="8149"/>
                  <a:pt x="3614" y="8304"/>
                  <a:pt x="3531" y="8468"/>
                </a:cubicBezTo>
                <a:cubicBezTo>
                  <a:pt x="3362" y="8799"/>
                  <a:pt x="3209" y="9059"/>
                  <a:pt x="3078" y="9200"/>
                </a:cubicBezTo>
                <a:cubicBezTo>
                  <a:pt x="2997" y="9288"/>
                  <a:pt x="2993" y="9284"/>
                  <a:pt x="2992" y="9220"/>
                </a:cubicBezTo>
                <a:cubicBezTo>
                  <a:pt x="2991" y="9182"/>
                  <a:pt x="2966" y="9152"/>
                  <a:pt x="2949" y="9142"/>
                </a:cubicBezTo>
                <a:cubicBezTo>
                  <a:pt x="2931" y="9133"/>
                  <a:pt x="2898" y="9060"/>
                  <a:pt x="2884" y="8988"/>
                </a:cubicBezTo>
                <a:cubicBezTo>
                  <a:pt x="2871" y="8917"/>
                  <a:pt x="2846" y="8815"/>
                  <a:pt x="2819" y="8757"/>
                </a:cubicBezTo>
                <a:cubicBezTo>
                  <a:pt x="2792" y="8699"/>
                  <a:pt x="2767" y="8555"/>
                  <a:pt x="2755" y="8429"/>
                </a:cubicBezTo>
                <a:cubicBezTo>
                  <a:pt x="2734" y="8210"/>
                  <a:pt x="2735" y="8192"/>
                  <a:pt x="2863" y="7967"/>
                </a:cubicBezTo>
                <a:cubicBezTo>
                  <a:pt x="2974" y="7770"/>
                  <a:pt x="2987" y="7677"/>
                  <a:pt x="3014" y="7427"/>
                </a:cubicBezTo>
                <a:cubicBezTo>
                  <a:pt x="3089" y="6703"/>
                  <a:pt x="3095" y="6753"/>
                  <a:pt x="2992" y="6560"/>
                </a:cubicBezTo>
                <a:cubicBezTo>
                  <a:pt x="2940" y="6462"/>
                  <a:pt x="2880" y="6284"/>
                  <a:pt x="2841" y="6174"/>
                </a:cubicBezTo>
                <a:cubicBezTo>
                  <a:pt x="2802" y="6065"/>
                  <a:pt x="2720" y="5939"/>
                  <a:pt x="2668" y="5885"/>
                </a:cubicBezTo>
                <a:cubicBezTo>
                  <a:pt x="2617" y="5831"/>
                  <a:pt x="2540" y="5712"/>
                  <a:pt x="2496" y="5635"/>
                </a:cubicBezTo>
                <a:cubicBezTo>
                  <a:pt x="2452" y="5558"/>
                  <a:pt x="2385" y="5473"/>
                  <a:pt x="2345" y="5442"/>
                </a:cubicBezTo>
                <a:cubicBezTo>
                  <a:pt x="2246" y="5365"/>
                  <a:pt x="2032" y="5380"/>
                  <a:pt x="1935" y="5461"/>
                </a:cubicBezTo>
                <a:lnTo>
                  <a:pt x="1870" y="5519"/>
                </a:lnTo>
                <a:lnTo>
                  <a:pt x="1806" y="5423"/>
                </a:lnTo>
                <a:cubicBezTo>
                  <a:pt x="1777" y="5365"/>
                  <a:pt x="1754" y="5271"/>
                  <a:pt x="1741" y="5211"/>
                </a:cubicBezTo>
                <a:cubicBezTo>
                  <a:pt x="1728" y="5150"/>
                  <a:pt x="1691" y="5074"/>
                  <a:pt x="1676" y="5056"/>
                </a:cubicBezTo>
                <a:cubicBezTo>
                  <a:pt x="1662" y="5039"/>
                  <a:pt x="1646" y="4979"/>
                  <a:pt x="1633" y="4902"/>
                </a:cubicBezTo>
                <a:cubicBezTo>
                  <a:pt x="1620" y="4826"/>
                  <a:pt x="1605" y="4747"/>
                  <a:pt x="1590" y="4729"/>
                </a:cubicBezTo>
                <a:cubicBezTo>
                  <a:pt x="1575" y="4711"/>
                  <a:pt x="1527" y="4586"/>
                  <a:pt x="1482" y="4459"/>
                </a:cubicBezTo>
                <a:cubicBezTo>
                  <a:pt x="1391" y="4199"/>
                  <a:pt x="1148" y="3870"/>
                  <a:pt x="1008" y="3823"/>
                </a:cubicBezTo>
                <a:cubicBezTo>
                  <a:pt x="826" y="3761"/>
                  <a:pt x="660" y="3787"/>
                  <a:pt x="533" y="3900"/>
                </a:cubicBezTo>
                <a:cubicBezTo>
                  <a:pt x="400" y="4019"/>
                  <a:pt x="390" y="4097"/>
                  <a:pt x="469" y="4305"/>
                </a:cubicBezTo>
                <a:cubicBezTo>
                  <a:pt x="545" y="4507"/>
                  <a:pt x="626" y="4852"/>
                  <a:pt x="663" y="5114"/>
                </a:cubicBezTo>
                <a:cubicBezTo>
                  <a:pt x="681" y="5242"/>
                  <a:pt x="710" y="5346"/>
                  <a:pt x="727" y="5365"/>
                </a:cubicBezTo>
                <a:cubicBezTo>
                  <a:pt x="744" y="5384"/>
                  <a:pt x="778" y="5509"/>
                  <a:pt x="792" y="5635"/>
                </a:cubicBezTo>
                <a:lnTo>
                  <a:pt x="814" y="5866"/>
                </a:lnTo>
                <a:lnTo>
                  <a:pt x="641" y="6039"/>
                </a:lnTo>
                <a:cubicBezTo>
                  <a:pt x="543" y="6132"/>
                  <a:pt x="469" y="6214"/>
                  <a:pt x="469" y="6232"/>
                </a:cubicBezTo>
                <a:cubicBezTo>
                  <a:pt x="469" y="6250"/>
                  <a:pt x="409" y="6311"/>
                  <a:pt x="339" y="6367"/>
                </a:cubicBezTo>
                <a:cubicBezTo>
                  <a:pt x="180" y="6496"/>
                  <a:pt x="102" y="6609"/>
                  <a:pt x="102" y="6753"/>
                </a:cubicBezTo>
                <a:cubicBezTo>
                  <a:pt x="102" y="6815"/>
                  <a:pt x="91" y="6909"/>
                  <a:pt x="59" y="6965"/>
                </a:cubicBezTo>
                <a:cubicBezTo>
                  <a:pt x="-31" y="7117"/>
                  <a:pt x="-19" y="7357"/>
                  <a:pt x="102" y="7562"/>
                </a:cubicBezTo>
                <a:cubicBezTo>
                  <a:pt x="158" y="7657"/>
                  <a:pt x="292" y="7874"/>
                  <a:pt x="404" y="8063"/>
                </a:cubicBezTo>
                <a:cubicBezTo>
                  <a:pt x="516" y="8253"/>
                  <a:pt x="677" y="8493"/>
                  <a:pt x="749" y="8584"/>
                </a:cubicBezTo>
                <a:cubicBezTo>
                  <a:pt x="848" y="8708"/>
                  <a:pt x="882" y="8794"/>
                  <a:pt x="900" y="8930"/>
                </a:cubicBezTo>
                <a:cubicBezTo>
                  <a:pt x="921" y="9088"/>
                  <a:pt x="1009" y="9337"/>
                  <a:pt x="1094" y="9489"/>
                </a:cubicBezTo>
                <a:cubicBezTo>
                  <a:pt x="1109" y="9517"/>
                  <a:pt x="1123" y="9617"/>
                  <a:pt x="1137" y="9701"/>
                </a:cubicBezTo>
                <a:cubicBezTo>
                  <a:pt x="1151" y="9786"/>
                  <a:pt x="1186" y="9876"/>
                  <a:pt x="1202" y="9894"/>
                </a:cubicBezTo>
                <a:cubicBezTo>
                  <a:pt x="1267" y="9967"/>
                  <a:pt x="1280" y="10337"/>
                  <a:pt x="1223" y="10492"/>
                </a:cubicBezTo>
                <a:cubicBezTo>
                  <a:pt x="1167" y="10646"/>
                  <a:pt x="1120" y="10794"/>
                  <a:pt x="1029" y="11282"/>
                </a:cubicBezTo>
                <a:cubicBezTo>
                  <a:pt x="986" y="11517"/>
                  <a:pt x="987" y="11595"/>
                  <a:pt x="1029" y="11860"/>
                </a:cubicBezTo>
                <a:cubicBezTo>
                  <a:pt x="1087" y="12220"/>
                  <a:pt x="1158" y="12474"/>
                  <a:pt x="1202" y="12515"/>
                </a:cubicBezTo>
                <a:cubicBezTo>
                  <a:pt x="1219" y="12532"/>
                  <a:pt x="1223" y="12568"/>
                  <a:pt x="1223" y="12593"/>
                </a:cubicBezTo>
                <a:cubicBezTo>
                  <a:pt x="1223" y="12617"/>
                  <a:pt x="1252" y="12695"/>
                  <a:pt x="1288" y="12766"/>
                </a:cubicBezTo>
                <a:cubicBezTo>
                  <a:pt x="1324" y="12837"/>
                  <a:pt x="1446" y="13050"/>
                  <a:pt x="1547" y="13248"/>
                </a:cubicBezTo>
                <a:cubicBezTo>
                  <a:pt x="1648" y="13446"/>
                  <a:pt x="1757" y="13645"/>
                  <a:pt x="1784" y="13691"/>
                </a:cubicBezTo>
                <a:cubicBezTo>
                  <a:pt x="1811" y="13737"/>
                  <a:pt x="1827" y="13799"/>
                  <a:pt x="1827" y="13826"/>
                </a:cubicBezTo>
                <a:cubicBezTo>
                  <a:pt x="1827" y="13853"/>
                  <a:pt x="1842" y="13936"/>
                  <a:pt x="1870" y="14019"/>
                </a:cubicBezTo>
                <a:cubicBezTo>
                  <a:pt x="1899" y="14101"/>
                  <a:pt x="1967" y="14252"/>
                  <a:pt x="2000" y="14346"/>
                </a:cubicBezTo>
                <a:cubicBezTo>
                  <a:pt x="2082" y="14585"/>
                  <a:pt x="2201" y="14724"/>
                  <a:pt x="2517" y="14905"/>
                </a:cubicBezTo>
                <a:cubicBezTo>
                  <a:pt x="2952" y="15154"/>
                  <a:pt x="3185" y="15252"/>
                  <a:pt x="3315" y="15252"/>
                </a:cubicBezTo>
                <a:cubicBezTo>
                  <a:pt x="3457" y="15252"/>
                  <a:pt x="3765" y="15108"/>
                  <a:pt x="3984" y="14944"/>
                </a:cubicBezTo>
                <a:cubicBezTo>
                  <a:pt x="4068" y="14881"/>
                  <a:pt x="4215" y="14792"/>
                  <a:pt x="4308" y="14732"/>
                </a:cubicBezTo>
                <a:cubicBezTo>
                  <a:pt x="4673" y="14494"/>
                  <a:pt x="4962" y="14269"/>
                  <a:pt x="5149" y="14057"/>
                </a:cubicBezTo>
                <a:cubicBezTo>
                  <a:pt x="5264" y="13927"/>
                  <a:pt x="5513" y="13509"/>
                  <a:pt x="5515" y="13441"/>
                </a:cubicBezTo>
                <a:cubicBezTo>
                  <a:pt x="5516" y="13419"/>
                  <a:pt x="5553" y="13323"/>
                  <a:pt x="5602" y="13229"/>
                </a:cubicBezTo>
                <a:cubicBezTo>
                  <a:pt x="5704" y="13028"/>
                  <a:pt x="5688" y="13131"/>
                  <a:pt x="5580" y="13383"/>
                </a:cubicBezTo>
                <a:cubicBezTo>
                  <a:pt x="5531" y="13496"/>
                  <a:pt x="5515" y="13628"/>
                  <a:pt x="5515" y="13768"/>
                </a:cubicBezTo>
                <a:cubicBezTo>
                  <a:pt x="5515" y="13984"/>
                  <a:pt x="5525" y="14033"/>
                  <a:pt x="5666" y="14192"/>
                </a:cubicBezTo>
                <a:cubicBezTo>
                  <a:pt x="5728" y="14261"/>
                  <a:pt x="5753" y="14337"/>
                  <a:pt x="5753" y="14481"/>
                </a:cubicBezTo>
                <a:cubicBezTo>
                  <a:pt x="5753" y="14639"/>
                  <a:pt x="5731" y="14682"/>
                  <a:pt x="5645" y="14770"/>
                </a:cubicBezTo>
                <a:cubicBezTo>
                  <a:pt x="5590" y="14827"/>
                  <a:pt x="5526" y="14907"/>
                  <a:pt x="5494" y="14963"/>
                </a:cubicBezTo>
                <a:cubicBezTo>
                  <a:pt x="5448" y="15043"/>
                  <a:pt x="5401" y="15060"/>
                  <a:pt x="5321" y="15060"/>
                </a:cubicBezTo>
                <a:cubicBezTo>
                  <a:pt x="5265" y="15060"/>
                  <a:pt x="5224" y="15083"/>
                  <a:pt x="5213" y="15098"/>
                </a:cubicBezTo>
                <a:cubicBezTo>
                  <a:pt x="5203" y="15113"/>
                  <a:pt x="5144" y="15126"/>
                  <a:pt x="5084" y="15137"/>
                </a:cubicBezTo>
                <a:cubicBezTo>
                  <a:pt x="5024" y="15147"/>
                  <a:pt x="4920" y="15181"/>
                  <a:pt x="4868" y="15214"/>
                </a:cubicBezTo>
                <a:cubicBezTo>
                  <a:pt x="4801" y="15257"/>
                  <a:pt x="4700" y="15280"/>
                  <a:pt x="4502" y="15291"/>
                </a:cubicBezTo>
                <a:cubicBezTo>
                  <a:pt x="4057" y="15315"/>
                  <a:pt x="3497" y="15375"/>
                  <a:pt x="3402" y="15406"/>
                </a:cubicBezTo>
                <a:cubicBezTo>
                  <a:pt x="3354" y="15422"/>
                  <a:pt x="3127" y="15453"/>
                  <a:pt x="2906" y="15464"/>
                </a:cubicBezTo>
                <a:cubicBezTo>
                  <a:pt x="2684" y="15475"/>
                  <a:pt x="2494" y="15489"/>
                  <a:pt x="2474" y="15503"/>
                </a:cubicBezTo>
                <a:cubicBezTo>
                  <a:pt x="2455" y="15517"/>
                  <a:pt x="2366" y="15548"/>
                  <a:pt x="2280" y="15561"/>
                </a:cubicBezTo>
                <a:cubicBezTo>
                  <a:pt x="2194" y="15573"/>
                  <a:pt x="2094" y="15586"/>
                  <a:pt x="2065" y="15599"/>
                </a:cubicBezTo>
                <a:cubicBezTo>
                  <a:pt x="2035" y="15613"/>
                  <a:pt x="1933" y="15669"/>
                  <a:pt x="1827" y="15715"/>
                </a:cubicBezTo>
                <a:cubicBezTo>
                  <a:pt x="1523" y="15847"/>
                  <a:pt x="1251" y="16098"/>
                  <a:pt x="1072" y="16428"/>
                </a:cubicBezTo>
                <a:cubicBezTo>
                  <a:pt x="988" y="16583"/>
                  <a:pt x="898" y="16775"/>
                  <a:pt x="878" y="16852"/>
                </a:cubicBezTo>
                <a:cubicBezTo>
                  <a:pt x="796" y="17173"/>
                  <a:pt x="776" y="17279"/>
                  <a:pt x="727" y="17372"/>
                </a:cubicBezTo>
                <a:cubicBezTo>
                  <a:pt x="699" y="17427"/>
                  <a:pt x="632" y="17606"/>
                  <a:pt x="576" y="17758"/>
                </a:cubicBezTo>
                <a:cubicBezTo>
                  <a:pt x="486" y="18006"/>
                  <a:pt x="472" y="18042"/>
                  <a:pt x="512" y="18143"/>
                </a:cubicBezTo>
                <a:cubicBezTo>
                  <a:pt x="593" y="18349"/>
                  <a:pt x="746" y="18571"/>
                  <a:pt x="878" y="18702"/>
                </a:cubicBezTo>
                <a:cubicBezTo>
                  <a:pt x="1048" y="18872"/>
                  <a:pt x="1107" y="18983"/>
                  <a:pt x="1137" y="19107"/>
                </a:cubicBezTo>
                <a:cubicBezTo>
                  <a:pt x="1151" y="19163"/>
                  <a:pt x="1184" y="19213"/>
                  <a:pt x="1202" y="19223"/>
                </a:cubicBezTo>
                <a:cubicBezTo>
                  <a:pt x="1220" y="19233"/>
                  <a:pt x="1223" y="19256"/>
                  <a:pt x="1223" y="19281"/>
                </a:cubicBezTo>
                <a:cubicBezTo>
                  <a:pt x="1223" y="19414"/>
                  <a:pt x="1749" y="19869"/>
                  <a:pt x="2065" y="20013"/>
                </a:cubicBezTo>
                <a:cubicBezTo>
                  <a:pt x="2138" y="20046"/>
                  <a:pt x="2134" y="20045"/>
                  <a:pt x="2086" y="20148"/>
                </a:cubicBezTo>
                <a:cubicBezTo>
                  <a:pt x="2058" y="20207"/>
                  <a:pt x="2043" y="20325"/>
                  <a:pt x="2043" y="20398"/>
                </a:cubicBezTo>
                <a:cubicBezTo>
                  <a:pt x="2043" y="20570"/>
                  <a:pt x="2211" y="20891"/>
                  <a:pt x="2345" y="20977"/>
                </a:cubicBezTo>
                <a:cubicBezTo>
                  <a:pt x="2400" y="21012"/>
                  <a:pt x="2497" y="21097"/>
                  <a:pt x="2582" y="21169"/>
                </a:cubicBezTo>
                <a:lnTo>
                  <a:pt x="2755" y="21304"/>
                </a:lnTo>
                <a:lnTo>
                  <a:pt x="3014" y="21285"/>
                </a:lnTo>
                <a:cubicBezTo>
                  <a:pt x="3160" y="21276"/>
                  <a:pt x="3374" y="21264"/>
                  <a:pt x="3488" y="21246"/>
                </a:cubicBezTo>
                <a:cubicBezTo>
                  <a:pt x="3602" y="21229"/>
                  <a:pt x="3910" y="21201"/>
                  <a:pt x="4178" y="21189"/>
                </a:cubicBezTo>
                <a:lnTo>
                  <a:pt x="4674" y="21169"/>
                </a:lnTo>
                <a:lnTo>
                  <a:pt x="4782" y="21285"/>
                </a:lnTo>
                <a:cubicBezTo>
                  <a:pt x="4928" y="21432"/>
                  <a:pt x="5028" y="21444"/>
                  <a:pt x="5537" y="21420"/>
                </a:cubicBezTo>
                <a:cubicBezTo>
                  <a:pt x="6048" y="21396"/>
                  <a:pt x="7367" y="21423"/>
                  <a:pt x="7392" y="21458"/>
                </a:cubicBezTo>
                <a:cubicBezTo>
                  <a:pt x="7418" y="21497"/>
                  <a:pt x="8853" y="21497"/>
                  <a:pt x="8880" y="21458"/>
                </a:cubicBezTo>
                <a:cubicBezTo>
                  <a:pt x="8907" y="21420"/>
                  <a:pt x="9867" y="21420"/>
                  <a:pt x="9893" y="21458"/>
                </a:cubicBezTo>
                <a:cubicBezTo>
                  <a:pt x="9904" y="21474"/>
                  <a:pt x="10156" y="21485"/>
                  <a:pt x="10433" y="21497"/>
                </a:cubicBezTo>
                <a:cubicBezTo>
                  <a:pt x="10709" y="21509"/>
                  <a:pt x="10945" y="21540"/>
                  <a:pt x="10972" y="21555"/>
                </a:cubicBezTo>
                <a:cubicBezTo>
                  <a:pt x="10999" y="21570"/>
                  <a:pt x="11138" y="21574"/>
                  <a:pt x="11274" y="21574"/>
                </a:cubicBezTo>
                <a:cubicBezTo>
                  <a:pt x="11563" y="21575"/>
                  <a:pt x="11642" y="21553"/>
                  <a:pt x="11748" y="21362"/>
                </a:cubicBezTo>
                <a:lnTo>
                  <a:pt x="11813" y="21227"/>
                </a:lnTo>
                <a:lnTo>
                  <a:pt x="12093" y="21246"/>
                </a:lnTo>
                <a:cubicBezTo>
                  <a:pt x="12592" y="21285"/>
                  <a:pt x="13011" y="21334"/>
                  <a:pt x="13085" y="21362"/>
                </a:cubicBezTo>
                <a:cubicBezTo>
                  <a:pt x="13126" y="21378"/>
                  <a:pt x="13257" y="21408"/>
                  <a:pt x="13366" y="21420"/>
                </a:cubicBezTo>
                <a:cubicBezTo>
                  <a:pt x="13475" y="21432"/>
                  <a:pt x="13572" y="21444"/>
                  <a:pt x="13581" y="21458"/>
                </a:cubicBezTo>
                <a:cubicBezTo>
                  <a:pt x="13591" y="21472"/>
                  <a:pt x="13691" y="21485"/>
                  <a:pt x="13797" y="21497"/>
                </a:cubicBezTo>
                <a:cubicBezTo>
                  <a:pt x="13903" y="21509"/>
                  <a:pt x="14002" y="21540"/>
                  <a:pt x="14013" y="21555"/>
                </a:cubicBezTo>
                <a:cubicBezTo>
                  <a:pt x="14038" y="21591"/>
                  <a:pt x="14354" y="21591"/>
                  <a:pt x="14379" y="21555"/>
                </a:cubicBezTo>
                <a:cubicBezTo>
                  <a:pt x="14390" y="21540"/>
                  <a:pt x="14437" y="21508"/>
                  <a:pt x="14487" y="21497"/>
                </a:cubicBezTo>
                <a:cubicBezTo>
                  <a:pt x="14537" y="21486"/>
                  <a:pt x="14668" y="21445"/>
                  <a:pt x="14768" y="21401"/>
                </a:cubicBezTo>
                <a:cubicBezTo>
                  <a:pt x="14914" y="21335"/>
                  <a:pt x="14993" y="21318"/>
                  <a:pt x="15177" y="21324"/>
                </a:cubicBezTo>
                <a:cubicBezTo>
                  <a:pt x="15302" y="21327"/>
                  <a:pt x="15417" y="21348"/>
                  <a:pt x="15436" y="21362"/>
                </a:cubicBezTo>
                <a:cubicBezTo>
                  <a:pt x="15456" y="21376"/>
                  <a:pt x="15608" y="21388"/>
                  <a:pt x="15781" y="21401"/>
                </a:cubicBezTo>
                <a:cubicBezTo>
                  <a:pt x="15955" y="21413"/>
                  <a:pt x="16125" y="21442"/>
                  <a:pt x="16148" y="21458"/>
                </a:cubicBezTo>
                <a:cubicBezTo>
                  <a:pt x="16171" y="21475"/>
                  <a:pt x="16323" y="21507"/>
                  <a:pt x="16493" y="21516"/>
                </a:cubicBezTo>
                <a:cubicBezTo>
                  <a:pt x="16778" y="21532"/>
                  <a:pt x="16813" y="21527"/>
                  <a:pt x="16924" y="21458"/>
                </a:cubicBezTo>
                <a:cubicBezTo>
                  <a:pt x="17039" y="21388"/>
                  <a:pt x="17093" y="21310"/>
                  <a:pt x="17226" y="21034"/>
                </a:cubicBezTo>
                <a:cubicBezTo>
                  <a:pt x="17290" y="20903"/>
                  <a:pt x="17303" y="20660"/>
                  <a:pt x="17248" y="20630"/>
                </a:cubicBezTo>
                <a:cubicBezTo>
                  <a:pt x="17229" y="20619"/>
                  <a:pt x="17205" y="20582"/>
                  <a:pt x="17205" y="20553"/>
                </a:cubicBezTo>
                <a:cubicBezTo>
                  <a:pt x="17205" y="20523"/>
                  <a:pt x="17189" y="20464"/>
                  <a:pt x="17162" y="20418"/>
                </a:cubicBezTo>
                <a:cubicBezTo>
                  <a:pt x="17113" y="20334"/>
                  <a:pt x="17102" y="20333"/>
                  <a:pt x="17334" y="20206"/>
                </a:cubicBezTo>
                <a:cubicBezTo>
                  <a:pt x="18086" y="19794"/>
                  <a:pt x="18523" y="19421"/>
                  <a:pt x="18779" y="18953"/>
                </a:cubicBezTo>
                <a:cubicBezTo>
                  <a:pt x="18840" y="18841"/>
                  <a:pt x="18908" y="18683"/>
                  <a:pt x="18930" y="18606"/>
                </a:cubicBezTo>
                <a:cubicBezTo>
                  <a:pt x="18985" y="18414"/>
                  <a:pt x="19007" y="18112"/>
                  <a:pt x="18973" y="18047"/>
                </a:cubicBezTo>
                <a:cubicBezTo>
                  <a:pt x="18958" y="18018"/>
                  <a:pt x="18933" y="17832"/>
                  <a:pt x="18909" y="17642"/>
                </a:cubicBezTo>
                <a:cubicBezTo>
                  <a:pt x="18851" y="17191"/>
                  <a:pt x="18761" y="16801"/>
                  <a:pt x="18714" y="16698"/>
                </a:cubicBezTo>
                <a:lnTo>
                  <a:pt x="18693" y="16601"/>
                </a:lnTo>
                <a:lnTo>
                  <a:pt x="18844" y="16679"/>
                </a:lnTo>
                <a:cubicBezTo>
                  <a:pt x="19015" y="16760"/>
                  <a:pt x="19211" y="16777"/>
                  <a:pt x="19318" y="16717"/>
                </a:cubicBezTo>
                <a:cubicBezTo>
                  <a:pt x="19372" y="16687"/>
                  <a:pt x="19398" y="16687"/>
                  <a:pt x="19491" y="16717"/>
                </a:cubicBezTo>
                <a:cubicBezTo>
                  <a:pt x="19656" y="16770"/>
                  <a:pt x="19682" y="16765"/>
                  <a:pt x="19858" y="16659"/>
                </a:cubicBezTo>
                <a:cubicBezTo>
                  <a:pt x="19943" y="16608"/>
                  <a:pt x="20029" y="16563"/>
                  <a:pt x="20052" y="16563"/>
                </a:cubicBezTo>
                <a:cubicBezTo>
                  <a:pt x="20148" y="16563"/>
                  <a:pt x="20392" y="16425"/>
                  <a:pt x="20483" y="16312"/>
                </a:cubicBezTo>
                <a:cubicBezTo>
                  <a:pt x="20560" y="16216"/>
                  <a:pt x="20610" y="16198"/>
                  <a:pt x="20699" y="16197"/>
                </a:cubicBezTo>
                <a:cubicBezTo>
                  <a:pt x="20849" y="16195"/>
                  <a:pt x="20936" y="16118"/>
                  <a:pt x="21065" y="15888"/>
                </a:cubicBezTo>
                <a:cubicBezTo>
                  <a:pt x="21164" y="15714"/>
                  <a:pt x="21173" y="15675"/>
                  <a:pt x="21173" y="15406"/>
                </a:cubicBezTo>
                <a:cubicBezTo>
                  <a:pt x="21173" y="15121"/>
                  <a:pt x="21164" y="15112"/>
                  <a:pt x="21259" y="15040"/>
                </a:cubicBezTo>
                <a:cubicBezTo>
                  <a:pt x="21442" y="14903"/>
                  <a:pt x="21554" y="14713"/>
                  <a:pt x="21561" y="14558"/>
                </a:cubicBezTo>
                <a:cubicBezTo>
                  <a:pt x="21569" y="14404"/>
                  <a:pt x="21475" y="14281"/>
                  <a:pt x="21303" y="14212"/>
                </a:cubicBezTo>
                <a:cubicBezTo>
                  <a:pt x="21172" y="14159"/>
                  <a:pt x="21098" y="14157"/>
                  <a:pt x="20418" y="14212"/>
                </a:cubicBezTo>
                <a:cubicBezTo>
                  <a:pt x="20256" y="14225"/>
                  <a:pt x="20173" y="14221"/>
                  <a:pt x="20116" y="14192"/>
                </a:cubicBezTo>
                <a:cubicBezTo>
                  <a:pt x="20060" y="14164"/>
                  <a:pt x="19854" y="14139"/>
                  <a:pt x="19469" y="14134"/>
                </a:cubicBezTo>
                <a:lnTo>
                  <a:pt x="18909" y="14134"/>
                </a:lnTo>
                <a:lnTo>
                  <a:pt x="18736" y="13961"/>
                </a:lnTo>
                <a:cubicBezTo>
                  <a:pt x="18416" y="13655"/>
                  <a:pt x="18351" y="13574"/>
                  <a:pt x="18154" y="13306"/>
                </a:cubicBezTo>
                <a:cubicBezTo>
                  <a:pt x="17963" y="13047"/>
                  <a:pt x="17790" y="12889"/>
                  <a:pt x="17615" y="12766"/>
                </a:cubicBezTo>
                <a:cubicBezTo>
                  <a:pt x="17506" y="12689"/>
                  <a:pt x="17465" y="12559"/>
                  <a:pt x="17420" y="12207"/>
                </a:cubicBezTo>
                <a:cubicBezTo>
                  <a:pt x="17398" y="12029"/>
                  <a:pt x="17336" y="11779"/>
                  <a:pt x="17248" y="11552"/>
                </a:cubicBezTo>
                <a:cubicBezTo>
                  <a:pt x="17171" y="11354"/>
                  <a:pt x="17046" y="11026"/>
                  <a:pt x="16968" y="10819"/>
                </a:cubicBezTo>
                <a:cubicBezTo>
                  <a:pt x="16889" y="10613"/>
                  <a:pt x="16810" y="10432"/>
                  <a:pt x="16795" y="10415"/>
                </a:cubicBezTo>
                <a:cubicBezTo>
                  <a:pt x="16780" y="10397"/>
                  <a:pt x="16744" y="10340"/>
                  <a:pt x="16730" y="10280"/>
                </a:cubicBezTo>
                <a:cubicBezTo>
                  <a:pt x="16716" y="10219"/>
                  <a:pt x="16701" y="10162"/>
                  <a:pt x="16687" y="10145"/>
                </a:cubicBezTo>
                <a:cubicBezTo>
                  <a:pt x="16673" y="10128"/>
                  <a:pt x="16643" y="10040"/>
                  <a:pt x="16622" y="9971"/>
                </a:cubicBezTo>
                <a:cubicBezTo>
                  <a:pt x="16574" y="9811"/>
                  <a:pt x="16489" y="9590"/>
                  <a:pt x="16450" y="9528"/>
                </a:cubicBezTo>
                <a:cubicBezTo>
                  <a:pt x="16433" y="9502"/>
                  <a:pt x="16400" y="9433"/>
                  <a:pt x="16385" y="9374"/>
                </a:cubicBezTo>
                <a:cubicBezTo>
                  <a:pt x="16371" y="9314"/>
                  <a:pt x="16337" y="9238"/>
                  <a:pt x="16321" y="9220"/>
                </a:cubicBezTo>
                <a:cubicBezTo>
                  <a:pt x="16304" y="9201"/>
                  <a:pt x="16260" y="9077"/>
                  <a:pt x="16213" y="8950"/>
                </a:cubicBezTo>
                <a:cubicBezTo>
                  <a:pt x="16133" y="8732"/>
                  <a:pt x="16049" y="8556"/>
                  <a:pt x="15975" y="8410"/>
                </a:cubicBezTo>
                <a:cubicBezTo>
                  <a:pt x="15958" y="8376"/>
                  <a:pt x="15908" y="8284"/>
                  <a:pt x="15868" y="8198"/>
                </a:cubicBezTo>
                <a:cubicBezTo>
                  <a:pt x="15582" y="7587"/>
                  <a:pt x="15075" y="6901"/>
                  <a:pt x="14725" y="6675"/>
                </a:cubicBezTo>
                <a:cubicBezTo>
                  <a:pt x="14678" y="6646"/>
                  <a:pt x="14601" y="6593"/>
                  <a:pt x="14552" y="6560"/>
                </a:cubicBezTo>
                <a:cubicBezTo>
                  <a:pt x="14503" y="6527"/>
                  <a:pt x="14291" y="6428"/>
                  <a:pt x="14099" y="6348"/>
                </a:cubicBezTo>
                <a:cubicBezTo>
                  <a:pt x="13907" y="6268"/>
                  <a:pt x="13723" y="6191"/>
                  <a:pt x="13689" y="6174"/>
                </a:cubicBezTo>
                <a:cubicBezTo>
                  <a:pt x="13655" y="6158"/>
                  <a:pt x="13515" y="6092"/>
                  <a:pt x="13366" y="6039"/>
                </a:cubicBezTo>
                <a:cubicBezTo>
                  <a:pt x="13217" y="5987"/>
                  <a:pt x="12909" y="5881"/>
                  <a:pt x="12697" y="5789"/>
                </a:cubicBezTo>
                <a:cubicBezTo>
                  <a:pt x="12485" y="5697"/>
                  <a:pt x="12291" y="5608"/>
                  <a:pt x="12244" y="5596"/>
                </a:cubicBezTo>
                <a:cubicBezTo>
                  <a:pt x="12159" y="5574"/>
                  <a:pt x="12040" y="5473"/>
                  <a:pt x="11899" y="5288"/>
                </a:cubicBezTo>
                <a:cubicBezTo>
                  <a:pt x="11857" y="5232"/>
                  <a:pt x="11777" y="5109"/>
                  <a:pt x="11705" y="5018"/>
                </a:cubicBezTo>
                <a:cubicBezTo>
                  <a:pt x="11580" y="4859"/>
                  <a:pt x="11568" y="4849"/>
                  <a:pt x="11619" y="4767"/>
                </a:cubicBezTo>
                <a:cubicBezTo>
                  <a:pt x="11648" y="4721"/>
                  <a:pt x="11709" y="4609"/>
                  <a:pt x="11748" y="4517"/>
                </a:cubicBezTo>
                <a:cubicBezTo>
                  <a:pt x="11787" y="4425"/>
                  <a:pt x="11863" y="4309"/>
                  <a:pt x="11921" y="4266"/>
                </a:cubicBezTo>
                <a:cubicBezTo>
                  <a:pt x="12045" y="4173"/>
                  <a:pt x="12104" y="4054"/>
                  <a:pt x="12136" y="3861"/>
                </a:cubicBezTo>
                <a:cubicBezTo>
                  <a:pt x="12150" y="3784"/>
                  <a:pt x="12186" y="3705"/>
                  <a:pt x="12201" y="3688"/>
                </a:cubicBezTo>
                <a:cubicBezTo>
                  <a:pt x="12217" y="3671"/>
                  <a:pt x="12259" y="3556"/>
                  <a:pt x="12309" y="3437"/>
                </a:cubicBezTo>
                <a:cubicBezTo>
                  <a:pt x="12484" y="3022"/>
                  <a:pt x="12413" y="2592"/>
                  <a:pt x="12158" y="2512"/>
                </a:cubicBezTo>
                <a:lnTo>
                  <a:pt x="12072" y="2474"/>
                </a:lnTo>
                <a:lnTo>
                  <a:pt x="12050" y="2108"/>
                </a:lnTo>
                <a:cubicBezTo>
                  <a:pt x="12038" y="1899"/>
                  <a:pt x="12002" y="1703"/>
                  <a:pt x="11985" y="1684"/>
                </a:cubicBezTo>
                <a:cubicBezTo>
                  <a:pt x="11969" y="1665"/>
                  <a:pt x="11955" y="1608"/>
                  <a:pt x="11942" y="1549"/>
                </a:cubicBezTo>
                <a:cubicBezTo>
                  <a:pt x="11900" y="1348"/>
                  <a:pt x="11659" y="961"/>
                  <a:pt x="11446" y="758"/>
                </a:cubicBezTo>
                <a:cubicBezTo>
                  <a:pt x="11205" y="528"/>
                  <a:pt x="11054" y="443"/>
                  <a:pt x="10670" y="277"/>
                </a:cubicBezTo>
                <a:cubicBezTo>
                  <a:pt x="10516" y="210"/>
                  <a:pt x="10361" y="138"/>
                  <a:pt x="10325" y="122"/>
                </a:cubicBezTo>
                <a:cubicBezTo>
                  <a:pt x="10289" y="107"/>
                  <a:pt x="10170" y="93"/>
                  <a:pt x="10066" y="84"/>
                </a:cubicBezTo>
                <a:cubicBezTo>
                  <a:pt x="9962" y="74"/>
                  <a:pt x="9882" y="41"/>
                  <a:pt x="9872" y="26"/>
                </a:cubicBezTo>
                <a:cubicBezTo>
                  <a:pt x="9848" y="-9"/>
                  <a:pt x="9465" y="-9"/>
                  <a:pt x="9441" y="26"/>
                </a:cubicBezTo>
                <a:close/>
                <a:moveTo>
                  <a:pt x="14013" y="14443"/>
                </a:moveTo>
                <a:lnTo>
                  <a:pt x="14142" y="14539"/>
                </a:lnTo>
                <a:cubicBezTo>
                  <a:pt x="14381" y="14725"/>
                  <a:pt x="14550" y="14918"/>
                  <a:pt x="14617" y="15079"/>
                </a:cubicBezTo>
                <a:cubicBezTo>
                  <a:pt x="14629" y="15109"/>
                  <a:pt x="14642" y="15138"/>
                  <a:pt x="14638" y="15137"/>
                </a:cubicBezTo>
                <a:cubicBezTo>
                  <a:pt x="14634" y="15136"/>
                  <a:pt x="14602" y="15113"/>
                  <a:pt x="14574" y="15098"/>
                </a:cubicBezTo>
                <a:cubicBezTo>
                  <a:pt x="14545" y="15083"/>
                  <a:pt x="14492" y="15069"/>
                  <a:pt x="14444" y="15060"/>
                </a:cubicBezTo>
                <a:cubicBezTo>
                  <a:pt x="14396" y="15050"/>
                  <a:pt x="14277" y="14965"/>
                  <a:pt x="14185" y="14886"/>
                </a:cubicBezTo>
                <a:cubicBezTo>
                  <a:pt x="14030" y="14752"/>
                  <a:pt x="14013" y="14743"/>
                  <a:pt x="14013" y="14597"/>
                </a:cubicBezTo>
                <a:lnTo>
                  <a:pt x="14013" y="14443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Screenshot 2026-04-20 at 11.52.03.png" id="258" name="Google Shape;258;p13"/>
          <p:cNvPicPr preferRelativeResize="0"/>
          <p:nvPr/>
        </p:nvPicPr>
        <p:blipFill rotWithShape="1">
          <a:blip r:embed="rId5">
            <a:alphaModFix/>
          </a:blip>
          <a:srcRect b="4230" l="13489" r="15568" t="6258"/>
          <a:stretch/>
        </p:blipFill>
        <p:spPr>
          <a:xfrm>
            <a:off x="549314" y="1881329"/>
            <a:ext cx="345679" cy="444346"/>
          </a:xfrm>
          <a:custGeom>
            <a:rect b="b" l="l" r="r" t="t"/>
            <a:pathLst>
              <a:path extrusionOk="0" h="21551" w="21600">
                <a:moveTo>
                  <a:pt x="10515" y="0"/>
                </a:moveTo>
                <a:cubicBezTo>
                  <a:pt x="10109" y="-2"/>
                  <a:pt x="9936" y="30"/>
                  <a:pt x="9523" y="154"/>
                </a:cubicBezTo>
                <a:cubicBezTo>
                  <a:pt x="8751" y="386"/>
                  <a:pt x="8189" y="799"/>
                  <a:pt x="7911" y="1386"/>
                </a:cubicBezTo>
                <a:cubicBezTo>
                  <a:pt x="7834" y="1549"/>
                  <a:pt x="7797" y="1819"/>
                  <a:pt x="7762" y="2175"/>
                </a:cubicBezTo>
                <a:cubicBezTo>
                  <a:pt x="7744" y="2364"/>
                  <a:pt x="7698" y="2474"/>
                  <a:pt x="7663" y="2483"/>
                </a:cubicBezTo>
                <a:cubicBezTo>
                  <a:pt x="7576" y="2506"/>
                  <a:pt x="7415" y="2656"/>
                  <a:pt x="7415" y="2714"/>
                </a:cubicBezTo>
                <a:cubicBezTo>
                  <a:pt x="7415" y="2744"/>
                  <a:pt x="7388" y="2781"/>
                  <a:pt x="7365" y="2791"/>
                </a:cubicBezTo>
                <a:cubicBezTo>
                  <a:pt x="7315" y="2816"/>
                  <a:pt x="7315" y="3210"/>
                  <a:pt x="7365" y="3234"/>
                </a:cubicBezTo>
                <a:cubicBezTo>
                  <a:pt x="7385" y="3244"/>
                  <a:pt x="7425" y="3288"/>
                  <a:pt x="7440" y="3350"/>
                </a:cubicBezTo>
                <a:cubicBezTo>
                  <a:pt x="7455" y="3412"/>
                  <a:pt x="7510" y="3541"/>
                  <a:pt x="7564" y="3619"/>
                </a:cubicBezTo>
                <a:cubicBezTo>
                  <a:pt x="7617" y="3697"/>
                  <a:pt x="7673" y="3826"/>
                  <a:pt x="7688" y="3908"/>
                </a:cubicBezTo>
                <a:cubicBezTo>
                  <a:pt x="7720" y="4086"/>
                  <a:pt x="7823" y="4236"/>
                  <a:pt x="7960" y="4293"/>
                </a:cubicBezTo>
                <a:cubicBezTo>
                  <a:pt x="8025" y="4320"/>
                  <a:pt x="8067" y="4376"/>
                  <a:pt x="8084" y="4447"/>
                </a:cubicBezTo>
                <a:cubicBezTo>
                  <a:pt x="8099" y="4507"/>
                  <a:pt x="8181" y="4644"/>
                  <a:pt x="8258" y="4755"/>
                </a:cubicBezTo>
                <a:cubicBezTo>
                  <a:pt x="8335" y="4866"/>
                  <a:pt x="8407" y="4969"/>
                  <a:pt x="8407" y="4986"/>
                </a:cubicBezTo>
                <a:cubicBezTo>
                  <a:pt x="8407" y="5002"/>
                  <a:pt x="8329" y="5058"/>
                  <a:pt x="8258" y="5120"/>
                </a:cubicBezTo>
                <a:cubicBezTo>
                  <a:pt x="8187" y="5183"/>
                  <a:pt x="8067" y="5317"/>
                  <a:pt x="7985" y="5409"/>
                </a:cubicBezTo>
                <a:cubicBezTo>
                  <a:pt x="7860" y="5549"/>
                  <a:pt x="7804" y="5580"/>
                  <a:pt x="7663" y="5602"/>
                </a:cubicBezTo>
                <a:cubicBezTo>
                  <a:pt x="7570" y="5616"/>
                  <a:pt x="7438" y="5656"/>
                  <a:pt x="7341" y="5698"/>
                </a:cubicBezTo>
                <a:cubicBezTo>
                  <a:pt x="6924" y="5879"/>
                  <a:pt x="6765" y="5929"/>
                  <a:pt x="6398" y="6025"/>
                </a:cubicBezTo>
                <a:cubicBezTo>
                  <a:pt x="6185" y="6081"/>
                  <a:pt x="5972" y="6146"/>
                  <a:pt x="5927" y="6160"/>
                </a:cubicBezTo>
                <a:cubicBezTo>
                  <a:pt x="5882" y="6174"/>
                  <a:pt x="5755" y="6207"/>
                  <a:pt x="5654" y="6237"/>
                </a:cubicBezTo>
                <a:cubicBezTo>
                  <a:pt x="4922" y="6455"/>
                  <a:pt x="4653" y="6640"/>
                  <a:pt x="4092" y="7276"/>
                </a:cubicBezTo>
                <a:cubicBezTo>
                  <a:pt x="3818" y="7587"/>
                  <a:pt x="3722" y="7750"/>
                  <a:pt x="3596" y="8066"/>
                </a:cubicBezTo>
                <a:cubicBezTo>
                  <a:pt x="3539" y="8209"/>
                  <a:pt x="3476" y="8368"/>
                  <a:pt x="3447" y="8412"/>
                </a:cubicBezTo>
                <a:cubicBezTo>
                  <a:pt x="3418" y="8456"/>
                  <a:pt x="3362" y="8577"/>
                  <a:pt x="3323" y="8681"/>
                </a:cubicBezTo>
                <a:cubicBezTo>
                  <a:pt x="3212" y="8981"/>
                  <a:pt x="2842" y="9882"/>
                  <a:pt x="2802" y="9952"/>
                </a:cubicBezTo>
                <a:cubicBezTo>
                  <a:pt x="2782" y="9987"/>
                  <a:pt x="2749" y="10075"/>
                  <a:pt x="2728" y="10144"/>
                </a:cubicBezTo>
                <a:cubicBezTo>
                  <a:pt x="2646" y="10408"/>
                  <a:pt x="2586" y="10545"/>
                  <a:pt x="2554" y="10606"/>
                </a:cubicBezTo>
                <a:cubicBezTo>
                  <a:pt x="2503" y="10704"/>
                  <a:pt x="2363" y="11066"/>
                  <a:pt x="2331" y="11184"/>
                </a:cubicBezTo>
                <a:cubicBezTo>
                  <a:pt x="2315" y="11242"/>
                  <a:pt x="2263" y="11330"/>
                  <a:pt x="2232" y="11376"/>
                </a:cubicBezTo>
                <a:cubicBezTo>
                  <a:pt x="2200" y="11423"/>
                  <a:pt x="2183" y="11485"/>
                  <a:pt x="2182" y="11511"/>
                </a:cubicBezTo>
                <a:cubicBezTo>
                  <a:pt x="2181" y="11537"/>
                  <a:pt x="2166" y="11593"/>
                  <a:pt x="2133" y="11627"/>
                </a:cubicBezTo>
                <a:cubicBezTo>
                  <a:pt x="2100" y="11660"/>
                  <a:pt x="2058" y="11733"/>
                  <a:pt x="2058" y="11781"/>
                </a:cubicBezTo>
                <a:cubicBezTo>
                  <a:pt x="2058" y="11828"/>
                  <a:pt x="2056" y="11866"/>
                  <a:pt x="2034" y="11877"/>
                </a:cubicBezTo>
                <a:cubicBezTo>
                  <a:pt x="1980" y="11902"/>
                  <a:pt x="1980" y="12355"/>
                  <a:pt x="2034" y="12396"/>
                </a:cubicBezTo>
                <a:cubicBezTo>
                  <a:pt x="2061" y="12418"/>
                  <a:pt x="2030" y="12476"/>
                  <a:pt x="1959" y="12589"/>
                </a:cubicBezTo>
                <a:cubicBezTo>
                  <a:pt x="1849" y="12765"/>
                  <a:pt x="1855" y="12882"/>
                  <a:pt x="1934" y="13340"/>
                </a:cubicBezTo>
                <a:cubicBezTo>
                  <a:pt x="1949" y="13426"/>
                  <a:pt x="1934" y="13546"/>
                  <a:pt x="1910" y="13609"/>
                </a:cubicBezTo>
                <a:cubicBezTo>
                  <a:pt x="1885" y="13672"/>
                  <a:pt x="1821" y="13862"/>
                  <a:pt x="1761" y="14052"/>
                </a:cubicBezTo>
                <a:cubicBezTo>
                  <a:pt x="1701" y="14242"/>
                  <a:pt x="1618" y="14449"/>
                  <a:pt x="1587" y="14495"/>
                </a:cubicBezTo>
                <a:cubicBezTo>
                  <a:pt x="1557" y="14540"/>
                  <a:pt x="1538" y="14610"/>
                  <a:pt x="1538" y="14649"/>
                </a:cubicBezTo>
                <a:cubicBezTo>
                  <a:pt x="1537" y="14687"/>
                  <a:pt x="1507" y="14716"/>
                  <a:pt x="1488" y="14726"/>
                </a:cubicBezTo>
                <a:cubicBezTo>
                  <a:pt x="1469" y="14735"/>
                  <a:pt x="1452" y="14818"/>
                  <a:pt x="1438" y="14918"/>
                </a:cubicBezTo>
                <a:cubicBezTo>
                  <a:pt x="1421" y="15046"/>
                  <a:pt x="1372" y="15135"/>
                  <a:pt x="1290" y="15226"/>
                </a:cubicBezTo>
                <a:cubicBezTo>
                  <a:pt x="1120" y="15413"/>
                  <a:pt x="925" y="15756"/>
                  <a:pt x="893" y="15919"/>
                </a:cubicBezTo>
                <a:cubicBezTo>
                  <a:pt x="877" y="15997"/>
                  <a:pt x="862" y="16074"/>
                  <a:pt x="843" y="16092"/>
                </a:cubicBezTo>
                <a:cubicBezTo>
                  <a:pt x="676" y="16252"/>
                  <a:pt x="427" y="16734"/>
                  <a:pt x="372" y="16997"/>
                </a:cubicBezTo>
                <a:cubicBezTo>
                  <a:pt x="356" y="17072"/>
                  <a:pt x="304" y="17162"/>
                  <a:pt x="273" y="17209"/>
                </a:cubicBezTo>
                <a:cubicBezTo>
                  <a:pt x="241" y="17255"/>
                  <a:pt x="223" y="17314"/>
                  <a:pt x="223" y="17343"/>
                </a:cubicBezTo>
                <a:cubicBezTo>
                  <a:pt x="223" y="17373"/>
                  <a:pt x="218" y="17411"/>
                  <a:pt x="198" y="17420"/>
                </a:cubicBezTo>
                <a:cubicBezTo>
                  <a:pt x="178" y="17430"/>
                  <a:pt x="140" y="17490"/>
                  <a:pt x="124" y="17555"/>
                </a:cubicBezTo>
                <a:cubicBezTo>
                  <a:pt x="108" y="17621"/>
                  <a:pt x="76" y="17704"/>
                  <a:pt x="50" y="17728"/>
                </a:cubicBezTo>
                <a:cubicBezTo>
                  <a:pt x="23" y="17753"/>
                  <a:pt x="0" y="17874"/>
                  <a:pt x="0" y="17998"/>
                </a:cubicBezTo>
                <a:cubicBezTo>
                  <a:pt x="0" y="18200"/>
                  <a:pt x="21" y="18226"/>
                  <a:pt x="149" y="18383"/>
                </a:cubicBezTo>
                <a:cubicBezTo>
                  <a:pt x="227" y="18479"/>
                  <a:pt x="295" y="18588"/>
                  <a:pt x="322" y="18614"/>
                </a:cubicBezTo>
                <a:cubicBezTo>
                  <a:pt x="349" y="18640"/>
                  <a:pt x="441" y="18711"/>
                  <a:pt x="521" y="18787"/>
                </a:cubicBezTo>
                <a:cubicBezTo>
                  <a:pt x="601" y="18863"/>
                  <a:pt x="670" y="18967"/>
                  <a:pt x="670" y="18999"/>
                </a:cubicBezTo>
                <a:cubicBezTo>
                  <a:pt x="670" y="19031"/>
                  <a:pt x="697" y="19065"/>
                  <a:pt x="719" y="19076"/>
                </a:cubicBezTo>
                <a:cubicBezTo>
                  <a:pt x="742" y="19087"/>
                  <a:pt x="744" y="19104"/>
                  <a:pt x="744" y="19134"/>
                </a:cubicBezTo>
                <a:cubicBezTo>
                  <a:pt x="744" y="19209"/>
                  <a:pt x="912" y="19429"/>
                  <a:pt x="1042" y="19538"/>
                </a:cubicBezTo>
                <a:cubicBezTo>
                  <a:pt x="1101" y="19588"/>
                  <a:pt x="1287" y="19722"/>
                  <a:pt x="1463" y="19827"/>
                </a:cubicBezTo>
                <a:cubicBezTo>
                  <a:pt x="1736" y="19988"/>
                  <a:pt x="1786" y="20019"/>
                  <a:pt x="1761" y="20077"/>
                </a:cubicBezTo>
                <a:cubicBezTo>
                  <a:pt x="1744" y="20114"/>
                  <a:pt x="1721" y="20219"/>
                  <a:pt x="1711" y="20308"/>
                </a:cubicBezTo>
                <a:cubicBezTo>
                  <a:pt x="1696" y="20440"/>
                  <a:pt x="1709" y="20512"/>
                  <a:pt x="1810" y="20673"/>
                </a:cubicBezTo>
                <a:cubicBezTo>
                  <a:pt x="1878" y="20782"/>
                  <a:pt x="1986" y="20895"/>
                  <a:pt x="2058" y="20943"/>
                </a:cubicBezTo>
                <a:cubicBezTo>
                  <a:pt x="2395" y="21164"/>
                  <a:pt x="2464" y="21204"/>
                  <a:pt x="2579" y="21232"/>
                </a:cubicBezTo>
                <a:cubicBezTo>
                  <a:pt x="2703" y="21262"/>
                  <a:pt x="2760" y="21248"/>
                  <a:pt x="3645" y="21155"/>
                </a:cubicBezTo>
                <a:cubicBezTo>
                  <a:pt x="3915" y="21126"/>
                  <a:pt x="4246" y="21106"/>
                  <a:pt x="4389" y="21097"/>
                </a:cubicBezTo>
                <a:lnTo>
                  <a:pt x="4637" y="21078"/>
                </a:lnTo>
                <a:lnTo>
                  <a:pt x="4836" y="21212"/>
                </a:lnTo>
                <a:lnTo>
                  <a:pt x="5034" y="21366"/>
                </a:lnTo>
                <a:lnTo>
                  <a:pt x="7936" y="21386"/>
                </a:lnTo>
                <a:cubicBezTo>
                  <a:pt x="9721" y="21393"/>
                  <a:pt x="10864" y="21405"/>
                  <a:pt x="10912" y="21424"/>
                </a:cubicBezTo>
                <a:cubicBezTo>
                  <a:pt x="10954" y="21441"/>
                  <a:pt x="11243" y="21470"/>
                  <a:pt x="11556" y="21482"/>
                </a:cubicBezTo>
                <a:cubicBezTo>
                  <a:pt x="11870" y="21494"/>
                  <a:pt x="12166" y="21505"/>
                  <a:pt x="12201" y="21520"/>
                </a:cubicBezTo>
                <a:cubicBezTo>
                  <a:pt x="12372" y="21598"/>
                  <a:pt x="12644" y="21499"/>
                  <a:pt x="12772" y="21309"/>
                </a:cubicBezTo>
                <a:cubicBezTo>
                  <a:pt x="12853" y="21187"/>
                  <a:pt x="12854" y="21189"/>
                  <a:pt x="13094" y="21193"/>
                </a:cubicBezTo>
                <a:cubicBezTo>
                  <a:pt x="13567" y="21201"/>
                  <a:pt x="14231" y="21286"/>
                  <a:pt x="14706" y="21386"/>
                </a:cubicBezTo>
                <a:cubicBezTo>
                  <a:pt x="14841" y="21414"/>
                  <a:pt x="15037" y="21446"/>
                  <a:pt x="15127" y="21463"/>
                </a:cubicBezTo>
                <a:cubicBezTo>
                  <a:pt x="15217" y="21479"/>
                  <a:pt x="15365" y="21500"/>
                  <a:pt x="15450" y="21520"/>
                </a:cubicBezTo>
                <a:cubicBezTo>
                  <a:pt x="15560" y="21547"/>
                  <a:pt x="15607" y="21564"/>
                  <a:pt x="15673" y="21540"/>
                </a:cubicBezTo>
                <a:cubicBezTo>
                  <a:pt x="15723" y="21521"/>
                  <a:pt x="15873" y="21463"/>
                  <a:pt x="15995" y="21424"/>
                </a:cubicBezTo>
                <a:cubicBezTo>
                  <a:pt x="16117" y="21386"/>
                  <a:pt x="16259" y="21335"/>
                  <a:pt x="16293" y="21309"/>
                </a:cubicBezTo>
                <a:cubicBezTo>
                  <a:pt x="16343" y="21270"/>
                  <a:pt x="16400" y="21273"/>
                  <a:pt x="16665" y="21289"/>
                </a:cubicBezTo>
                <a:cubicBezTo>
                  <a:pt x="16846" y="21301"/>
                  <a:pt x="17085" y="21311"/>
                  <a:pt x="17186" y="21328"/>
                </a:cubicBezTo>
                <a:cubicBezTo>
                  <a:pt x="17287" y="21345"/>
                  <a:pt x="17472" y="21369"/>
                  <a:pt x="17607" y="21386"/>
                </a:cubicBezTo>
                <a:cubicBezTo>
                  <a:pt x="17742" y="21402"/>
                  <a:pt x="17941" y="21443"/>
                  <a:pt x="18054" y="21463"/>
                </a:cubicBezTo>
                <a:cubicBezTo>
                  <a:pt x="18443" y="21529"/>
                  <a:pt x="18659" y="21448"/>
                  <a:pt x="18822" y="21193"/>
                </a:cubicBezTo>
                <a:cubicBezTo>
                  <a:pt x="19068" y="20812"/>
                  <a:pt x="19082" y="20737"/>
                  <a:pt x="18897" y="20423"/>
                </a:cubicBezTo>
                <a:cubicBezTo>
                  <a:pt x="18824" y="20301"/>
                  <a:pt x="18844" y="20231"/>
                  <a:pt x="18946" y="20231"/>
                </a:cubicBezTo>
                <a:cubicBezTo>
                  <a:pt x="18979" y="20231"/>
                  <a:pt x="19213" y="20101"/>
                  <a:pt x="19269" y="20058"/>
                </a:cubicBezTo>
                <a:cubicBezTo>
                  <a:pt x="19280" y="20049"/>
                  <a:pt x="19423" y="19971"/>
                  <a:pt x="19591" y="19884"/>
                </a:cubicBezTo>
                <a:cubicBezTo>
                  <a:pt x="20173" y="19586"/>
                  <a:pt x="20340" y="19457"/>
                  <a:pt x="20732" y="18883"/>
                </a:cubicBezTo>
                <a:cubicBezTo>
                  <a:pt x="20896" y="18643"/>
                  <a:pt x="20937" y="18529"/>
                  <a:pt x="20930" y="18190"/>
                </a:cubicBezTo>
                <a:cubicBezTo>
                  <a:pt x="20927" y="18002"/>
                  <a:pt x="20902" y="17827"/>
                  <a:pt x="20881" y="17805"/>
                </a:cubicBezTo>
                <a:cubicBezTo>
                  <a:pt x="20859" y="17784"/>
                  <a:pt x="20822" y="17655"/>
                  <a:pt x="20806" y="17517"/>
                </a:cubicBezTo>
                <a:cubicBezTo>
                  <a:pt x="20791" y="17378"/>
                  <a:pt x="20772" y="17246"/>
                  <a:pt x="20757" y="17228"/>
                </a:cubicBezTo>
                <a:cubicBezTo>
                  <a:pt x="20741" y="17209"/>
                  <a:pt x="20709" y="17131"/>
                  <a:pt x="20682" y="17035"/>
                </a:cubicBezTo>
                <a:cubicBezTo>
                  <a:pt x="20539" y="16517"/>
                  <a:pt x="20336" y="16190"/>
                  <a:pt x="20013" y="15938"/>
                </a:cubicBezTo>
                <a:cubicBezTo>
                  <a:pt x="19888" y="15841"/>
                  <a:pt x="19817" y="15765"/>
                  <a:pt x="19839" y="15765"/>
                </a:cubicBezTo>
                <a:cubicBezTo>
                  <a:pt x="19862" y="15765"/>
                  <a:pt x="19912" y="15683"/>
                  <a:pt x="19963" y="15592"/>
                </a:cubicBezTo>
                <a:cubicBezTo>
                  <a:pt x="20015" y="15500"/>
                  <a:pt x="20068" y="15410"/>
                  <a:pt x="20087" y="15380"/>
                </a:cubicBezTo>
                <a:cubicBezTo>
                  <a:pt x="20107" y="15350"/>
                  <a:pt x="20148" y="15153"/>
                  <a:pt x="20162" y="14957"/>
                </a:cubicBezTo>
                <a:cubicBezTo>
                  <a:pt x="20175" y="14760"/>
                  <a:pt x="20197" y="14578"/>
                  <a:pt x="20211" y="14552"/>
                </a:cubicBezTo>
                <a:cubicBezTo>
                  <a:pt x="20225" y="14526"/>
                  <a:pt x="20257" y="14315"/>
                  <a:pt x="20286" y="14071"/>
                </a:cubicBezTo>
                <a:cubicBezTo>
                  <a:pt x="20364" y="13400"/>
                  <a:pt x="20434" y="12818"/>
                  <a:pt x="20484" y="12627"/>
                </a:cubicBezTo>
                <a:cubicBezTo>
                  <a:pt x="20540" y="12413"/>
                  <a:pt x="20539" y="11797"/>
                  <a:pt x="20484" y="11684"/>
                </a:cubicBezTo>
                <a:cubicBezTo>
                  <a:pt x="20461" y="11638"/>
                  <a:pt x="20440" y="11511"/>
                  <a:pt x="20410" y="11396"/>
                </a:cubicBezTo>
                <a:cubicBezTo>
                  <a:pt x="20360" y="11207"/>
                  <a:pt x="20350" y="11181"/>
                  <a:pt x="20410" y="11145"/>
                </a:cubicBezTo>
                <a:cubicBezTo>
                  <a:pt x="20446" y="11124"/>
                  <a:pt x="20484" y="11107"/>
                  <a:pt x="20509" y="11107"/>
                </a:cubicBezTo>
                <a:cubicBezTo>
                  <a:pt x="20637" y="11104"/>
                  <a:pt x="21153" y="10867"/>
                  <a:pt x="21302" y="10741"/>
                </a:cubicBezTo>
                <a:cubicBezTo>
                  <a:pt x="21458" y="10611"/>
                  <a:pt x="21476" y="10577"/>
                  <a:pt x="21476" y="10414"/>
                </a:cubicBezTo>
                <a:cubicBezTo>
                  <a:pt x="21476" y="10317"/>
                  <a:pt x="21494" y="10211"/>
                  <a:pt x="21526" y="10164"/>
                </a:cubicBezTo>
                <a:cubicBezTo>
                  <a:pt x="21566" y="10103"/>
                  <a:pt x="21600" y="9950"/>
                  <a:pt x="21600" y="9663"/>
                </a:cubicBezTo>
                <a:cubicBezTo>
                  <a:pt x="21600" y="9271"/>
                  <a:pt x="21585" y="9251"/>
                  <a:pt x="21476" y="9124"/>
                </a:cubicBezTo>
                <a:cubicBezTo>
                  <a:pt x="21414" y="9052"/>
                  <a:pt x="21343" y="8929"/>
                  <a:pt x="21327" y="8855"/>
                </a:cubicBezTo>
                <a:cubicBezTo>
                  <a:pt x="21285" y="8657"/>
                  <a:pt x="21093" y="8508"/>
                  <a:pt x="20881" y="8508"/>
                </a:cubicBezTo>
                <a:cubicBezTo>
                  <a:pt x="20792" y="8508"/>
                  <a:pt x="20707" y="8489"/>
                  <a:pt x="20682" y="8470"/>
                </a:cubicBezTo>
                <a:cubicBezTo>
                  <a:pt x="20638" y="8435"/>
                  <a:pt x="20390" y="8444"/>
                  <a:pt x="20162" y="8489"/>
                </a:cubicBezTo>
                <a:cubicBezTo>
                  <a:pt x="20066" y="8508"/>
                  <a:pt x="20038" y="8506"/>
                  <a:pt x="20038" y="8450"/>
                </a:cubicBezTo>
                <a:cubicBezTo>
                  <a:pt x="20038" y="8415"/>
                  <a:pt x="20065" y="8365"/>
                  <a:pt x="20087" y="8354"/>
                </a:cubicBezTo>
                <a:cubicBezTo>
                  <a:pt x="20110" y="8343"/>
                  <a:pt x="20137" y="8326"/>
                  <a:pt x="20137" y="8297"/>
                </a:cubicBezTo>
                <a:cubicBezTo>
                  <a:pt x="20137" y="8267"/>
                  <a:pt x="20149" y="8195"/>
                  <a:pt x="20186" y="8143"/>
                </a:cubicBezTo>
                <a:cubicBezTo>
                  <a:pt x="20230" y="8081"/>
                  <a:pt x="20273" y="7948"/>
                  <a:pt x="20286" y="7758"/>
                </a:cubicBezTo>
                <a:cubicBezTo>
                  <a:pt x="20303" y="7497"/>
                  <a:pt x="20290" y="7437"/>
                  <a:pt x="20211" y="7315"/>
                </a:cubicBezTo>
                <a:cubicBezTo>
                  <a:pt x="20062" y="7083"/>
                  <a:pt x="19734" y="7001"/>
                  <a:pt x="19467" y="7142"/>
                </a:cubicBezTo>
                <a:cubicBezTo>
                  <a:pt x="19298" y="7231"/>
                  <a:pt x="19132" y="7497"/>
                  <a:pt x="19095" y="7700"/>
                </a:cubicBezTo>
                <a:cubicBezTo>
                  <a:pt x="19043" y="7989"/>
                  <a:pt x="18950" y="8170"/>
                  <a:pt x="18723" y="8450"/>
                </a:cubicBezTo>
                <a:cubicBezTo>
                  <a:pt x="18334" y="8932"/>
                  <a:pt x="18276" y="9017"/>
                  <a:pt x="18252" y="9336"/>
                </a:cubicBezTo>
                <a:lnTo>
                  <a:pt x="18227" y="9625"/>
                </a:lnTo>
                <a:lnTo>
                  <a:pt x="18153" y="9490"/>
                </a:lnTo>
                <a:cubicBezTo>
                  <a:pt x="18109" y="9412"/>
                  <a:pt x="18033" y="9246"/>
                  <a:pt x="17979" y="9124"/>
                </a:cubicBezTo>
                <a:cubicBezTo>
                  <a:pt x="17834" y="8793"/>
                  <a:pt x="17772" y="8627"/>
                  <a:pt x="17731" y="8566"/>
                </a:cubicBezTo>
                <a:cubicBezTo>
                  <a:pt x="17711" y="8536"/>
                  <a:pt x="17646" y="8452"/>
                  <a:pt x="17607" y="8374"/>
                </a:cubicBezTo>
                <a:cubicBezTo>
                  <a:pt x="17395" y="7941"/>
                  <a:pt x="16918" y="7226"/>
                  <a:pt x="16715" y="7045"/>
                </a:cubicBezTo>
                <a:cubicBezTo>
                  <a:pt x="16184" y="6572"/>
                  <a:pt x="15926" y="6427"/>
                  <a:pt x="15127" y="6160"/>
                </a:cubicBezTo>
                <a:cubicBezTo>
                  <a:pt x="15015" y="6122"/>
                  <a:pt x="14872" y="6068"/>
                  <a:pt x="14805" y="6044"/>
                </a:cubicBezTo>
                <a:cubicBezTo>
                  <a:pt x="14522" y="5947"/>
                  <a:pt x="13512" y="5603"/>
                  <a:pt x="13342" y="5544"/>
                </a:cubicBezTo>
                <a:cubicBezTo>
                  <a:pt x="13202" y="5495"/>
                  <a:pt x="13119" y="5441"/>
                  <a:pt x="12995" y="5294"/>
                </a:cubicBezTo>
                <a:cubicBezTo>
                  <a:pt x="12905" y="5188"/>
                  <a:pt x="12785" y="5061"/>
                  <a:pt x="12722" y="5005"/>
                </a:cubicBezTo>
                <a:lnTo>
                  <a:pt x="12598" y="4889"/>
                </a:lnTo>
                <a:lnTo>
                  <a:pt x="12722" y="4697"/>
                </a:lnTo>
                <a:cubicBezTo>
                  <a:pt x="12790" y="4592"/>
                  <a:pt x="12846" y="4481"/>
                  <a:pt x="12846" y="4447"/>
                </a:cubicBezTo>
                <a:cubicBezTo>
                  <a:pt x="12846" y="4413"/>
                  <a:pt x="12944" y="4307"/>
                  <a:pt x="13044" y="4216"/>
                </a:cubicBezTo>
                <a:cubicBezTo>
                  <a:pt x="13183" y="4090"/>
                  <a:pt x="13223" y="4018"/>
                  <a:pt x="13243" y="3908"/>
                </a:cubicBezTo>
                <a:cubicBezTo>
                  <a:pt x="13257" y="3828"/>
                  <a:pt x="13307" y="3696"/>
                  <a:pt x="13367" y="3600"/>
                </a:cubicBezTo>
                <a:cubicBezTo>
                  <a:pt x="13461" y="3447"/>
                  <a:pt x="13479" y="3375"/>
                  <a:pt x="13491" y="3042"/>
                </a:cubicBezTo>
                <a:cubicBezTo>
                  <a:pt x="13504" y="2669"/>
                  <a:pt x="13520" y="2665"/>
                  <a:pt x="13416" y="2580"/>
                </a:cubicBezTo>
                <a:cubicBezTo>
                  <a:pt x="13358" y="2532"/>
                  <a:pt x="13286" y="2483"/>
                  <a:pt x="13267" y="2483"/>
                </a:cubicBezTo>
                <a:cubicBezTo>
                  <a:pt x="13249" y="2483"/>
                  <a:pt x="13218" y="2335"/>
                  <a:pt x="13193" y="2156"/>
                </a:cubicBezTo>
                <a:cubicBezTo>
                  <a:pt x="13115" y="1602"/>
                  <a:pt x="13073" y="1468"/>
                  <a:pt x="12871" y="1155"/>
                </a:cubicBezTo>
                <a:cubicBezTo>
                  <a:pt x="12628" y="779"/>
                  <a:pt x="12173" y="426"/>
                  <a:pt x="11755" y="270"/>
                </a:cubicBezTo>
                <a:cubicBezTo>
                  <a:pt x="11193" y="60"/>
                  <a:pt x="10961" y="3"/>
                  <a:pt x="10515" y="0"/>
                </a:cubicBezTo>
                <a:close/>
                <a:moveTo>
                  <a:pt x="15499" y="14071"/>
                </a:moveTo>
                <a:cubicBezTo>
                  <a:pt x="15576" y="13946"/>
                  <a:pt x="15613" y="13934"/>
                  <a:pt x="15648" y="14071"/>
                </a:cubicBezTo>
                <a:cubicBezTo>
                  <a:pt x="15680" y="14196"/>
                  <a:pt x="16275" y="14678"/>
                  <a:pt x="17037" y="15168"/>
                </a:cubicBezTo>
                <a:cubicBezTo>
                  <a:pt x="17149" y="15241"/>
                  <a:pt x="17251" y="15297"/>
                  <a:pt x="17260" y="15303"/>
                </a:cubicBezTo>
                <a:cubicBezTo>
                  <a:pt x="17269" y="15310"/>
                  <a:pt x="17086" y="15305"/>
                  <a:pt x="16863" y="15303"/>
                </a:cubicBezTo>
                <a:lnTo>
                  <a:pt x="16467" y="15303"/>
                </a:lnTo>
                <a:lnTo>
                  <a:pt x="16219" y="15168"/>
                </a:lnTo>
                <a:cubicBezTo>
                  <a:pt x="16076" y="15092"/>
                  <a:pt x="15920" y="15034"/>
                  <a:pt x="15871" y="15034"/>
                </a:cubicBezTo>
                <a:cubicBezTo>
                  <a:pt x="15822" y="15034"/>
                  <a:pt x="15669" y="14966"/>
                  <a:pt x="15549" y="14880"/>
                </a:cubicBezTo>
                <a:lnTo>
                  <a:pt x="15351" y="14726"/>
                </a:lnTo>
                <a:lnTo>
                  <a:pt x="15351" y="14475"/>
                </a:lnTo>
                <a:cubicBezTo>
                  <a:pt x="15351" y="14335"/>
                  <a:pt x="15354" y="14197"/>
                  <a:pt x="15375" y="14187"/>
                </a:cubicBezTo>
                <a:cubicBezTo>
                  <a:pt x="15397" y="14176"/>
                  <a:pt x="15463" y="14131"/>
                  <a:pt x="15499" y="14071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Screenshot 2026-04-20 at 11.51.53.png" id="259" name="Google Shape;259;p13"/>
          <p:cNvPicPr preferRelativeResize="0"/>
          <p:nvPr/>
        </p:nvPicPr>
        <p:blipFill rotWithShape="1">
          <a:blip r:embed="rId3">
            <a:alphaModFix/>
          </a:blip>
          <a:srcRect b="4750" l="14034" r="3832" t="6572"/>
          <a:stretch/>
        </p:blipFill>
        <p:spPr>
          <a:xfrm>
            <a:off x="525332" y="2689201"/>
            <a:ext cx="393643" cy="444486"/>
          </a:xfrm>
          <a:custGeom>
            <a:rect b="b" l="l" r="r" t="t"/>
            <a:pathLst>
              <a:path extrusionOk="0" h="21542" w="21563">
                <a:moveTo>
                  <a:pt x="9066" y="57"/>
                </a:moveTo>
                <a:cubicBezTo>
                  <a:pt x="8386" y="245"/>
                  <a:pt x="7785" y="679"/>
                  <a:pt x="7544" y="1154"/>
                </a:cubicBezTo>
                <a:cubicBezTo>
                  <a:pt x="7353" y="1530"/>
                  <a:pt x="7367" y="1549"/>
                  <a:pt x="7348" y="2019"/>
                </a:cubicBezTo>
                <a:cubicBezTo>
                  <a:pt x="7333" y="2393"/>
                  <a:pt x="7324" y="2481"/>
                  <a:pt x="7283" y="2481"/>
                </a:cubicBezTo>
                <a:cubicBezTo>
                  <a:pt x="7182" y="2481"/>
                  <a:pt x="7026" y="2649"/>
                  <a:pt x="6979" y="2827"/>
                </a:cubicBezTo>
                <a:cubicBezTo>
                  <a:pt x="6938" y="2979"/>
                  <a:pt x="6949" y="3024"/>
                  <a:pt x="7001" y="3212"/>
                </a:cubicBezTo>
                <a:cubicBezTo>
                  <a:pt x="7033" y="3331"/>
                  <a:pt x="7070" y="3466"/>
                  <a:pt x="7087" y="3500"/>
                </a:cubicBezTo>
                <a:cubicBezTo>
                  <a:pt x="7193" y="3709"/>
                  <a:pt x="7222" y="3791"/>
                  <a:pt x="7240" y="3904"/>
                </a:cubicBezTo>
                <a:cubicBezTo>
                  <a:pt x="7267" y="4077"/>
                  <a:pt x="7351" y="4205"/>
                  <a:pt x="7479" y="4289"/>
                </a:cubicBezTo>
                <a:cubicBezTo>
                  <a:pt x="7538" y="4327"/>
                  <a:pt x="7588" y="4366"/>
                  <a:pt x="7588" y="4385"/>
                </a:cubicBezTo>
                <a:cubicBezTo>
                  <a:pt x="7588" y="4423"/>
                  <a:pt x="7803" y="4839"/>
                  <a:pt x="7870" y="4924"/>
                </a:cubicBezTo>
                <a:cubicBezTo>
                  <a:pt x="7905" y="4967"/>
                  <a:pt x="7892" y="4994"/>
                  <a:pt x="7761" y="5135"/>
                </a:cubicBezTo>
                <a:cubicBezTo>
                  <a:pt x="7675" y="5228"/>
                  <a:pt x="7569" y="5350"/>
                  <a:pt x="7522" y="5404"/>
                </a:cubicBezTo>
                <a:cubicBezTo>
                  <a:pt x="7434" y="5507"/>
                  <a:pt x="7253" y="5597"/>
                  <a:pt x="7153" y="5597"/>
                </a:cubicBezTo>
                <a:cubicBezTo>
                  <a:pt x="7121" y="5597"/>
                  <a:pt x="7061" y="5631"/>
                  <a:pt x="7022" y="5654"/>
                </a:cubicBezTo>
                <a:cubicBezTo>
                  <a:pt x="6766" y="5809"/>
                  <a:pt x="6450" y="5926"/>
                  <a:pt x="5631" y="6174"/>
                </a:cubicBezTo>
                <a:cubicBezTo>
                  <a:pt x="5446" y="6230"/>
                  <a:pt x="5200" y="6317"/>
                  <a:pt x="5087" y="6366"/>
                </a:cubicBezTo>
                <a:cubicBezTo>
                  <a:pt x="4873" y="6460"/>
                  <a:pt x="4406" y="6832"/>
                  <a:pt x="4261" y="7020"/>
                </a:cubicBezTo>
                <a:cubicBezTo>
                  <a:pt x="4141" y="7177"/>
                  <a:pt x="3909" y="7462"/>
                  <a:pt x="3870" y="7501"/>
                </a:cubicBezTo>
                <a:cubicBezTo>
                  <a:pt x="3827" y="7545"/>
                  <a:pt x="3745" y="7679"/>
                  <a:pt x="3587" y="8039"/>
                </a:cubicBezTo>
                <a:cubicBezTo>
                  <a:pt x="3516" y="8203"/>
                  <a:pt x="3401" y="8459"/>
                  <a:pt x="3327" y="8597"/>
                </a:cubicBezTo>
                <a:cubicBezTo>
                  <a:pt x="3117" y="8982"/>
                  <a:pt x="2644" y="9628"/>
                  <a:pt x="2587" y="9597"/>
                </a:cubicBezTo>
                <a:cubicBezTo>
                  <a:pt x="2571" y="9588"/>
                  <a:pt x="2544" y="9460"/>
                  <a:pt x="2544" y="9328"/>
                </a:cubicBezTo>
                <a:cubicBezTo>
                  <a:pt x="2544" y="8962"/>
                  <a:pt x="2336" y="8537"/>
                  <a:pt x="2000" y="8232"/>
                </a:cubicBezTo>
                <a:cubicBezTo>
                  <a:pt x="1886" y="8128"/>
                  <a:pt x="1773" y="7979"/>
                  <a:pt x="1718" y="7866"/>
                </a:cubicBezTo>
                <a:cubicBezTo>
                  <a:pt x="1667" y="7763"/>
                  <a:pt x="1606" y="7665"/>
                  <a:pt x="1587" y="7636"/>
                </a:cubicBezTo>
                <a:cubicBezTo>
                  <a:pt x="1569" y="7606"/>
                  <a:pt x="1566" y="7556"/>
                  <a:pt x="1566" y="7539"/>
                </a:cubicBezTo>
                <a:cubicBezTo>
                  <a:pt x="1566" y="7474"/>
                  <a:pt x="1340" y="7228"/>
                  <a:pt x="1218" y="7155"/>
                </a:cubicBezTo>
                <a:cubicBezTo>
                  <a:pt x="975" y="7009"/>
                  <a:pt x="594" y="7070"/>
                  <a:pt x="500" y="7270"/>
                </a:cubicBezTo>
                <a:cubicBezTo>
                  <a:pt x="475" y="7324"/>
                  <a:pt x="469" y="7458"/>
                  <a:pt x="479" y="7616"/>
                </a:cubicBezTo>
                <a:cubicBezTo>
                  <a:pt x="493" y="7841"/>
                  <a:pt x="505" y="7890"/>
                  <a:pt x="609" y="8039"/>
                </a:cubicBezTo>
                <a:cubicBezTo>
                  <a:pt x="675" y="8134"/>
                  <a:pt x="729" y="8223"/>
                  <a:pt x="739" y="8232"/>
                </a:cubicBezTo>
                <a:cubicBezTo>
                  <a:pt x="831" y="8306"/>
                  <a:pt x="847" y="8360"/>
                  <a:pt x="805" y="8405"/>
                </a:cubicBezTo>
                <a:cubicBezTo>
                  <a:pt x="780" y="8431"/>
                  <a:pt x="735" y="8443"/>
                  <a:pt x="696" y="8443"/>
                </a:cubicBezTo>
                <a:cubicBezTo>
                  <a:pt x="569" y="8443"/>
                  <a:pt x="395" y="8555"/>
                  <a:pt x="196" y="8732"/>
                </a:cubicBezTo>
                <a:cubicBezTo>
                  <a:pt x="12" y="8895"/>
                  <a:pt x="0" y="8916"/>
                  <a:pt x="0" y="9059"/>
                </a:cubicBezTo>
                <a:cubicBezTo>
                  <a:pt x="0" y="9142"/>
                  <a:pt x="18" y="9253"/>
                  <a:pt x="44" y="9309"/>
                </a:cubicBezTo>
                <a:cubicBezTo>
                  <a:pt x="83" y="9392"/>
                  <a:pt x="81" y="9424"/>
                  <a:pt x="44" y="9501"/>
                </a:cubicBezTo>
                <a:cubicBezTo>
                  <a:pt x="19" y="9553"/>
                  <a:pt x="1" y="9665"/>
                  <a:pt x="0" y="9751"/>
                </a:cubicBezTo>
                <a:cubicBezTo>
                  <a:pt x="-1" y="9880"/>
                  <a:pt x="29" y="9945"/>
                  <a:pt x="131" y="10078"/>
                </a:cubicBezTo>
                <a:cubicBezTo>
                  <a:pt x="199" y="10168"/>
                  <a:pt x="239" y="10264"/>
                  <a:pt x="239" y="10309"/>
                </a:cubicBezTo>
                <a:cubicBezTo>
                  <a:pt x="239" y="10354"/>
                  <a:pt x="289" y="10457"/>
                  <a:pt x="326" y="10521"/>
                </a:cubicBezTo>
                <a:cubicBezTo>
                  <a:pt x="364" y="10584"/>
                  <a:pt x="410" y="10693"/>
                  <a:pt x="435" y="10771"/>
                </a:cubicBezTo>
                <a:cubicBezTo>
                  <a:pt x="488" y="10935"/>
                  <a:pt x="684" y="11115"/>
                  <a:pt x="892" y="11194"/>
                </a:cubicBezTo>
                <a:cubicBezTo>
                  <a:pt x="1026" y="11245"/>
                  <a:pt x="1072" y="11342"/>
                  <a:pt x="1000" y="11405"/>
                </a:cubicBezTo>
                <a:cubicBezTo>
                  <a:pt x="962" y="11439"/>
                  <a:pt x="870" y="11796"/>
                  <a:pt x="870" y="11925"/>
                </a:cubicBezTo>
                <a:cubicBezTo>
                  <a:pt x="871" y="12249"/>
                  <a:pt x="1081" y="12902"/>
                  <a:pt x="1305" y="13329"/>
                </a:cubicBezTo>
                <a:cubicBezTo>
                  <a:pt x="1626" y="13943"/>
                  <a:pt x="1677" y="14061"/>
                  <a:pt x="1761" y="14367"/>
                </a:cubicBezTo>
                <a:cubicBezTo>
                  <a:pt x="1858" y="14718"/>
                  <a:pt x="1908" y="14886"/>
                  <a:pt x="1957" y="14983"/>
                </a:cubicBezTo>
                <a:cubicBezTo>
                  <a:pt x="2029" y="15127"/>
                  <a:pt x="2267" y="15333"/>
                  <a:pt x="2413" y="15387"/>
                </a:cubicBezTo>
                <a:lnTo>
                  <a:pt x="2522" y="15445"/>
                </a:lnTo>
                <a:lnTo>
                  <a:pt x="2435" y="15483"/>
                </a:lnTo>
                <a:cubicBezTo>
                  <a:pt x="2377" y="15504"/>
                  <a:pt x="2254" y="15530"/>
                  <a:pt x="2174" y="15541"/>
                </a:cubicBezTo>
                <a:cubicBezTo>
                  <a:pt x="1868" y="15584"/>
                  <a:pt x="1326" y="15898"/>
                  <a:pt x="1174" y="16118"/>
                </a:cubicBezTo>
                <a:cubicBezTo>
                  <a:pt x="1039" y="16313"/>
                  <a:pt x="854" y="16638"/>
                  <a:pt x="826" y="16753"/>
                </a:cubicBezTo>
                <a:cubicBezTo>
                  <a:pt x="789" y="16913"/>
                  <a:pt x="580" y="17519"/>
                  <a:pt x="522" y="17618"/>
                </a:cubicBezTo>
                <a:cubicBezTo>
                  <a:pt x="495" y="17665"/>
                  <a:pt x="457" y="17728"/>
                  <a:pt x="457" y="17753"/>
                </a:cubicBezTo>
                <a:cubicBezTo>
                  <a:pt x="457" y="17777"/>
                  <a:pt x="436" y="17831"/>
                  <a:pt x="413" y="17887"/>
                </a:cubicBezTo>
                <a:cubicBezTo>
                  <a:pt x="380" y="17969"/>
                  <a:pt x="395" y="18030"/>
                  <a:pt x="435" y="18137"/>
                </a:cubicBezTo>
                <a:cubicBezTo>
                  <a:pt x="492" y="18289"/>
                  <a:pt x="652" y="18514"/>
                  <a:pt x="826" y="18695"/>
                </a:cubicBezTo>
                <a:cubicBezTo>
                  <a:pt x="968" y="18842"/>
                  <a:pt x="982" y="18898"/>
                  <a:pt x="1109" y="19176"/>
                </a:cubicBezTo>
                <a:cubicBezTo>
                  <a:pt x="1226" y="19433"/>
                  <a:pt x="1535" y="19734"/>
                  <a:pt x="1826" y="19888"/>
                </a:cubicBezTo>
                <a:cubicBezTo>
                  <a:pt x="1999" y="19979"/>
                  <a:pt x="2026" y="19990"/>
                  <a:pt x="2000" y="20061"/>
                </a:cubicBezTo>
                <a:cubicBezTo>
                  <a:pt x="1950" y="20201"/>
                  <a:pt x="1958" y="20570"/>
                  <a:pt x="2022" y="20676"/>
                </a:cubicBezTo>
                <a:cubicBezTo>
                  <a:pt x="2055" y="20731"/>
                  <a:pt x="2225" y="20892"/>
                  <a:pt x="2392" y="21022"/>
                </a:cubicBezTo>
                <a:cubicBezTo>
                  <a:pt x="2687" y="21255"/>
                  <a:pt x="2709" y="21253"/>
                  <a:pt x="2892" y="21253"/>
                </a:cubicBezTo>
                <a:cubicBezTo>
                  <a:pt x="2995" y="21253"/>
                  <a:pt x="3091" y="21250"/>
                  <a:pt x="3109" y="21234"/>
                </a:cubicBezTo>
                <a:cubicBezTo>
                  <a:pt x="3145" y="21203"/>
                  <a:pt x="3736" y="21145"/>
                  <a:pt x="4283" y="21119"/>
                </a:cubicBezTo>
                <a:lnTo>
                  <a:pt x="4609" y="21099"/>
                </a:lnTo>
                <a:lnTo>
                  <a:pt x="4740" y="21234"/>
                </a:lnTo>
                <a:lnTo>
                  <a:pt x="4892" y="21369"/>
                </a:lnTo>
                <a:lnTo>
                  <a:pt x="6240" y="21369"/>
                </a:lnTo>
                <a:cubicBezTo>
                  <a:pt x="7201" y="21372"/>
                  <a:pt x="7596" y="21381"/>
                  <a:pt x="7631" y="21407"/>
                </a:cubicBezTo>
                <a:cubicBezTo>
                  <a:pt x="7666" y="21433"/>
                  <a:pt x="7828" y="21439"/>
                  <a:pt x="8174" y="21426"/>
                </a:cubicBezTo>
                <a:cubicBezTo>
                  <a:pt x="9341" y="21382"/>
                  <a:pt x="10822" y="21423"/>
                  <a:pt x="10979" y="21503"/>
                </a:cubicBezTo>
                <a:cubicBezTo>
                  <a:pt x="11008" y="21518"/>
                  <a:pt x="11153" y="21541"/>
                  <a:pt x="11283" y="21542"/>
                </a:cubicBezTo>
                <a:cubicBezTo>
                  <a:pt x="11486" y="21543"/>
                  <a:pt x="11518" y="21533"/>
                  <a:pt x="11609" y="21465"/>
                </a:cubicBezTo>
                <a:cubicBezTo>
                  <a:pt x="11668" y="21421"/>
                  <a:pt x="11727" y="21343"/>
                  <a:pt x="11740" y="21292"/>
                </a:cubicBezTo>
                <a:cubicBezTo>
                  <a:pt x="11763" y="21199"/>
                  <a:pt x="11772" y="21196"/>
                  <a:pt x="12022" y="21196"/>
                </a:cubicBezTo>
                <a:cubicBezTo>
                  <a:pt x="12161" y="21196"/>
                  <a:pt x="12310" y="21199"/>
                  <a:pt x="12370" y="21215"/>
                </a:cubicBezTo>
                <a:cubicBezTo>
                  <a:pt x="12430" y="21231"/>
                  <a:pt x="12627" y="21275"/>
                  <a:pt x="12783" y="21292"/>
                </a:cubicBezTo>
                <a:cubicBezTo>
                  <a:pt x="13041" y="21320"/>
                  <a:pt x="13190" y="21338"/>
                  <a:pt x="13740" y="21446"/>
                </a:cubicBezTo>
                <a:cubicBezTo>
                  <a:pt x="13837" y="21465"/>
                  <a:pt x="13923" y="21487"/>
                  <a:pt x="13957" y="21503"/>
                </a:cubicBezTo>
                <a:cubicBezTo>
                  <a:pt x="14110" y="21578"/>
                  <a:pt x="14422" y="21521"/>
                  <a:pt x="14783" y="21349"/>
                </a:cubicBezTo>
                <a:cubicBezTo>
                  <a:pt x="14968" y="21262"/>
                  <a:pt x="14983" y="21267"/>
                  <a:pt x="15218" y="21292"/>
                </a:cubicBezTo>
                <a:cubicBezTo>
                  <a:pt x="15687" y="21341"/>
                  <a:pt x="16164" y="21412"/>
                  <a:pt x="16305" y="21446"/>
                </a:cubicBezTo>
                <a:cubicBezTo>
                  <a:pt x="16523" y="21498"/>
                  <a:pt x="16815" y="21489"/>
                  <a:pt x="16936" y="21426"/>
                </a:cubicBezTo>
                <a:cubicBezTo>
                  <a:pt x="17006" y="21390"/>
                  <a:pt x="17091" y="21292"/>
                  <a:pt x="17175" y="21138"/>
                </a:cubicBezTo>
                <a:cubicBezTo>
                  <a:pt x="17284" y="20938"/>
                  <a:pt x="17296" y="20890"/>
                  <a:pt x="17283" y="20734"/>
                </a:cubicBezTo>
                <a:cubicBezTo>
                  <a:pt x="17275" y="20635"/>
                  <a:pt x="17238" y="20497"/>
                  <a:pt x="17197" y="20426"/>
                </a:cubicBezTo>
                <a:cubicBezTo>
                  <a:pt x="17139" y="20329"/>
                  <a:pt x="17119" y="20284"/>
                  <a:pt x="17153" y="20272"/>
                </a:cubicBezTo>
                <a:cubicBezTo>
                  <a:pt x="17298" y="20223"/>
                  <a:pt x="18158" y="19662"/>
                  <a:pt x="18327" y="19503"/>
                </a:cubicBezTo>
                <a:cubicBezTo>
                  <a:pt x="18531" y="19311"/>
                  <a:pt x="18788" y="18908"/>
                  <a:pt x="18892" y="18637"/>
                </a:cubicBezTo>
                <a:cubicBezTo>
                  <a:pt x="18986" y="18393"/>
                  <a:pt x="18951" y="17921"/>
                  <a:pt x="18762" y="17060"/>
                </a:cubicBezTo>
                <a:cubicBezTo>
                  <a:pt x="18732" y="16927"/>
                  <a:pt x="18708" y="16788"/>
                  <a:pt x="18697" y="16772"/>
                </a:cubicBezTo>
                <a:cubicBezTo>
                  <a:pt x="18684" y="16753"/>
                  <a:pt x="18752" y="16760"/>
                  <a:pt x="18892" y="16772"/>
                </a:cubicBezTo>
                <a:cubicBezTo>
                  <a:pt x="19075" y="16787"/>
                  <a:pt x="19153" y="16779"/>
                  <a:pt x="19240" y="16733"/>
                </a:cubicBezTo>
                <a:cubicBezTo>
                  <a:pt x="19337" y="16683"/>
                  <a:pt x="19353" y="16677"/>
                  <a:pt x="19479" y="16714"/>
                </a:cubicBezTo>
                <a:cubicBezTo>
                  <a:pt x="19602" y="16750"/>
                  <a:pt x="19635" y="16758"/>
                  <a:pt x="19740" y="16714"/>
                </a:cubicBezTo>
                <a:cubicBezTo>
                  <a:pt x="19807" y="16686"/>
                  <a:pt x="19889" y="16625"/>
                  <a:pt x="19914" y="16599"/>
                </a:cubicBezTo>
                <a:cubicBezTo>
                  <a:pt x="19939" y="16572"/>
                  <a:pt x="19993" y="16560"/>
                  <a:pt x="20044" y="16560"/>
                </a:cubicBezTo>
                <a:cubicBezTo>
                  <a:pt x="20169" y="16560"/>
                  <a:pt x="20342" y="16463"/>
                  <a:pt x="20457" y="16329"/>
                </a:cubicBezTo>
                <a:cubicBezTo>
                  <a:pt x="20521" y="16256"/>
                  <a:pt x="20611" y="16204"/>
                  <a:pt x="20718" y="16175"/>
                </a:cubicBezTo>
                <a:cubicBezTo>
                  <a:pt x="20806" y="16153"/>
                  <a:pt x="20912" y="16104"/>
                  <a:pt x="20958" y="16060"/>
                </a:cubicBezTo>
                <a:cubicBezTo>
                  <a:pt x="21097" y="15927"/>
                  <a:pt x="21197" y="15648"/>
                  <a:pt x="21197" y="15368"/>
                </a:cubicBezTo>
                <a:cubicBezTo>
                  <a:pt x="21197" y="15121"/>
                  <a:pt x="21192" y="15125"/>
                  <a:pt x="21327" y="15002"/>
                </a:cubicBezTo>
                <a:cubicBezTo>
                  <a:pt x="21402" y="14934"/>
                  <a:pt x="21489" y="14812"/>
                  <a:pt x="21523" y="14733"/>
                </a:cubicBezTo>
                <a:cubicBezTo>
                  <a:pt x="21599" y="14557"/>
                  <a:pt x="21577" y="14468"/>
                  <a:pt x="21371" y="14291"/>
                </a:cubicBezTo>
                <a:cubicBezTo>
                  <a:pt x="21232" y="14171"/>
                  <a:pt x="21213" y="14174"/>
                  <a:pt x="20958" y="14175"/>
                </a:cubicBezTo>
                <a:cubicBezTo>
                  <a:pt x="20796" y="14176"/>
                  <a:pt x="20688" y="14188"/>
                  <a:pt x="20653" y="14214"/>
                </a:cubicBezTo>
                <a:cubicBezTo>
                  <a:pt x="20576" y="14270"/>
                  <a:pt x="20079" y="14271"/>
                  <a:pt x="20001" y="14214"/>
                </a:cubicBezTo>
                <a:cubicBezTo>
                  <a:pt x="19959" y="14183"/>
                  <a:pt x="19788" y="14161"/>
                  <a:pt x="19414" y="14156"/>
                </a:cubicBezTo>
                <a:lnTo>
                  <a:pt x="18892" y="14156"/>
                </a:lnTo>
                <a:lnTo>
                  <a:pt x="18740" y="13983"/>
                </a:lnTo>
                <a:cubicBezTo>
                  <a:pt x="18656" y="13892"/>
                  <a:pt x="18566" y="13795"/>
                  <a:pt x="18523" y="13752"/>
                </a:cubicBezTo>
                <a:cubicBezTo>
                  <a:pt x="18334" y="13564"/>
                  <a:pt x="18186" y="13371"/>
                  <a:pt x="18110" y="13233"/>
                </a:cubicBezTo>
                <a:cubicBezTo>
                  <a:pt x="18064" y="13151"/>
                  <a:pt x="17905" y="12976"/>
                  <a:pt x="17762" y="12848"/>
                </a:cubicBezTo>
                <a:lnTo>
                  <a:pt x="17501" y="12617"/>
                </a:lnTo>
                <a:lnTo>
                  <a:pt x="17479" y="12329"/>
                </a:lnTo>
                <a:cubicBezTo>
                  <a:pt x="17468" y="12172"/>
                  <a:pt x="17452" y="12049"/>
                  <a:pt x="17436" y="12040"/>
                </a:cubicBezTo>
                <a:cubicBezTo>
                  <a:pt x="17419" y="12031"/>
                  <a:pt x="17392" y="11971"/>
                  <a:pt x="17392" y="11925"/>
                </a:cubicBezTo>
                <a:cubicBezTo>
                  <a:pt x="17392" y="11878"/>
                  <a:pt x="17343" y="11725"/>
                  <a:pt x="17283" y="11579"/>
                </a:cubicBezTo>
                <a:cubicBezTo>
                  <a:pt x="17224" y="11432"/>
                  <a:pt x="17137" y="11197"/>
                  <a:pt x="17088" y="11059"/>
                </a:cubicBezTo>
                <a:cubicBezTo>
                  <a:pt x="17039" y="10921"/>
                  <a:pt x="16995" y="10786"/>
                  <a:pt x="16979" y="10751"/>
                </a:cubicBezTo>
                <a:cubicBezTo>
                  <a:pt x="16936" y="10657"/>
                  <a:pt x="16714" y="10107"/>
                  <a:pt x="16675" y="9982"/>
                </a:cubicBezTo>
                <a:cubicBezTo>
                  <a:pt x="16656" y="9922"/>
                  <a:pt x="16616" y="9825"/>
                  <a:pt x="16588" y="9771"/>
                </a:cubicBezTo>
                <a:cubicBezTo>
                  <a:pt x="16560" y="9716"/>
                  <a:pt x="16544" y="9660"/>
                  <a:pt x="16544" y="9636"/>
                </a:cubicBezTo>
                <a:cubicBezTo>
                  <a:pt x="16544" y="9612"/>
                  <a:pt x="16540" y="9575"/>
                  <a:pt x="16523" y="9559"/>
                </a:cubicBezTo>
                <a:cubicBezTo>
                  <a:pt x="16505" y="9543"/>
                  <a:pt x="16446" y="9417"/>
                  <a:pt x="16392" y="9270"/>
                </a:cubicBezTo>
                <a:cubicBezTo>
                  <a:pt x="16339" y="9124"/>
                  <a:pt x="16278" y="8979"/>
                  <a:pt x="16262" y="8963"/>
                </a:cubicBezTo>
                <a:cubicBezTo>
                  <a:pt x="16245" y="8946"/>
                  <a:pt x="16218" y="8912"/>
                  <a:pt x="16218" y="8886"/>
                </a:cubicBezTo>
                <a:cubicBezTo>
                  <a:pt x="16218" y="8859"/>
                  <a:pt x="16204" y="8800"/>
                  <a:pt x="16175" y="8751"/>
                </a:cubicBezTo>
                <a:cubicBezTo>
                  <a:pt x="16146" y="8702"/>
                  <a:pt x="16131" y="8653"/>
                  <a:pt x="16131" y="8636"/>
                </a:cubicBezTo>
                <a:cubicBezTo>
                  <a:pt x="16131" y="8619"/>
                  <a:pt x="16092" y="8555"/>
                  <a:pt x="16066" y="8501"/>
                </a:cubicBezTo>
                <a:cubicBezTo>
                  <a:pt x="16040" y="8447"/>
                  <a:pt x="15997" y="8337"/>
                  <a:pt x="15957" y="8251"/>
                </a:cubicBezTo>
                <a:cubicBezTo>
                  <a:pt x="15833" y="7982"/>
                  <a:pt x="15806" y="7931"/>
                  <a:pt x="15696" y="7770"/>
                </a:cubicBezTo>
                <a:cubicBezTo>
                  <a:pt x="15638" y="7684"/>
                  <a:pt x="15564" y="7599"/>
                  <a:pt x="15544" y="7559"/>
                </a:cubicBezTo>
                <a:cubicBezTo>
                  <a:pt x="15491" y="7451"/>
                  <a:pt x="15278" y="7131"/>
                  <a:pt x="15153" y="7001"/>
                </a:cubicBezTo>
                <a:cubicBezTo>
                  <a:pt x="15093" y="6939"/>
                  <a:pt x="15011" y="6880"/>
                  <a:pt x="14979" y="6847"/>
                </a:cubicBezTo>
                <a:cubicBezTo>
                  <a:pt x="14739" y="6596"/>
                  <a:pt x="14416" y="6399"/>
                  <a:pt x="13631" y="6097"/>
                </a:cubicBezTo>
                <a:cubicBezTo>
                  <a:pt x="13436" y="6022"/>
                  <a:pt x="13082" y="5886"/>
                  <a:pt x="12849" y="5789"/>
                </a:cubicBezTo>
                <a:cubicBezTo>
                  <a:pt x="12615" y="5692"/>
                  <a:pt x="12359" y="5601"/>
                  <a:pt x="12283" y="5577"/>
                </a:cubicBezTo>
                <a:cubicBezTo>
                  <a:pt x="12208" y="5554"/>
                  <a:pt x="12096" y="5480"/>
                  <a:pt x="12044" y="5424"/>
                </a:cubicBezTo>
                <a:cubicBezTo>
                  <a:pt x="11993" y="5367"/>
                  <a:pt x="11924" y="5270"/>
                  <a:pt x="11870" y="5212"/>
                </a:cubicBezTo>
                <a:cubicBezTo>
                  <a:pt x="11817" y="5154"/>
                  <a:pt x="11762" y="5094"/>
                  <a:pt x="11762" y="5077"/>
                </a:cubicBezTo>
                <a:cubicBezTo>
                  <a:pt x="11762" y="5061"/>
                  <a:pt x="11735" y="5032"/>
                  <a:pt x="11696" y="5000"/>
                </a:cubicBezTo>
                <a:cubicBezTo>
                  <a:pt x="11606" y="4928"/>
                  <a:pt x="11597" y="4924"/>
                  <a:pt x="11718" y="4693"/>
                </a:cubicBezTo>
                <a:cubicBezTo>
                  <a:pt x="11774" y="4586"/>
                  <a:pt x="11834" y="4466"/>
                  <a:pt x="11849" y="4423"/>
                </a:cubicBezTo>
                <a:cubicBezTo>
                  <a:pt x="11863" y="4380"/>
                  <a:pt x="11935" y="4287"/>
                  <a:pt x="12001" y="4231"/>
                </a:cubicBezTo>
                <a:cubicBezTo>
                  <a:pt x="12084" y="4161"/>
                  <a:pt x="12109" y="4103"/>
                  <a:pt x="12109" y="4039"/>
                </a:cubicBezTo>
                <a:cubicBezTo>
                  <a:pt x="12109" y="3988"/>
                  <a:pt x="12133" y="3934"/>
                  <a:pt x="12153" y="3923"/>
                </a:cubicBezTo>
                <a:cubicBezTo>
                  <a:pt x="12172" y="3913"/>
                  <a:pt x="12196" y="3878"/>
                  <a:pt x="12196" y="3846"/>
                </a:cubicBezTo>
                <a:cubicBezTo>
                  <a:pt x="12196" y="3782"/>
                  <a:pt x="12285" y="3483"/>
                  <a:pt x="12370" y="3308"/>
                </a:cubicBezTo>
                <a:cubicBezTo>
                  <a:pt x="12474" y="3093"/>
                  <a:pt x="12443" y="2649"/>
                  <a:pt x="12305" y="2558"/>
                </a:cubicBezTo>
                <a:cubicBezTo>
                  <a:pt x="12292" y="2549"/>
                  <a:pt x="12244" y="2530"/>
                  <a:pt x="12196" y="2500"/>
                </a:cubicBezTo>
                <a:cubicBezTo>
                  <a:pt x="12120" y="2451"/>
                  <a:pt x="12108" y="2415"/>
                  <a:pt x="12088" y="2173"/>
                </a:cubicBezTo>
                <a:cubicBezTo>
                  <a:pt x="12020" y="1356"/>
                  <a:pt x="11767" y="897"/>
                  <a:pt x="11153" y="461"/>
                </a:cubicBezTo>
                <a:cubicBezTo>
                  <a:pt x="10993" y="348"/>
                  <a:pt x="10427" y="116"/>
                  <a:pt x="10196" y="57"/>
                </a:cubicBezTo>
                <a:cubicBezTo>
                  <a:pt x="9914" y="-15"/>
                  <a:pt x="9352" y="-22"/>
                  <a:pt x="9066" y="57"/>
                </a:cubicBezTo>
                <a:close/>
                <a:moveTo>
                  <a:pt x="5392" y="13752"/>
                </a:moveTo>
                <a:cubicBezTo>
                  <a:pt x="5412" y="13741"/>
                  <a:pt x="5414" y="13782"/>
                  <a:pt x="5414" y="13829"/>
                </a:cubicBezTo>
                <a:cubicBezTo>
                  <a:pt x="5414" y="13921"/>
                  <a:pt x="5510" y="14061"/>
                  <a:pt x="5609" y="14156"/>
                </a:cubicBezTo>
                <a:cubicBezTo>
                  <a:pt x="5705" y="14247"/>
                  <a:pt x="5705" y="14591"/>
                  <a:pt x="5609" y="14675"/>
                </a:cubicBezTo>
                <a:cubicBezTo>
                  <a:pt x="5572" y="14708"/>
                  <a:pt x="5488" y="14808"/>
                  <a:pt x="5435" y="14887"/>
                </a:cubicBezTo>
                <a:cubicBezTo>
                  <a:pt x="5357" y="15004"/>
                  <a:pt x="5321" y="15021"/>
                  <a:pt x="5240" y="15021"/>
                </a:cubicBezTo>
                <a:cubicBezTo>
                  <a:pt x="5184" y="15021"/>
                  <a:pt x="5009" y="15087"/>
                  <a:pt x="4848" y="15156"/>
                </a:cubicBezTo>
                <a:cubicBezTo>
                  <a:pt x="4606" y="15259"/>
                  <a:pt x="4523" y="15271"/>
                  <a:pt x="4348" y="15271"/>
                </a:cubicBezTo>
                <a:lnTo>
                  <a:pt x="4131" y="15271"/>
                </a:lnTo>
                <a:lnTo>
                  <a:pt x="4240" y="15175"/>
                </a:lnTo>
                <a:cubicBezTo>
                  <a:pt x="4297" y="15120"/>
                  <a:pt x="4469" y="14960"/>
                  <a:pt x="4631" y="14810"/>
                </a:cubicBezTo>
                <a:cubicBezTo>
                  <a:pt x="4793" y="14660"/>
                  <a:pt x="4983" y="14470"/>
                  <a:pt x="5044" y="14387"/>
                </a:cubicBezTo>
                <a:cubicBezTo>
                  <a:pt x="5201" y="14171"/>
                  <a:pt x="5348" y="13891"/>
                  <a:pt x="5348" y="13829"/>
                </a:cubicBezTo>
                <a:cubicBezTo>
                  <a:pt x="5349" y="13800"/>
                  <a:pt x="5372" y="13763"/>
                  <a:pt x="5392" y="13752"/>
                </a:cubicBezTo>
                <a:close/>
                <a:moveTo>
                  <a:pt x="14023" y="14425"/>
                </a:moveTo>
                <a:lnTo>
                  <a:pt x="14218" y="14598"/>
                </a:lnTo>
                <a:cubicBezTo>
                  <a:pt x="14326" y="14692"/>
                  <a:pt x="14473" y="14812"/>
                  <a:pt x="14523" y="14887"/>
                </a:cubicBezTo>
                <a:cubicBezTo>
                  <a:pt x="14572" y="14961"/>
                  <a:pt x="14594" y="15037"/>
                  <a:pt x="14588" y="15041"/>
                </a:cubicBezTo>
                <a:cubicBezTo>
                  <a:pt x="14581" y="15044"/>
                  <a:pt x="14538" y="15047"/>
                  <a:pt x="14479" y="15041"/>
                </a:cubicBezTo>
                <a:cubicBezTo>
                  <a:pt x="14406" y="15033"/>
                  <a:pt x="14312" y="14977"/>
                  <a:pt x="14196" y="14868"/>
                </a:cubicBezTo>
                <a:cubicBezTo>
                  <a:pt x="14046" y="14726"/>
                  <a:pt x="14023" y="14688"/>
                  <a:pt x="14023" y="14560"/>
                </a:cubicBezTo>
                <a:lnTo>
                  <a:pt x="14023" y="14425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"/>
          <p:cNvSpPr/>
          <p:nvPr/>
        </p:nvSpPr>
        <p:spPr>
          <a:xfrm>
            <a:off x="193026" y="221386"/>
            <a:ext cx="2281652" cy="19614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 txBox="1"/>
          <p:nvPr/>
        </p:nvSpPr>
        <p:spPr>
          <a:xfrm>
            <a:off x="347290" y="214084"/>
            <a:ext cx="1973124" cy="21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08 Позиционирование</a:t>
            </a:r>
            <a:endParaRPr/>
          </a:p>
        </p:txBody>
      </p:sp>
      <p:pic>
        <p:nvPicPr>
          <p:cNvPr descr="Screenshot 2026-04-21 at 17.28.30.png" id="266" name="Google Shape;266;p14"/>
          <p:cNvPicPr preferRelativeResize="0"/>
          <p:nvPr/>
        </p:nvPicPr>
        <p:blipFill rotWithShape="1">
          <a:blip r:embed="rId3">
            <a:alphaModFix/>
          </a:blip>
          <a:srcRect b="3" l="0" r="62859" t="0"/>
          <a:stretch/>
        </p:blipFill>
        <p:spPr>
          <a:xfrm>
            <a:off x="341897" y="570292"/>
            <a:ext cx="2099419" cy="28768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4-21 at 17.29.34.png" id="267" name="Google Shape;267;p14"/>
          <p:cNvPicPr preferRelativeResize="0"/>
          <p:nvPr/>
        </p:nvPicPr>
        <p:blipFill rotWithShape="1">
          <a:blip r:embed="rId4">
            <a:alphaModFix/>
          </a:blip>
          <a:srcRect b="50653" l="0" r="0" t="0"/>
          <a:stretch/>
        </p:blipFill>
        <p:spPr>
          <a:xfrm>
            <a:off x="2555720" y="2754156"/>
            <a:ext cx="6252988" cy="21355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4-21 at 17.29.34.png" id="268" name="Google Shape;268;p14"/>
          <p:cNvPicPr preferRelativeResize="0"/>
          <p:nvPr/>
        </p:nvPicPr>
        <p:blipFill rotWithShape="1">
          <a:blip r:embed="rId4">
            <a:alphaModFix/>
          </a:blip>
          <a:srcRect b="0" l="0" r="0" t="52247"/>
          <a:stretch/>
        </p:blipFill>
        <p:spPr>
          <a:xfrm>
            <a:off x="2556315" y="565208"/>
            <a:ext cx="6251796" cy="206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5-07 at 10.26.10.png" id="269" name="Google Shape;26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1897" y="3533172"/>
            <a:ext cx="2099470" cy="1406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"/>
          <p:cNvSpPr/>
          <p:nvPr/>
        </p:nvSpPr>
        <p:spPr>
          <a:xfrm>
            <a:off x="193026" y="221386"/>
            <a:ext cx="2281652" cy="19614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 txBox="1"/>
          <p:nvPr/>
        </p:nvSpPr>
        <p:spPr>
          <a:xfrm>
            <a:off x="347290" y="214084"/>
            <a:ext cx="1973124" cy="21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08 Позиционирование</a:t>
            </a:r>
            <a:endParaRPr/>
          </a:p>
        </p:txBody>
      </p:sp>
      <p:pic>
        <p:nvPicPr>
          <p:cNvPr descr="Screenshot 2026-04-23 at 08.59.20.png" id="276" name="Google Shape;27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541" y="649650"/>
            <a:ext cx="4348055" cy="2366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4-23 at 09.00.05.png" id="277" name="Google Shape;27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9061" y="649650"/>
            <a:ext cx="4212131" cy="2366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4-23 at 09.01.16.png" id="278" name="Google Shape;278;p15"/>
          <p:cNvPicPr preferRelativeResize="0"/>
          <p:nvPr/>
        </p:nvPicPr>
        <p:blipFill rotWithShape="1">
          <a:blip r:embed="rId5">
            <a:alphaModFix/>
          </a:blip>
          <a:srcRect b="4220" l="13464" r="3024" t="4226"/>
          <a:stretch/>
        </p:blipFill>
        <p:spPr>
          <a:xfrm>
            <a:off x="2727960" y="935632"/>
            <a:ext cx="1569161" cy="1794274"/>
          </a:xfrm>
          <a:custGeom>
            <a:rect b="b" l="l" r="r" t="t"/>
            <a:pathLst>
              <a:path extrusionOk="0" h="21600" w="21549">
                <a:moveTo>
                  <a:pt x="9847" y="0"/>
                </a:moveTo>
                <a:cubicBezTo>
                  <a:pt x="9721" y="0"/>
                  <a:pt x="9607" y="5"/>
                  <a:pt x="9596" y="14"/>
                </a:cubicBezTo>
                <a:cubicBezTo>
                  <a:pt x="9569" y="38"/>
                  <a:pt x="9380" y="95"/>
                  <a:pt x="9324" y="96"/>
                </a:cubicBezTo>
                <a:cubicBezTo>
                  <a:pt x="9298" y="96"/>
                  <a:pt x="9226" y="126"/>
                  <a:pt x="9160" y="158"/>
                </a:cubicBezTo>
                <a:cubicBezTo>
                  <a:pt x="9095" y="190"/>
                  <a:pt x="8896" y="279"/>
                  <a:pt x="8719" y="358"/>
                </a:cubicBezTo>
                <a:cubicBezTo>
                  <a:pt x="8541" y="438"/>
                  <a:pt x="8358" y="527"/>
                  <a:pt x="8316" y="559"/>
                </a:cubicBezTo>
                <a:cubicBezTo>
                  <a:pt x="8097" y="727"/>
                  <a:pt x="7856" y="949"/>
                  <a:pt x="7781" y="1046"/>
                </a:cubicBezTo>
                <a:cubicBezTo>
                  <a:pt x="7687" y="1170"/>
                  <a:pt x="7553" y="1455"/>
                  <a:pt x="7553" y="1529"/>
                </a:cubicBezTo>
                <a:cubicBezTo>
                  <a:pt x="7553" y="1556"/>
                  <a:pt x="7541" y="1583"/>
                  <a:pt x="7525" y="1591"/>
                </a:cubicBezTo>
                <a:cubicBezTo>
                  <a:pt x="7510" y="1599"/>
                  <a:pt x="7498" y="1657"/>
                  <a:pt x="7498" y="1715"/>
                </a:cubicBezTo>
                <a:cubicBezTo>
                  <a:pt x="7498" y="1774"/>
                  <a:pt x="7484" y="1827"/>
                  <a:pt x="7471" y="1835"/>
                </a:cubicBezTo>
                <a:cubicBezTo>
                  <a:pt x="7433" y="1855"/>
                  <a:pt x="7409" y="2001"/>
                  <a:pt x="7389" y="2336"/>
                </a:cubicBezTo>
                <a:cubicBezTo>
                  <a:pt x="7373" y="2606"/>
                  <a:pt x="7363" y="2647"/>
                  <a:pt x="7307" y="2699"/>
                </a:cubicBezTo>
                <a:cubicBezTo>
                  <a:pt x="7251" y="2752"/>
                  <a:pt x="7247" y="2782"/>
                  <a:pt x="7247" y="3015"/>
                </a:cubicBezTo>
                <a:cubicBezTo>
                  <a:pt x="7247" y="3276"/>
                  <a:pt x="7294" y="3447"/>
                  <a:pt x="7400" y="3588"/>
                </a:cubicBezTo>
                <a:cubicBezTo>
                  <a:pt x="7570" y="3815"/>
                  <a:pt x="7618" y="3943"/>
                  <a:pt x="7683" y="4333"/>
                </a:cubicBezTo>
                <a:cubicBezTo>
                  <a:pt x="7692" y="4384"/>
                  <a:pt x="7708" y="4431"/>
                  <a:pt x="7721" y="4438"/>
                </a:cubicBezTo>
                <a:cubicBezTo>
                  <a:pt x="7735" y="4446"/>
                  <a:pt x="7749" y="4525"/>
                  <a:pt x="7749" y="4615"/>
                </a:cubicBezTo>
                <a:cubicBezTo>
                  <a:pt x="7749" y="4718"/>
                  <a:pt x="7768" y="4828"/>
                  <a:pt x="7803" y="4911"/>
                </a:cubicBezTo>
                <a:cubicBezTo>
                  <a:pt x="7834" y="4985"/>
                  <a:pt x="7858" y="5070"/>
                  <a:pt x="7858" y="5098"/>
                </a:cubicBezTo>
                <a:cubicBezTo>
                  <a:pt x="7858" y="5143"/>
                  <a:pt x="7801" y="5224"/>
                  <a:pt x="7558" y="5537"/>
                </a:cubicBezTo>
                <a:cubicBezTo>
                  <a:pt x="7523" y="5582"/>
                  <a:pt x="7473" y="5618"/>
                  <a:pt x="7444" y="5618"/>
                </a:cubicBezTo>
                <a:cubicBezTo>
                  <a:pt x="7414" y="5618"/>
                  <a:pt x="7382" y="5629"/>
                  <a:pt x="7373" y="5642"/>
                </a:cubicBezTo>
                <a:cubicBezTo>
                  <a:pt x="7363" y="5656"/>
                  <a:pt x="7328" y="5666"/>
                  <a:pt x="7291" y="5666"/>
                </a:cubicBezTo>
                <a:cubicBezTo>
                  <a:pt x="7230" y="5666"/>
                  <a:pt x="7030" y="5747"/>
                  <a:pt x="6997" y="5786"/>
                </a:cubicBezTo>
                <a:cubicBezTo>
                  <a:pt x="6983" y="5801"/>
                  <a:pt x="6907" y="5848"/>
                  <a:pt x="6751" y="5939"/>
                </a:cubicBezTo>
                <a:cubicBezTo>
                  <a:pt x="6703" y="5967"/>
                  <a:pt x="6622" y="5982"/>
                  <a:pt x="6517" y="5982"/>
                </a:cubicBezTo>
                <a:cubicBezTo>
                  <a:pt x="6362" y="5982"/>
                  <a:pt x="6115" y="6059"/>
                  <a:pt x="6021" y="6134"/>
                </a:cubicBezTo>
                <a:cubicBezTo>
                  <a:pt x="5952" y="6190"/>
                  <a:pt x="5861" y="6225"/>
                  <a:pt x="5792" y="6225"/>
                </a:cubicBezTo>
                <a:cubicBezTo>
                  <a:pt x="5755" y="6225"/>
                  <a:pt x="5714" y="6236"/>
                  <a:pt x="5705" y="6249"/>
                </a:cubicBezTo>
                <a:cubicBezTo>
                  <a:pt x="5695" y="6263"/>
                  <a:pt x="5658" y="6273"/>
                  <a:pt x="5623" y="6273"/>
                </a:cubicBezTo>
                <a:cubicBezTo>
                  <a:pt x="5495" y="6273"/>
                  <a:pt x="5161" y="6394"/>
                  <a:pt x="4964" y="6512"/>
                </a:cubicBezTo>
                <a:cubicBezTo>
                  <a:pt x="4758" y="6634"/>
                  <a:pt x="4510" y="6847"/>
                  <a:pt x="4386" y="7004"/>
                </a:cubicBezTo>
                <a:cubicBezTo>
                  <a:pt x="4349" y="7051"/>
                  <a:pt x="4299" y="7112"/>
                  <a:pt x="4271" y="7138"/>
                </a:cubicBezTo>
                <a:cubicBezTo>
                  <a:pt x="4244" y="7164"/>
                  <a:pt x="4222" y="7197"/>
                  <a:pt x="4222" y="7209"/>
                </a:cubicBezTo>
                <a:cubicBezTo>
                  <a:pt x="4222" y="7222"/>
                  <a:pt x="4179" y="7274"/>
                  <a:pt x="4130" y="7324"/>
                </a:cubicBezTo>
                <a:cubicBezTo>
                  <a:pt x="3945" y="7512"/>
                  <a:pt x="3776" y="7750"/>
                  <a:pt x="3776" y="7826"/>
                </a:cubicBezTo>
                <a:cubicBezTo>
                  <a:pt x="3776" y="7855"/>
                  <a:pt x="3334" y="8649"/>
                  <a:pt x="3230" y="8805"/>
                </a:cubicBezTo>
                <a:cubicBezTo>
                  <a:pt x="3191" y="8865"/>
                  <a:pt x="3126" y="8957"/>
                  <a:pt x="3083" y="9011"/>
                </a:cubicBezTo>
                <a:cubicBezTo>
                  <a:pt x="3041" y="9064"/>
                  <a:pt x="2956" y="9174"/>
                  <a:pt x="2898" y="9254"/>
                </a:cubicBezTo>
                <a:cubicBezTo>
                  <a:pt x="2631" y="9625"/>
                  <a:pt x="2553" y="9623"/>
                  <a:pt x="2511" y="9245"/>
                </a:cubicBezTo>
                <a:cubicBezTo>
                  <a:pt x="2500" y="9146"/>
                  <a:pt x="2481" y="9047"/>
                  <a:pt x="2467" y="9025"/>
                </a:cubicBezTo>
                <a:cubicBezTo>
                  <a:pt x="2454" y="9003"/>
                  <a:pt x="2402" y="8908"/>
                  <a:pt x="2353" y="8815"/>
                </a:cubicBezTo>
                <a:cubicBezTo>
                  <a:pt x="2221" y="8563"/>
                  <a:pt x="1990" y="8296"/>
                  <a:pt x="1830" y="8208"/>
                </a:cubicBezTo>
                <a:cubicBezTo>
                  <a:pt x="1768" y="8174"/>
                  <a:pt x="1639" y="7985"/>
                  <a:pt x="1639" y="7931"/>
                </a:cubicBezTo>
                <a:cubicBezTo>
                  <a:pt x="1639" y="7905"/>
                  <a:pt x="1622" y="7877"/>
                  <a:pt x="1606" y="7869"/>
                </a:cubicBezTo>
                <a:cubicBezTo>
                  <a:pt x="1591" y="7860"/>
                  <a:pt x="1579" y="7831"/>
                  <a:pt x="1579" y="7807"/>
                </a:cubicBezTo>
                <a:cubicBezTo>
                  <a:pt x="1579" y="7667"/>
                  <a:pt x="1281" y="7311"/>
                  <a:pt x="1067" y="7195"/>
                </a:cubicBezTo>
                <a:cubicBezTo>
                  <a:pt x="880" y="7094"/>
                  <a:pt x="598" y="7170"/>
                  <a:pt x="494" y="7348"/>
                </a:cubicBezTo>
                <a:cubicBezTo>
                  <a:pt x="435" y="7450"/>
                  <a:pt x="421" y="7769"/>
                  <a:pt x="473" y="7797"/>
                </a:cubicBezTo>
                <a:cubicBezTo>
                  <a:pt x="488" y="7805"/>
                  <a:pt x="500" y="7830"/>
                  <a:pt x="500" y="7854"/>
                </a:cubicBezTo>
                <a:cubicBezTo>
                  <a:pt x="500" y="7924"/>
                  <a:pt x="605" y="8119"/>
                  <a:pt x="680" y="8184"/>
                </a:cubicBezTo>
                <a:cubicBezTo>
                  <a:pt x="717" y="8217"/>
                  <a:pt x="745" y="8254"/>
                  <a:pt x="745" y="8265"/>
                </a:cubicBezTo>
                <a:cubicBezTo>
                  <a:pt x="745" y="8277"/>
                  <a:pt x="771" y="8305"/>
                  <a:pt x="800" y="8332"/>
                </a:cubicBezTo>
                <a:cubicBezTo>
                  <a:pt x="828" y="8359"/>
                  <a:pt x="863" y="8408"/>
                  <a:pt x="881" y="8437"/>
                </a:cubicBezTo>
                <a:cubicBezTo>
                  <a:pt x="918" y="8497"/>
                  <a:pt x="917" y="8498"/>
                  <a:pt x="751" y="8523"/>
                </a:cubicBezTo>
                <a:cubicBezTo>
                  <a:pt x="636" y="8541"/>
                  <a:pt x="358" y="8656"/>
                  <a:pt x="358" y="8686"/>
                </a:cubicBezTo>
                <a:cubicBezTo>
                  <a:pt x="358" y="8698"/>
                  <a:pt x="341" y="8710"/>
                  <a:pt x="320" y="8710"/>
                </a:cubicBezTo>
                <a:cubicBezTo>
                  <a:pt x="270" y="8710"/>
                  <a:pt x="61" y="8906"/>
                  <a:pt x="26" y="8987"/>
                </a:cubicBezTo>
                <a:cubicBezTo>
                  <a:pt x="-14" y="9078"/>
                  <a:pt x="-4" y="9294"/>
                  <a:pt x="42" y="9364"/>
                </a:cubicBezTo>
                <a:cubicBezTo>
                  <a:pt x="94" y="9444"/>
                  <a:pt x="94" y="9559"/>
                  <a:pt x="42" y="9646"/>
                </a:cubicBezTo>
                <a:cubicBezTo>
                  <a:pt x="-47" y="9796"/>
                  <a:pt x="11" y="10030"/>
                  <a:pt x="173" y="10162"/>
                </a:cubicBezTo>
                <a:cubicBezTo>
                  <a:pt x="226" y="10206"/>
                  <a:pt x="245" y="10253"/>
                  <a:pt x="260" y="10367"/>
                </a:cubicBezTo>
                <a:cubicBezTo>
                  <a:pt x="271" y="10450"/>
                  <a:pt x="303" y="10559"/>
                  <a:pt x="331" y="10606"/>
                </a:cubicBezTo>
                <a:cubicBezTo>
                  <a:pt x="433" y="10782"/>
                  <a:pt x="770" y="10993"/>
                  <a:pt x="947" y="10993"/>
                </a:cubicBezTo>
                <a:cubicBezTo>
                  <a:pt x="989" y="10993"/>
                  <a:pt x="1030" y="11004"/>
                  <a:pt x="1039" y="11017"/>
                </a:cubicBezTo>
                <a:cubicBezTo>
                  <a:pt x="1049" y="11031"/>
                  <a:pt x="1088" y="11041"/>
                  <a:pt x="1127" y="11041"/>
                </a:cubicBezTo>
                <a:cubicBezTo>
                  <a:pt x="1189" y="11041"/>
                  <a:pt x="1194" y="11049"/>
                  <a:pt x="1181" y="11108"/>
                </a:cubicBezTo>
                <a:cubicBezTo>
                  <a:pt x="1161" y="11199"/>
                  <a:pt x="1055" y="11570"/>
                  <a:pt x="1023" y="11662"/>
                </a:cubicBezTo>
                <a:cubicBezTo>
                  <a:pt x="988" y="11762"/>
                  <a:pt x="988" y="12250"/>
                  <a:pt x="1023" y="12269"/>
                </a:cubicBezTo>
                <a:cubicBezTo>
                  <a:pt x="1038" y="12277"/>
                  <a:pt x="1056" y="12309"/>
                  <a:pt x="1056" y="12341"/>
                </a:cubicBezTo>
                <a:cubicBezTo>
                  <a:pt x="1056" y="12402"/>
                  <a:pt x="1124" y="12635"/>
                  <a:pt x="1165" y="12704"/>
                </a:cubicBezTo>
                <a:cubicBezTo>
                  <a:pt x="1179" y="12727"/>
                  <a:pt x="1192" y="12760"/>
                  <a:pt x="1192" y="12780"/>
                </a:cubicBezTo>
                <a:cubicBezTo>
                  <a:pt x="1192" y="12800"/>
                  <a:pt x="1216" y="12857"/>
                  <a:pt x="1247" y="12904"/>
                </a:cubicBezTo>
                <a:cubicBezTo>
                  <a:pt x="1277" y="12952"/>
                  <a:pt x="1301" y="13004"/>
                  <a:pt x="1301" y="13024"/>
                </a:cubicBezTo>
                <a:cubicBezTo>
                  <a:pt x="1301" y="13044"/>
                  <a:pt x="1386" y="13213"/>
                  <a:pt x="1486" y="13396"/>
                </a:cubicBezTo>
                <a:cubicBezTo>
                  <a:pt x="1832" y="14028"/>
                  <a:pt x="1810" y="13973"/>
                  <a:pt x="1862" y="14266"/>
                </a:cubicBezTo>
                <a:cubicBezTo>
                  <a:pt x="1888" y="14409"/>
                  <a:pt x="2050" y="14887"/>
                  <a:pt x="2080" y="14911"/>
                </a:cubicBezTo>
                <a:cubicBezTo>
                  <a:pt x="2089" y="14918"/>
                  <a:pt x="2121" y="14965"/>
                  <a:pt x="2151" y="15016"/>
                </a:cubicBezTo>
                <a:cubicBezTo>
                  <a:pt x="2219" y="15131"/>
                  <a:pt x="2328" y="15214"/>
                  <a:pt x="2495" y="15279"/>
                </a:cubicBezTo>
                <a:cubicBezTo>
                  <a:pt x="2564" y="15306"/>
                  <a:pt x="2643" y="15339"/>
                  <a:pt x="2669" y="15351"/>
                </a:cubicBezTo>
                <a:cubicBezTo>
                  <a:pt x="2696" y="15362"/>
                  <a:pt x="2738" y="15370"/>
                  <a:pt x="2762" y="15370"/>
                </a:cubicBezTo>
                <a:cubicBezTo>
                  <a:pt x="2785" y="15370"/>
                  <a:pt x="2828" y="15382"/>
                  <a:pt x="2854" y="15394"/>
                </a:cubicBezTo>
                <a:cubicBezTo>
                  <a:pt x="2881" y="15405"/>
                  <a:pt x="2936" y="15428"/>
                  <a:pt x="2980" y="15446"/>
                </a:cubicBezTo>
                <a:lnTo>
                  <a:pt x="3062" y="15480"/>
                </a:lnTo>
                <a:lnTo>
                  <a:pt x="2996" y="15499"/>
                </a:lnTo>
                <a:cubicBezTo>
                  <a:pt x="2960" y="15508"/>
                  <a:pt x="2872" y="15512"/>
                  <a:pt x="2800" y="15513"/>
                </a:cubicBezTo>
                <a:cubicBezTo>
                  <a:pt x="2728" y="15514"/>
                  <a:pt x="2594" y="15535"/>
                  <a:pt x="2506" y="15556"/>
                </a:cubicBezTo>
                <a:cubicBezTo>
                  <a:pt x="2417" y="15577"/>
                  <a:pt x="2315" y="15602"/>
                  <a:pt x="2277" y="15609"/>
                </a:cubicBezTo>
                <a:cubicBezTo>
                  <a:pt x="2238" y="15615"/>
                  <a:pt x="2149" y="15643"/>
                  <a:pt x="2080" y="15671"/>
                </a:cubicBezTo>
                <a:cubicBezTo>
                  <a:pt x="2012" y="15698"/>
                  <a:pt x="1922" y="15732"/>
                  <a:pt x="1884" y="15747"/>
                </a:cubicBezTo>
                <a:cubicBezTo>
                  <a:pt x="1846" y="15762"/>
                  <a:pt x="1810" y="15779"/>
                  <a:pt x="1803" y="15785"/>
                </a:cubicBezTo>
                <a:cubicBezTo>
                  <a:pt x="1795" y="15792"/>
                  <a:pt x="1755" y="15813"/>
                  <a:pt x="1710" y="15833"/>
                </a:cubicBezTo>
                <a:cubicBezTo>
                  <a:pt x="1513" y="15921"/>
                  <a:pt x="1152" y="16343"/>
                  <a:pt x="1078" y="16574"/>
                </a:cubicBezTo>
                <a:cubicBezTo>
                  <a:pt x="1060" y="16627"/>
                  <a:pt x="1036" y="16685"/>
                  <a:pt x="1023" y="16698"/>
                </a:cubicBezTo>
                <a:cubicBezTo>
                  <a:pt x="1010" y="16711"/>
                  <a:pt x="996" y="16747"/>
                  <a:pt x="996" y="16784"/>
                </a:cubicBezTo>
                <a:cubicBezTo>
                  <a:pt x="996" y="16820"/>
                  <a:pt x="984" y="16862"/>
                  <a:pt x="969" y="16870"/>
                </a:cubicBezTo>
                <a:cubicBezTo>
                  <a:pt x="953" y="16878"/>
                  <a:pt x="941" y="16904"/>
                  <a:pt x="941" y="16932"/>
                </a:cubicBezTo>
                <a:cubicBezTo>
                  <a:pt x="941" y="16960"/>
                  <a:pt x="928" y="17020"/>
                  <a:pt x="914" y="17061"/>
                </a:cubicBezTo>
                <a:cubicBezTo>
                  <a:pt x="900" y="17102"/>
                  <a:pt x="873" y="17182"/>
                  <a:pt x="854" y="17242"/>
                </a:cubicBezTo>
                <a:cubicBezTo>
                  <a:pt x="835" y="17303"/>
                  <a:pt x="795" y="17410"/>
                  <a:pt x="762" y="17477"/>
                </a:cubicBezTo>
                <a:cubicBezTo>
                  <a:pt x="609" y="17785"/>
                  <a:pt x="579" y="17846"/>
                  <a:pt x="549" y="17954"/>
                </a:cubicBezTo>
                <a:cubicBezTo>
                  <a:pt x="501" y="18131"/>
                  <a:pt x="568" y="18323"/>
                  <a:pt x="745" y="18518"/>
                </a:cubicBezTo>
                <a:cubicBezTo>
                  <a:pt x="792" y="18570"/>
                  <a:pt x="832" y="18620"/>
                  <a:pt x="832" y="18628"/>
                </a:cubicBezTo>
                <a:cubicBezTo>
                  <a:pt x="832" y="18636"/>
                  <a:pt x="866" y="18674"/>
                  <a:pt x="909" y="18714"/>
                </a:cubicBezTo>
                <a:cubicBezTo>
                  <a:pt x="991" y="18791"/>
                  <a:pt x="1053" y="18899"/>
                  <a:pt x="1110" y="19058"/>
                </a:cubicBezTo>
                <a:cubicBezTo>
                  <a:pt x="1259" y="19466"/>
                  <a:pt x="1495" y="19727"/>
                  <a:pt x="1917" y="19956"/>
                </a:cubicBezTo>
                <a:cubicBezTo>
                  <a:pt x="2076" y="20043"/>
                  <a:pt x="2065" y="20035"/>
                  <a:pt x="2031" y="20071"/>
                </a:cubicBezTo>
                <a:cubicBezTo>
                  <a:pt x="2016" y="20088"/>
                  <a:pt x="1996" y="20149"/>
                  <a:pt x="1988" y="20209"/>
                </a:cubicBezTo>
                <a:cubicBezTo>
                  <a:pt x="1980" y="20270"/>
                  <a:pt x="1965" y="20354"/>
                  <a:pt x="1955" y="20396"/>
                </a:cubicBezTo>
                <a:cubicBezTo>
                  <a:pt x="1942" y="20449"/>
                  <a:pt x="1953" y="20503"/>
                  <a:pt x="1993" y="20577"/>
                </a:cubicBezTo>
                <a:cubicBezTo>
                  <a:pt x="2025" y="20635"/>
                  <a:pt x="2053" y="20704"/>
                  <a:pt x="2053" y="20730"/>
                </a:cubicBezTo>
                <a:cubicBezTo>
                  <a:pt x="2053" y="20778"/>
                  <a:pt x="2403" y="21097"/>
                  <a:pt x="2587" y="21217"/>
                </a:cubicBezTo>
                <a:cubicBezTo>
                  <a:pt x="2684" y="21281"/>
                  <a:pt x="2704" y="21283"/>
                  <a:pt x="2887" y="21270"/>
                </a:cubicBezTo>
                <a:cubicBezTo>
                  <a:pt x="2995" y="21262"/>
                  <a:pt x="3174" y="21249"/>
                  <a:pt x="3285" y="21241"/>
                </a:cubicBezTo>
                <a:cubicBezTo>
                  <a:pt x="3396" y="21233"/>
                  <a:pt x="3498" y="21219"/>
                  <a:pt x="3514" y="21208"/>
                </a:cubicBezTo>
                <a:cubicBezTo>
                  <a:pt x="3530" y="21197"/>
                  <a:pt x="3795" y="21187"/>
                  <a:pt x="4103" y="21184"/>
                </a:cubicBezTo>
                <a:cubicBezTo>
                  <a:pt x="4659" y="21179"/>
                  <a:pt x="4659" y="21179"/>
                  <a:pt x="4724" y="21237"/>
                </a:cubicBezTo>
                <a:cubicBezTo>
                  <a:pt x="4910" y="21404"/>
                  <a:pt x="4808" y="21387"/>
                  <a:pt x="6005" y="21409"/>
                </a:cubicBezTo>
                <a:cubicBezTo>
                  <a:pt x="6603" y="21419"/>
                  <a:pt x="7711" y="21437"/>
                  <a:pt x="8463" y="21442"/>
                </a:cubicBezTo>
                <a:cubicBezTo>
                  <a:pt x="9347" y="21448"/>
                  <a:pt x="9850" y="21459"/>
                  <a:pt x="9885" y="21475"/>
                </a:cubicBezTo>
                <a:cubicBezTo>
                  <a:pt x="9915" y="21490"/>
                  <a:pt x="10073" y="21499"/>
                  <a:pt x="10234" y="21499"/>
                </a:cubicBezTo>
                <a:cubicBezTo>
                  <a:pt x="10411" y="21499"/>
                  <a:pt x="10523" y="21509"/>
                  <a:pt x="10523" y="21523"/>
                </a:cubicBezTo>
                <a:cubicBezTo>
                  <a:pt x="10523" y="21538"/>
                  <a:pt x="10642" y="21552"/>
                  <a:pt x="10823" y="21552"/>
                </a:cubicBezTo>
                <a:cubicBezTo>
                  <a:pt x="10987" y="21552"/>
                  <a:pt x="11143" y="21563"/>
                  <a:pt x="11166" y="21576"/>
                </a:cubicBezTo>
                <a:cubicBezTo>
                  <a:pt x="11189" y="21589"/>
                  <a:pt x="11309" y="21599"/>
                  <a:pt x="11433" y="21600"/>
                </a:cubicBezTo>
                <a:cubicBezTo>
                  <a:pt x="11644" y="21600"/>
                  <a:pt x="11658" y="21595"/>
                  <a:pt x="11738" y="21528"/>
                </a:cubicBezTo>
                <a:cubicBezTo>
                  <a:pt x="11785" y="21489"/>
                  <a:pt x="11848" y="21414"/>
                  <a:pt x="11875" y="21366"/>
                </a:cubicBezTo>
                <a:lnTo>
                  <a:pt x="11924" y="21280"/>
                </a:lnTo>
                <a:lnTo>
                  <a:pt x="12202" y="21289"/>
                </a:lnTo>
                <a:cubicBezTo>
                  <a:pt x="12356" y="21295"/>
                  <a:pt x="12554" y="21314"/>
                  <a:pt x="12638" y="21327"/>
                </a:cubicBezTo>
                <a:cubicBezTo>
                  <a:pt x="12865" y="21363"/>
                  <a:pt x="13215" y="21426"/>
                  <a:pt x="13357" y="21456"/>
                </a:cubicBezTo>
                <a:cubicBezTo>
                  <a:pt x="13426" y="21471"/>
                  <a:pt x="13548" y="21488"/>
                  <a:pt x="13624" y="21495"/>
                </a:cubicBezTo>
                <a:cubicBezTo>
                  <a:pt x="13700" y="21501"/>
                  <a:pt x="13773" y="21516"/>
                  <a:pt x="13788" y="21528"/>
                </a:cubicBezTo>
                <a:cubicBezTo>
                  <a:pt x="13802" y="21540"/>
                  <a:pt x="13882" y="21547"/>
                  <a:pt x="13962" y="21547"/>
                </a:cubicBezTo>
                <a:cubicBezTo>
                  <a:pt x="14042" y="21547"/>
                  <a:pt x="14111" y="21562"/>
                  <a:pt x="14120" y="21576"/>
                </a:cubicBezTo>
                <a:cubicBezTo>
                  <a:pt x="14130" y="21589"/>
                  <a:pt x="14219" y="21600"/>
                  <a:pt x="14316" y="21600"/>
                </a:cubicBezTo>
                <a:cubicBezTo>
                  <a:pt x="14477" y="21600"/>
                  <a:pt x="14524" y="21584"/>
                  <a:pt x="14796" y="21461"/>
                </a:cubicBezTo>
                <a:cubicBezTo>
                  <a:pt x="15070" y="21338"/>
                  <a:pt x="15105" y="21331"/>
                  <a:pt x="15232" y="21342"/>
                </a:cubicBezTo>
                <a:cubicBezTo>
                  <a:pt x="15798" y="21390"/>
                  <a:pt x="16166" y="21428"/>
                  <a:pt x="16273" y="21452"/>
                </a:cubicBezTo>
                <a:cubicBezTo>
                  <a:pt x="16342" y="21467"/>
                  <a:pt x="16432" y="21487"/>
                  <a:pt x="16475" y="21495"/>
                </a:cubicBezTo>
                <a:cubicBezTo>
                  <a:pt x="16517" y="21502"/>
                  <a:pt x="16559" y="21516"/>
                  <a:pt x="16567" y="21528"/>
                </a:cubicBezTo>
                <a:cubicBezTo>
                  <a:pt x="16576" y="21540"/>
                  <a:pt x="16667" y="21548"/>
                  <a:pt x="16769" y="21547"/>
                </a:cubicBezTo>
                <a:cubicBezTo>
                  <a:pt x="17030" y="21546"/>
                  <a:pt x="17139" y="21481"/>
                  <a:pt x="17292" y="21222"/>
                </a:cubicBezTo>
                <a:cubicBezTo>
                  <a:pt x="17394" y="21051"/>
                  <a:pt x="17410" y="21005"/>
                  <a:pt x="17412" y="20854"/>
                </a:cubicBezTo>
                <a:cubicBezTo>
                  <a:pt x="17414" y="20710"/>
                  <a:pt x="17400" y="20661"/>
                  <a:pt x="17330" y="20539"/>
                </a:cubicBezTo>
                <a:lnTo>
                  <a:pt x="17249" y="20396"/>
                </a:lnTo>
                <a:lnTo>
                  <a:pt x="17330" y="20334"/>
                </a:lnTo>
                <a:cubicBezTo>
                  <a:pt x="17375" y="20300"/>
                  <a:pt x="17478" y="20243"/>
                  <a:pt x="17559" y="20205"/>
                </a:cubicBezTo>
                <a:cubicBezTo>
                  <a:pt x="17640" y="20167"/>
                  <a:pt x="17730" y="20114"/>
                  <a:pt x="17761" y="20090"/>
                </a:cubicBezTo>
                <a:cubicBezTo>
                  <a:pt x="17791" y="20066"/>
                  <a:pt x="17887" y="20010"/>
                  <a:pt x="17973" y="19966"/>
                </a:cubicBezTo>
                <a:cubicBezTo>
                  <a:pt x="18274" y="19809"/>
                  <a:pt x="18534" y="19587"/>
                  <a:pt x="18720" y="19335"/>
                </a:cubicBezTo>
                <a:cubicBezTo>
                  <a:pt x="18874" y="19126"/>
                  <a:pt x="19063" y="18771"/>
                  <a:pt x="19107" y="18604"/>
                </a:cubicBezTo>
                <a:cubicBezTo>
                  <a:pt x="19145" y="18459"/>
                  <a:pt x="19133" y="18180"/>
                  <a:pt x="19080" y="17950"/>
                </a:cubicBezTo>
                <a:cubicBezTo>
                  <a:pt x="19063" y="17876"/>
                  <a:pt x="19044" y="17763"/>
                  <a:pt x="19036" y="17696"/>
                </a:cubicBezTo>
                <a:cubicBezTo>
                  <a:pt x="19028" y="17629"/>
                  <a:pt x="19006" y="17561"/>
                  <a:pt x="18993" y="17548"/>
                </a:cubicBezTo>
                <a:cubicBezTo>
                  <a:pt x="18979" y="17536"/>
                  <a:pt x="18971" y="17491"/>
                  <a:pt x="18971" y="17448"/>
                </a:cubicBezTo>
                <a:cubicBezTo>
                  <a:pt x="18971" y="17405"/>
                  <a:pt x="18959" y="17361"/>
                  <a:pt x="18944" y="17352"/>
                </a:cubicBezTo>
                <a:cubicBezTo>
                  <a:pt x="18928" y="17344"/>
                  <a:pt x="18916" y="17307"/>
                  <a:pt x="18916" y="17271"/>
                </a:cubicBezTo>
                <a:cubicBezTo>
                  <a:pt x="18917" y="17195"/>
                  <a:pt x="18832" y="16889"/>
                  <a:pt x="18796" y="16827"/>
                </a:cubicBezTo>
                <a:cubicBezTo>
                  <a:pt x="18783" y="16804"/>
                  <a:pt x="18775" y="16762"/>
                  <a:pt x="18775" y="16736"/>
                </a:cubicBezTo>
                <a:cubicBezTo>
                  <a:pt x="18775" y="16710"/>
                  <a:pt x="18763" y="16682"/>
                  <a:pt x="18747" y="16674"/>
                </a:cubicBezTo>
                <a:cubicBezTo>
                  <a:pt x="18732" y="16666"/>
                  <a:pt x="18720" y="16632"/>
                  <a:pt x="18720" y="16602"/>
                </a:cubicBezTo>
                <a:cubicBezTo>
                  <a:pt x="18720" y="16572"/>
                  <a:pt x="18706" y="16539"/>
                  <a:pt x="18693" y="16526"/>
                </a:cubicBezTo>
                <a:cubicBezTo>
                  <a:pt x="18679" y="16513"/>
                  <a:pt x="18659" y="16478"/>
                  <a:pt x="18649" y="16449"/>
                </a:cubicBezTo>
                <a:cubicBezTo>
                  <a:pt x="18632" y="16399"/>
                  <a:pt x="18637" y="16397"/>
                  <a:pt x="18731" y="16425"/>
                </a:cubicBezTo>
                <a:cubicBezTo>
                  <a:pt x="18785" y="16442"/>
                  <a:pt x="18835" y="16464"/>
                  <a:pt x="18845" y="16473"/>
                </a:cubicBezTo>
                <a:cubicBezTo>
                  <a:pt x="18856" y="16482"/>
                  <a:pt x="18898" y="16492"/>
                  <a:pt x="18938" y="16492"/>
                </a:cubicBezTo>
                <a:cubicBezTo>
                  <a:pt x="18978" y="16492"/>
                  <a:pt x="19027" y="16500"/>
                  <a:pt x="19042" y="16511"/>
                </a:cubicBezTo>
                <a:cubicBezTo>
                  <a:pt x="19094" y="16552"/>
                  <a:pt x="19299" y="16588"/>
                  <a:pt x="19472" y="16588"/>
                </a:cubicBezTo>
                <a:cubicBezTo>
                  <a:pt x="19667" y="16588"/>
                  <a:pt x="19779" y="16550"/>
                  <a:pt x="19865" y="16454"/>
                </a:cubicBezTo>
                <a:cubicBezTo>
                  <a:pt x="19906" y="16408"/>
                  <a:pt x="19941" y="16392"/>
                  <a:pt x="20023" y="16392"/>
                </a:cubicBezTo>
                <a:cubicBezTo>
                  <a:pt x="20082" y="16392"/>
                  <a:pt x="20139" y="16403"/>
                  <a:pt x="20148" y="16416"/>
                </a:cubicBezTo>
                <a:cubicBezTo>
                  <a:pt x="20174" y="16452"/>
                  <a:pt x="20338" y="16447"/>
                  <a:pt x="20431" y="16406"/>
                </a:cubicBezTo>
                <a:cubicBezTo>
                  <a:pt x="20531" y="16363"/>
                  <a:pt x="20611" y="16286"/>
                  <a:pt x="20682" y="16172"/>
                </a:cubicBezTo>
                <a:cubicBezTo>
                  <a:pt x="20724" y="16106"/>
                  <a:pt x="20759" y="16088"/>
                  <a:pt x="20840" y="16077"/>
                </a:cubicBezTo>
                <a:cubicBezTo>
                  <a:pt x="20980" y="16057"/>
                  <a:pt x="21112" y="15936"/>
                  <a:pt x="21233" y="15723"/>
                </a:cubicBezTo>
                <a:cubicBezTo>
                  <a:pt x="21328" y="15554"/>
                  <a:pt x="21331" y="15544"/>
                  <a:pt x="21331" y="15269"/>
                </a:cubicBezTo>
                <a:cubicBezTo>
                  <a:pt x="21331" y="14981"/>
                  <a:pt x="21334" y="14959"/>
                  <a:pt x="21472" y="14696"/>
                </a:cubicBezTo>
                <a:cubicBezTo>
                  <a:pt x="21519" y="14608"/>
                  <a:pt x="21544" y="14538"/>
                  <a:pt x="21549" y="14471"/>
                </a:cubicBezTo>
                <a:cubicBezTo>
                  <a:pt x="21553" y="14405"/>
                  <a:pt x="21536" y="14343"/>
                  <a:pt x="21500" y="14280"/>
                </a:cubicBezTo>
                <a:cubicBezTo>
                  <a:pt x="21397" y="14104"/>
                  <a:pt x="21284" y="14061"/>
                  <a:pt x="20971" y="14061"/>
                </a:cubicBezTo>
                <a:cubicBezTo>
                  <a:pt x="20770" y="14061"/>
                  <a:pt x="20699" y="14068"/>
                  <a:pt x="20617" y="14108"/>
                </a:cubicBezTo>
                <a:cubicBezTo>
                  <a:pt x="20521" y="14155"/>
                  <a:pt x="20471" y="14158"/>
                  <a:pt x="19772" y="14161"/>
                </a:cubicBezTo>
                <a:lnTo>
                  <a:pt x="19025" y="14166"/>
                </a:lnTo>
                <a:lnTo>
                  <a:pt x="18933" y="14070"/>
                </a:lnTo>
                <a:cubicBezTo>
                  <a:pt x="18884" y="14017"/>
                  <a:pt x="18815" y="13947"/>
                  <a:pt x="18780" y="13917"/>
                </a:cubicBezTo>
                <a:cubicBezTo>
                  <a:pt x="18745" y="13888"/>
                  <a:pt x="18720" y="13857"/>
                  <a:pt x="18720" y="13846"/>
                </a:cubicBezTo>
                <a:cubicBezTo>
                  <a:pt x="18720" y="13834"/>
                  <a:pt x="18656" y="13764"/>
                  <a:pt x="18578" y="13688"/>
                </a:cubicBezTo>
                <a:cubicBezTo>
                  <a:pt x="18433" y="13546"/>
                  <a:pt x="18274" y="13355"/>
                  <a:pt x="18273" y="13320"/>
                </a:cubicBezTo>
                <a:cubicBezTo>
                  <a:pt x="18272" y="13277"/>
                  <a:pt x="18048" y="13014"/>
                  <a:pt x="17897" y="12880"/>
                </a:cubicBezTo>
                <a:cubicBezTo>
                  <a:pt x="17729" y="12732"/>
                  <a:pt x="17663" y="12649"/>
                  <a:pt x="17663" y="12575"/>
                </a:cubicBezTo>
                <a:cubicBezTo>
                  <a:pt x="17663" y="12550"/>
                  <a:pt x="17651" y="12521"/>
                  <a:pt x="17635" y="12513"/>
                </a:cubicBezTo>
                <a:cubicBezTo>
                  <a:pt x="17620" y="12504"/>
                  <a:pt x="17608" y="12402"/>
                  <a:pt x="17608" y="12283"/>
                </a:cubicBezTo>
                <a:cubicBezTo>
                  <a:pt x="17608" y="12164"/>
                  <a:pt x="17596" y="12062"/>
                  <a:pt x="17581" y="12054"/>
                </a:cubicBezTo>
                <a:cubicBezTo>
                  <a:pt x="17566" y="12046"/>
                  <a:pt x="17554" y="12020"/>
                  <a:pt x="17554" y="11997"/>
                </a:cubicBezTo>
                <a:cubicBezTo>
                  <a:pt x="17554" y="11941"/>
                  <a:pt x="17423" y="11589"/>
                  <a:pt x="17358" y="11466"/>
                </a:cubicBezTo>
                <a:cubicBezTo>
                  <a:pt x="17329" y="11413"/>
                  <a:pt x="17285" y="11303"/>
                  <a:pt x="17259" y="11223"/>
                </a:cubicBezTo>
                <a:cubicBezTo>
                  <a:pt x="17200" y="11036"/>
                  <a:pt x="17158" y="10941"/>
                  <a:pt x="17129" y="10912"/>
                </a:cubicBezTo>
                <a:cubicBezTo>
                  <a:pt x="17116" y="10899"/>
                  <a:pt x="17107" y="10862"/>
                  <a:pt x="17107" y="10831"/>
                </a:cubicBezTo>
                <a:cubicBezTo>
                  <a:pt x="17107" y="10800"/>
                  <a:pt x="17086" y="10730"/>
                  <a:pt x="17058" y="10673"/>
                </a:cubicBezTo>
                <a:cubicBezTo>
                  <a:pt x="17030" y="10617"/>
                  <a:pt x="16981" y="10500"/>
                  <a:pt x="16954" y="10420"/>
                </a:cubicBezTo>
                <a:cubicBezTo>
                  <a:pt x="16927" y="10340"/>
                  <a:pt x="16885" y="10233"/>
                  <a:pt x="16856" y="10181"/>
                </a:cubicBezTo>
                <a:cubicBezTo>
                  <a:pt x="16827" y="10130"/>
                  <a:pt x="16802" y="10070"/>
                  <a:pt x="16802" y="10047"/>
                </a:cubicBezTo>
                <a:cubicBezTo>
                  <a:pt x="16802" y="10025"/>
                  <a:pt x="16793" y="9998"/>
                  <a:pt x="16780" y="9985"/>
                </a:cubicBezTo>
                <a:cubicBezTo>
                  <a:pt x="16766" y="9973"/>
                  <a:pt x="16722" y="9865"/>
                  <a:pt x="16682" y="9751"/>
                </a:cubicBezTo>
                <a:cubicBezTo>
                  <a:pt x="16641" y="9637"/>
                  <a:pt x="16596" y="9525"/>
                  <a:pt x="16584" y="9498"/>
                </a:cubicBezTo>
                <a:cubicBezTo>
                  <a:pt x="16571" y="9471"/>
                  <a:pt x="16545" y="9421"/>
                  <a:pt x="16529" y="9388"/>
                </a:cubicBezTo>
                <a:cubicBezTo>
                  <a:pt x="16513" y="9355"/>
                  <a:pt x="16467" y="9245"/>
                  <a:pt x="16426" y="9144"/>
                </a:cubicBezTo>
                <a:cubicBezTo>
                  <a:pt x="16384" y="9044"/>
                  <a:pt x="16341" y="8952"/>
                  <a:pt x="16327" y="8939"/>
                </a:cubicBezTo>
                <a:cubicBezTo>
                  <a:pt x="16314" y="8926"/>
                  <a:pt x="16300" y="8898"/>
                  <a:pt x="16300" y="8877"/>
                </a:cubicBezTo>
                <a:cubicBezTo>
                  <a:pt x="16300" y="8856"/>
                  <a:pt x="16261" y="8763"/>
                  <a:pt x="16208" y="8667"/>
                </a:cubicBezTo>
                <a:cubicBezTo>
                  <a:pt x="16154" y="8570"/>
                  <a:pt x="16109" y="8480"/>
                  <a:pt x="16109" y="8466"/>
                </a:cubicBezTo>
                <a:cubicBezTo>
                  <a:pt x="16109" y="8452"/>
                  <a:pt x="16085" y="8392"/>
                  <a:pt x="16055" y="8337"/>
                </a:cubicBezTo>
                <a:cubicBezTo>
                  <a:pt x="16024" y="8282"/>
                  <a:pt x="15995" y="8223"/>
                  <a:pt x="15995" y="8208"/>
                </a:cubicBezTo>
                <a:cubicBezTo>
                  <a:pt x="15995" y="8167"/>
                  <a:pt x="15893" y="7981"/>
                  <a:pt x="15782" y="7831"/>
                </a:cubicBezTo>
                <a:cubicBezTo>
                  <a:pt x="15729" y="7757"/>
                  <a:pt x="15661" y="7665"/>
                  <a:pt x="15635" y="7625"/>
                </a:cubicBezTo>
                <a:cubicBezTo>
                  <a:pt x="15610" y="7585"/>
                  <a:pt x="15559" y="7504"/>
                  <a:pt x="15521" y="7444"/>
                </a:cubicBezTo>
                <a:cubicBezTo>
                  <a:pt x="15350" y="7176"/>
                  <a:pt x="14900" y="6689"/>
                  <a:pt x="14823" y="6689"/>
                </a:cubicBezTo>
                <a:cubicBezTo>
                  <a:pt x="14810" y="6689"/>
                  <a:pt x="14783" y="6677"/>
                  <a:pt x="14763" y="6660"/>
                </a:cubicBezTo>
                <a:cubicBezTo>
                  <a:pt x="14625" y="6545"/>
                  <a:pt x="14577" y="6523"/>
                  <a:pt x="13760" y="6177"/>
                </a:cubicBezTo>
                <a:cubicBezTo>
                  <a:pt x="13699" y="6152"/>
                  <a:pt x="13639" y="6130"/>
                  <a:pt x="13624" y="6130"/>
                </a:cubicBezTo>
                <a:cubicBezTo>
                  <a:pt x="13609" y="6130"/>
                  <a:pt x="13517" y="6096"/>
                  <a:pt x="13417" y="6053"/>
                </a:cubicBezTo>
                <a:cubicBezTo>
                  <a:pt x="13317" y="6011"/>
                  <a:pt x="13172" y="5953"/>
                  <a:pt x="13095" y="5924"/>
                </a:cubicBezTo>
                <a:cubicBezTo>
                  <a:pt x="13019" y="5895"/>
                  <a:pt x="12849" y="5822"/>
                  <a:pt x="12719" y="5767"/>
                </a:cubicBezTo>
                <a:cubicBezTo>
                  <a:pt x="12589" y="5711"/>
                  <a:pt x="12466" y="5666"/>
                  <a:pt x="12447" y="5666"/>
                </a:cubicBezTo>
                <a:cubicBezTo>
                  <a:pt x="12428" y="5666"/>
                  <a:pt x="12392" y="5659"/>
                  <a:pt x="12365" y="5647"/>
                </a:cubicBezTo>
                <a:cubicBezTo>
                  <a:pt x="12339" y="5635"/>
                  <a:pt x="12278" y="5608"/>
                  <a:pt x="12234" y="5590"/>
                </a:cubicBezTo>
                <a:cubicBezTo>
                  <a:pt x="12190" y="5572"/>
                  <a:pt x="12133" y="5533"/>
                  <a:pt x="12109" y="5499"/>
                </a:cubicBezTo>
                <a:cubicBezTo>
                  <a:pt x="12084" y="5465"/>
                  <a:pt x="12019" y="5380"/>
                  <a:pt x="11962" y="5313"/>
                </a:cubicBezTo>
                <a:cubicBezTo>
                  <a:pt x="11860" y="5193"/>
                  <a:pt x="11830" y="5099"/>
                  <a:pt x="11885" y="5069"/>
                </a:cubicBezTo>
                <a:cubicBezTo>
                  <a:pt x="11901" y="5061"/>
                  <a:pt x="11913" y="5029"/>
                  <a:pt x="11913" y="4997"/>
                </a:cubicBezTo>
                <a:cubicBezTo>
                  <a:pt x="11913" y="4966"/>
                  <a:pt x="11925" y="4934"/>
                  <a:pt x="11940" y="4926"/>
                </a:cubicBezTo>
                <a:cubicBezTo>
                  <a:pt x="11955" y="4917"/>
                  <a:pt x="11967" y="4886"/>
                  <a:pt x="11967" y="4854"/>
                </a:cubicBezTo>
                <a:cubicBezTo>
                  <a:pt x="11967" y="4822"/>
                  <a:pt x="11979" y="4786"/>
                  <a:pt x="11994" y="4778"/>
                </a:cubicBezTo>
                <a:cubicBezTo>
                  <a:pt x="12010" y="4769"/>
                  <a:pt x="12027" y="4656"/>
                  <a:pt x="12027" y="4515"/>
                </a:cubicBezTo>
                <a:cubicBezTo>
                  <a:pt x="12027" y="4354"/>
                  <a:pt x="12039" y="4228"/>
                  <a:pt x="12065" y="4161"/>
                </a:cubicBezTo>
                <a:cubicBezTo>
                  <a:pt x="12088" y="4104"/>
                  <a:pt x="12109" y="4023"/>
                  <a:pt x="12109" y="3985"/>
                </a:cubicBezTo>
                <a:cubicBezTo>
                  <a:pt x="12109" y="3946"/>
                  <a:pt x="12133" y="3879"/>
                  <a:pt x="12163" y="3832"/>
                </a:cubicBezTo>
                <a:cubicBezTo>
                  <a:pt x="12194" y="3784"/>
                  <a:pt x="12218" y="3729"/>
                  <a:pt x="12218" y="3712"/>
                </a:cubicBezTo>
                <a:cubicBezTo>
                  <a:pt x="12218" y="3696"/>
                  <a:pt x="12263" y="3603"/>
                  <a:pt x="12316" y="3507"/>
                </a:cubicBezTo>
                <a:cubicBezTo>
                  <a:pt x="12370" y="3410"/>
                  <a:pt x="12414" y="3313"/>
                  <a:pt x="12414" y="3287"/>
                </a:cubicBezTo>
                <a:cubicBezTo>
                  <a:pt x="12414" y="3261"/>
                  <a:pt x="12426" y="3233"/>
                  <a:pt x="12441" y="3225"/>
                </a:cubicBezTo>
                <a:cubicBezTo>
                  <a:pt x="12457" y="3217"/>
                  <a:pt x="12469" y="3124"/>
                  <a:pt x="12469" y="3024"/>
                </a:cubicBezTo>
                <a:cubicBezTo>
                  <a:pt x="12469" y="2886"/>
                  <a:pt x="12454" y="2820"/>
                  <a:pt x="12409" y="2742"/>
                </a:cubicBezTo>
                <a:cubicBezTo>
                  <a:pt x="12350" y="2642"/>
                  <a:pt x="12324" y="2532"/>
                  <a:pt x="12272" y="2164"/>
                </a:cubicBezTo>
                <a:cubicBezTo>
                  <a:pt x="12229" y="1856"/>
                  <a:pt x="12217" y="1777"/>
                  <a:pt x="12191" y="1763"/>
                </a:cubicBezTo>
                <a:cubicBezTo>
                  <a:pt x="12177" y="1756"/>
                  <a:pt x="12163" y="1705"/>
                  <a:pt x="12163" y="1653"/>
                </a:cubicBezTo>
                <a:cubicBezTo>
                  <a:pt x="12163" y="1601"/>
                  <a:pt x="12151" y="1551"/>
                  <a:pt x="12136" y="1543"/>
                </a:cubicBezTo>
                <a:cubicBezTo>
                  <a:pt x="12121" y="1535"/>
                  <a:pt x="12109" y="1507"/>
                  <a:pt x="12109" y="1481"/>
                </a:cubicBezTo>
                <a:cubicBezTo>
                  <a:pt x="12109" y="1415"/>
                  <a:pt x="11994" y="1181"/>
                  <a:pt x="11875" y="1003"/>
                </a:cubicBezTo>
                <a:cubicBezTo>
                  <a:pt x="11784" y="869"/>
                  <a:pt x="11714" y="805"/>
                  <a:pt x="11509" y="669"/>
                </a:cubicBezTo>
                <a:cubicBezTo>
                  <a:pt x="11418" y="608"/>
                  <a:pt x="11327" y="550"/>
                  <a:pt x="11308" y="535"/>
                </a:cubicBezTo>
                <a:cubicBezTo>
                  <a:pt x="11216" y="466"/>
                  <a:pt x="10489" y="148"/>
                  <a:pt x="10425" y="148"/>
                </a:cubicBezTo>
                <a:cubicBezTo>
                  <a:pt x="10400" y="148"/>
                  <a:pt x="10312" y="112"/>
                  <a:pt x="10229" y="72"/>
                </a:cubicBezTo>
                <a:cubicBezTo>
                  <a:pt x="10094" y="7"/>
                  <a:pt x="10050" y="0"/>
                  <a:pt x="9847" y="0"/>
                </a:cubicBezTo>
                <a:close/>
                <a:moveTo>
                  <a:pt x="5699" y="13124"/>
                </a:moveTo>
                <a:lnTo>
                  <a:pt x="5678" y="13205"/>
                </a:lnTo>
                <a:cubicBezTo>
                  <a:pt x="5669" y="13251"/>
                  <a:pt x="5646" y="13318"/>
                  <a:pt x="5623" y="13358"/>
                </a:cubicBezTo>
                <a:cubicBezTo>
                  <a:pt x="5600" y="13398"/>
                  <a:pt x="5580" y="13450"/>
                  <a:pt x="5580" y="13468"/>
                </a:cubicBezTo>
                <a:cubicBezTo>
                  <a:pt x="5580" y="13486"/>
                  <a:pt x="5571" y="13517"/>
                  <a:pt x="5558" y="13540"/>
                </a:cubicBezTo>
                <a:cubicBezTo>
                  <a:pt x="5544" y="13563"/>
                  <a:pt x="5516" y="13627"/>
                  <a:pt x="5498" y="13678"/>
                </a:cubicBezTo>
                <a:cubicBezTo>
                  <a:pt x="5450" y="13809"/>
                  <a:pt x="5507" y="13963"/>
                  <a:pt x="5656" y="14108"/>
                </a:cubicBezTo>
                <a:cubicBezTo>
                  <a:pt x="5771" y="14221"/>
                  <a:pt x="5773" y="14220"/>
                  <a:pt x="5781" y="14428"/>
                </a:cubicBezTo>
                <a:lnTo>
                  <a:pt x="5787" y="14639"/>
                </a:lnTo>
                <a:lnTo>
                  <a:pt x="5689" y="14734"/>
                </a:lnTo>
                <a:cubicBezTo>
                  <a:pt x="5633" y="14785"/>
                  <a:pt x="5557" y="14871"/>
                  <a:pt x="5520" y="14930"/>
                </a:cubicBezTo>
                <a:cubicBezTo>
                  <a:pt x="5460" y="15024"/>
                  <a:pt x="5434" y="15041"/>
                  <a:pt x="5312" y="15069"/>
                </a:cubicBezTo>
                <a:cubicBezTo>
                  <a:pt x="5167" y="15101"/>
                  <a:pt x="4962" y="15192"/>
                  <a:pt x="4816" y="15288"/>
                </a:cubicBezTo>
                <a:cubicBezTo>
                  <a:pt x="4741" y="15338"/>
                  <a:pt x="4696" y="15346"/>
                  <a:pt x="4479" y="15346"/>
                </a:cubicBezTo>
                <a:cubicBezTo>
                  <a:pt x="4322" y="15346"/>
                  <a:pt x="4216" y="15356"/>
                  <a:pt x="4195" y="15374"/>
                </a:cubicBezTo>
                <a:cubicBezTo>
                  <a:pt x="4177" y="15390"/>
                  <a:pt x="4162" y="15395"/>
                  <a:pt x="4162" y="15384"/>
                </a:cubicBezTo>
                <a:cubicBezTo>
                  <a:pt x="4162" y="15373"/>
                  <a:pt x="4295" y="15253"/>
                  <a:pt x="4451" y="15116"/>
                </a:cubicBezTo>
                <a:cubicBezTo>
                  <a:pt x="4757" y="14850"/>
                  <a:pt x="4825" y="14779"/>
                  <a:pt x="4904" y="14672"/>
                </a:cubicBezTo>
                <a:cubicBezTo>
                  <a:pt x="4931" y="14634"/>
                  <a:pt x="4975" y="14583"/>
                  <a:pt x="5002" y="14557"/>
                </a:cubicBezTo>
                <a:cubicBezTo>
                  <a:pt x="5029" y="14531"/>
                  <a:pt x="5051" y="14499"/>
                  <a:pt x="5051" y="14481"/>
                </a:cubicBezTo>
                <a:cubicBezTo>
                  <a:pt x="5051" y="14463"/>
                  <a:pt x="5065" y="14448"/>
                  <a:pt x="5078" y="14448"/>
                </a:cubicBezTo>
                <a:cubicBezTo>
                  <a:pt x="5092" y="14448"/>
                  <a:pt x="5124" y="14408"/>
                  <a:pt x="5149" y="14362"/>
                </a:cubicBezTo>
                <a:cubicBezTo>
                  <a:pt x="5174" y="14315"/>
                  <a:pt x="5206" y="14273"/>
                  <a:pt x="5220" y="14266"/>
                </a:cubicBezTo>
                <a:cubicBezTo>
                  <a:pt x="5234" y="14259"/>
                  <a:pt x="5257" y="14211"/>
                  <a:pt x="5274" y="14161"/>
                </a:cubicBezTo>
                <a:cubicBezTo>
                  <a:pt x="5307" y="14066"/>
                  <a:pt x="5347" y="13980"/>
                  <a:pt x="5389" y="13908"/>
                </a:cubicBezTo>
                <a:cubicBezTo>
                  <a:pt x="5402" y="13884"/>
                  <a:pt x="5416" y="13844"/>
                  <a:pt x="5416" y="13817"/>
                </a:cubicBezTo>
                <a:cubicBezTo>
                  <a:pt x="5416" y="13790"/>
                  <a:pt x="5424" y="13745"/>
                  <a:pt x="5438" y="13721"/>
                </a:cubicBezTo>
                <a:cubicBezTo>
                  <a:pt x="5452" y="13698"/>
                  <a:pt x="5495" y="13585"/>
                  <a:pt x="5536" y="13468"/>
                </a:cubicBezTo>
                <a:cubicBezTo>
                  <a:pt x="5576" y="13351"/>
                  <a:pt x="5633" y="13223"/>
                  <a:pt x="5656" y="13186"/>
                </a:cubicBezTo>
                <a:lnTo>
                  <a:pt x="5699" y="13124"/>
                </a:lnTo>
                <a:close/>
                <a:moveTo>
                  <a:pt x="14147" y="14371"/>
                </a:moveTo>
                <a:cubicBezTo>
                  <a:pt x="14158" y="14359"/>
                  <a:pt x="14176" y="14384"/>
                  <a:pt x="14213" y="14443"/>
                </a:cubicBezTo>
                <a:cubicBezTo>
                  <a:pt x="14238" y="14483"/>
                  <a:pt x="14326" y="14577"/>
                  <a:pt x="14403" y="14648"/>
                </a:cubicBezTo>
                <a:cubicBezTo>
                  <a:pt x="14481" y="14719"/>
                  <a:pt x="14591" y="14849"/>
                  <a:pt x="14649" y="14940"/>
                </a:cubicBezTo>
                <a:cubicBezTo>
                  <a:pt x="14752" y="15101"/>
                  <a:pt x="14751" y="15104"/>
                  <a:pt x="14687" y="15102"/>
                </a:cubicBezTo>
                <a:cubicBezTo>
                  <a:pt x="14573" y="15099"/>
                  <a:pt x="14509" y="15064"/>
                  <a:pt x="14322" y="14897"/>
                </a:cubicBezTo>
                <a:lnTo>
                  <a:pt x="14136" y="14729"/>
                </a:lnTo>
                <a:lnTo>
                  <a:pt x="14136" y="14538"/>
                </a:lnTo>
                <a:cubicBezTo>
                  <a:pt x="14136" y="14436"/>
                  <a:pt x="14137" y="14383"/>
                  <a:pt x="14147" y="14371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Screenshot 2026-04-23 at 09.02.27.png" id="279" name="Google Shape;279;p15"/>
          <p:cNvPicPr preferRelativeResize="0"/>
          <p:nvPr/>
        </p:nvPicPr>
        <p:blipFill rotWithShape="1">
          <a:blip r:embed="rId6">
            <a:alphaModFix/>
          </a:blip>
          <a:srcRect b="3798" l="7144" r="7499" t="3587"/>
          <a:stretch/>
        </p:blipFill>
        <p:spPr>
          <a:xfrm>
            <a:off x="7192038" y="935373"/>
            <a:ext cx="1353829" cy="1794553"/>
          </a:xfrm>
          <a:custGeom>
            <a:rect b="b" l="l" r="r" t="t"/>
            <a:pathLst>
              <a:path extrusionOk="0" h="21567" w="21517">
                <a:moveTo>
                  <a:pt x="10810" y="25"/>
                </a:moveTo>
                <a:cubicBezTo>
                  <a:pt x="10677" y="-15"/>
                  <a:pt x="10534" y="-7"/>
                  <a:pt x="10299" y="49"/>
                </a:cubicBezTo>
                <a:cubicBezTo>
                  <a:pt x="10064" y="106"/>
                  <a:pt x="10053" y="109"/>
                  <a:pt x="9706" y="230"/>
                </a:cubicBezTo>
                <a:cubicBezTo>
                  <a:pt x="9568" y="279"/>
                  <a:pt x="9433" y="321"/>
                  <a:pt x="9410" y="321"/>
                </a:cubicBezTo>
                <a:cubicBezTo>
                  <a:pt x="9386" y="321"/>
                  <a:pt x="9299" y="352"/>
                  <a:pt x="9214" y="393"/>
                </a:cubicBezTo>
                <a:cubicBezTo>
                  <a:pt x="9130" y="433"/>
                  <a:pt x="9049" y="464"/>
                  <a:pt x="9031" y="464"/>
                </a:cubicBezTo>
                <a:cubicBezTo>
                  <a:pt x="9014" y="464"/>
                  <a:pt x="9000" y="473"/>
                  <a:pt x="9000" y="483"/>
                </a:cubicBezTo>
                <a:cubicBezTo>
                  <a:pt x="9000" y="493"/>
                  <a:pt x="8925" y="542"/>
                  <a:pt x="8836" y="588"/>
                </a:cubicBezTo>
                <a:cubicBezTo>
                  <a:pt x="8420" y="802"/>
                  <a:pt x="8089" y="1205"/>
                  <a:pt x="7984" y="1628"/>
                </a:cubicBezTo>
                <a:cubicBezTo>
                  <a:pt x="7966" y="1700"/>
                  <a:pt x="7943" y="1806"/>
                  <a:pt x="7927" y="1866"/>
                </a:cubicBezTo>
                <a:cubicBezTo>
                  <a:pt x="7911" y="1927"/>
                  <a:pt x="7897" y="2053"/>
                  <a:pt x="7896" y="2143"/>
                </a:cubicBezTo>
                <a:cubicBezTo>
                  <a:pt x="7895" y="2233"/>
                  <a:pt x="7875" y="2333"/>
                  <a:pt x="7858" y="2367"/>
                </a:cubicBezTo>
                <a:cubicBezTo>
                  <a:pt x="7840" y="2403"/>
                  <a:pt x="7843" y="2455"/>
                  <a:pt x="7858" y="2487"/>
                </a:cubicBezTo>
                <a:cubicBezTo>
                  <a:pt x="7878" y="2528"/>
                  <a:pt x="7861" y="2577"/>
                  <a:pt x="7789" y="2677"/>
                </a:cubicBezTo>
                <a:cubicBezTo>
                  <a:pt x="7696" y="2806"/>
                  <a:pt x="7688" y="2823"/>
                  <a:pt x="7700" y="3059"/>
                </a:cubicBezTo>
                <a:cubicBezTo>
                  <a:pt x="7714" y="3316"/>
                  <a:pt x="7742" y="3365"/>
                  <a:pt x="8066" y="3817"/>
                </a:cubicBezTo>
                <a:cubicBezTo>
                  <a:pt x="8095" y="3858"/>
                  <a:pt x="8117" y="3914"/>
                  <a:pt x="8117" y="3941"/>
                </a:cubicBezTo>
                <a:cubicBezTo>
                  <a:pt x="8117" y="3969"/>
                  <a:pt x="8135" y="4007"/>
                  <a:pt x="8154" y="4022"/>
                </a:cubicBezTo>
                <a:cubicBezTo>
                  <a:pt x="8175" y="4038"/>
                  <a:pt x="8196" y="4185"/>
                  <a:pt x="8205" y="4366"/>
                </a:cubicBezTo>
                <a:cubicBezTo>
                  <a:pt x="8213" y="4539"/>
                  <a:pt x="8233" y="4701"/>
                  <a:pt x="8249" y="4728"/>
                </a:cubicBezTo>
                <a:cubicBezTo>
                  <a:pt x="8333" y="4869"/>
                  <a:pt x="8413" y="5042"/>
                  <a:pt x="8413" y="5091"/>
                </a:cubicBezTo>
                <a:cubicBezTo>
                  <a:pt x="8413" y="5153"/>
                  <a:pt x="8191" y="5417"/>
                  <a:pt x="8054" y="5520"/>
                </a:cubicBezTo>
                <a:cubicBezTo>
                  <a:pt x="8004" y="5558"/>
                  <a:pt x="7898" y="5603"/>
                  <a:pt x="7820" y="5620"/>
                </a:cubicBezTo>
                <a:cubicBezTo>
                  <a:pt x="7742" y="5638"/>
                  <a:pt x="7656" y="5665"/>
                  <a:pt x="7625" y="5677"/>
                </a:cubicBezTo>
                <a:cubicBezTo>
                  <a:pt x="7594" y="5690"/>
                  <a:pt x="7544" y="5696"/>
                  <a:pt x="7517" y="5696"/>
                </a:cubicBezTo>
                <a:cubicBezTo>
                  <a:pt x="7490" y="5696"/>
                  <a:pt x="7467" y="5712"/>
                  <a:pt x="7467" y="5725"/>
                </a:cubicBezTo>
                <a:cubicBezTo>
                  <a:pt x="7467" y="5739"/>
                  <a:pt x="7455" y="5749"/>
                  <a:pt x="7435" y="5749"/>
                </a:cubicBezTo>
                <a:cubicBezTo>
                  <a:pt x="7416" y="5749"/>
                  <a:pt x="7338" y="5788"/>
                  <a:pt x="7265" y="5835"/>
                </a:cubicBezTo>
                <a:cubicBezTo>
                  <a:pt x="7158" y="5904"/>
                  <a:pt x="7105" y="5921"/>
                  <a:pt x="6994" y="5921"/>
                </a:cubicBezTo>
                <a:cubicBezTo>
                  <a:pt x="6918" y="5921"/>
                  <a:pt x="6847" y="5931"/>
                  <a:pt x="6836" y="5945"/>
                </a:cubicBezTo>
                <a:cubicBezTo>
                  <a:pt x="6825" y="5958"/>
                  <a:pt x="6763" y="5968"/>
                  <a:pt x="6697" y="5968"/>
                </a:cubicBezTo>
                <a:cubicBezTo>
                  <a:pt x="6629" y="5969"/>
                  <a:pt x="6542" y="5989"/>
                  <a:pt x="6496" y="6016"/>
                </a:cubicBezTo>
                <a:cubicBezTo>
                  <a:pt x="6451" y="6042"/>
                  <a:pt x="6395" y="6068"/>
                  <a:pt x="6376" y="6069"/>
                </a:cubicBezTo>
                <a:cubicBezTo>
                  <a:pt x="6356" y="6069"/>
                  <a:pt x="6310" y="6097"/>
                  <a:pt x="6268" y="6131"/>
                </a:cubicBezTo>
                <a:cubicBezTo>
                  <a:pt x="6217" y="6172"/>
                  <a:pt x="6157" y="6188"/>
                  <a:pt x="6085" y="6188"/>
                </a:cubicBezTo>
                <a:cubicBezTo>
                  <a:pt x="6027" y="6188"/>
                  <a:pt x="5970" y="6203"/>
                  <a:pt x="5959" y="6216"/>
                </a:cubicBezTo>
                <a:cubicBezTo>
                  <a:pt x="5948" y="6230"/>
                  <a:pt x="5864" y="6240"/>
                  <a:pt x="5776" y="6240"/>
                </a:cubicBezTo>
                <a:cubicBezTo>
                  <a:pt x="5689" y="6240"/>
                  <a:pt x="5611" y="6251"/>
                  <a:pt x="5600" y="6264"/>
                </a:cubicBezTo>
                <a:cubicBezTo>
                  <a:pt x="5589" y="6278"/>
                  <a:pt x="5544" y="6288"/>
                  <a:pt x="5505" y="6288"/>
                </a:cubicBezTo>
                <a:cubicBezTo>
                  <a:pt x="5466" y="6288"/>
                  <a:pt x="5399" y="6309"/>
                  <a:pt x="5354" y="6336"/>
                </a:cubicBezTo>
                <a:cubicBezTo>
                  <a:pt x="5309" y="6362"/>
                  <a:pt x="5253" y="6388"/>
                  <a:pt x="5228" y="6388"/>
                </a:cubicBezTo>
                <a:cubicBezTo>
                  <a:pt x="5129" y="6389"/>
                  <a:pt x="4709" y="6663"/>
                  <a:pt x="4477" y="6879"/>
                </a:cubicBezTo>
                <a:lnTo>
                  <a:pt x="4231" y="7108"/>
                </a:lnTo>
                <a:lnTo>
                  <a:pt x="4225" y="6474"/>
                </a:lnTo>
                <a:cubicBezTo>
                  <a:pt x="4218" y="5964"/>
                  <a:pt x="4225" y="5823"/>
                  <a:pt x="4263" y="5763"/>
                </a:cubicBezTo>
                <a:cubicBezTo>
                  <a:pt x="4404" y="5536"/>
                  <a:pt x="4415" y="5447"/>
                  <a:pt x="4401" y="4943"/>
                </a:cubicBezTo>
                <a:lnTo>
                  <a:pt x="4389" y="4456"/>
                </a:lnTo>
                <a:lnTo>
                  <a:pt x="4206" y="4194"/>
                </a:lnTo>
                <a:cubicBezTo>
                  <a:pt x="4104" y="4049"/>
                  <a:pt x="4023" y="3913"/>
                  <a:pt x="4023" y="3894"/>
                </a:cubicBezTo>
                <a:cubicBezTo>
                  <a:pt x="4023" y="3802"/>
                  <a:pt x="3909" y="3660"/>
                  <a:pt x="3802" y="3612"/>
                </a:cubicBezTo>
                <a:cubicBezTo>
                  <a:pt x="3740" y="3585"/>
                  <a:pt x="3674" y="3560"/>
                  <a:pt x="3651" y="3560"/>
                </a:cubicBezTo>
                <a:cubicBezTo>
                  <a:pt x="3598" y="3560"/>
                  <a:pt x="3495" y="3520"/>
                  <a:pt x="3310" y="3426"/>
                </a:cubicBezTo>
                <a:cubicBezTo>
                  <a:pt x="3202" y="3371"/>
                  <a:pt x="3140" y="3356"/>
                  <a:pt x="3026" y="3359"/>
                </a:cubicBezTo>
                <a:cubicBezTo>
                  <a:pt x="2880" y="3364"/>
                  <a:pt x="2877" y="3366"/>
                  <a:pt x="2812" y="3250"/>
                </a:cubicBezTo>
                <a:cubicBezTo>
                  <a:pt x="2712" y="3073"/>
                  <a:pt x="2632" y="2953"/>
                  <a:pt x="2503" y="2777"/>
                </a:cubicBezTo>
                <a:cubicBezTo>
                  <a:pt x="2438" y="2690"/>
                  <a:pt x="2357" y="2574"/>
                  <a:pt x="2320" y="2520"/>
                </a:cubicBezTo>
                <a:cubicBezTo>
                  <a:pt x="2283" y="2466"/>
                  <a:pt x="2223" y="2386"/>
                  <a:pt x="2181" y="2343"/>
                </a:cubicBezTo>
                <a:cubicBezTo>
                  <a:pt x="2139" y="2300"/>
                  <a:pt x="2099" y="2251"/>
                  <a:pt x="2099" y="2238"/>
                </a:cubicBezTo>
                <a:cubicBezTo>
                  <a:pt x="2099" y="2187"/>
                  <a:pt x="1627" y="1914"/>
                  <a:pt x="1538" y="1914"/>
                </a:cubicBezTo>
                <a:cubicBezTo>
                  <a:pt x="1460" y="1914"/>
                  <a:pt x="1293" y="1992"/>
                  <a:pt x="1241" y="2048"/>
                </a:cubicBezTo>
                <a:cubicBezTo>
                  <a:pt x="1176" y="2118"/>
                  <a:pt x="1174" y="2349"/>
                  <a:pt x="1241" y="2444"/>
                </a:cubicBezTo>
                <a:cubicBezTo>
                  <a:pt x="1448" y="2737"/>
                  <a:pt x="1686" y="3106"/>
                  <a:pt x="1746" y="3240"/>
                </a:cubicBezTo>
                <a:cubicBezTo>
                  <a:pt x="1785" y="3328"/>
                  <a:pt x="1826" y="3413"/>
                  <a:pt x="1840" y="3426"/>
                </a:cubicBezTo>
                <a:cubicBezTo>
                  <a:pt x="1905" y="3489"/>
                  <a:pt x="1900" y="3606"/>
                  <a:pt x="1834" y="3669"/>
                </a:cubicBezTo>
                <a:cubicBezTo>
                  <a:pt x="1797" y="3705"/>
                  <a:pt x="1729" y="3823"/>
                  <a:pt x="1676" y="3927"/>
                </a:cubicBezTo>
                <a:cubicBezTo>
                  <a:pt x="1565" y="4148"/>
                  <a:pt x="1491" y="4265"/>
                  <a:pt x="1411" y="4347"/>
                </a:cubicBezTo>
                <a:cubicBezTo>
                  <a:pt x="1380" y="4379"/>
                  <a:pt x="1331" y="4460"/>
                  <a:pt x="1304" y="4528"/>
                </a:cubicBezTo>
                <a:cubicBezTo>
                  <a:pt x="1278" y="4596"/>
                  <a:pt x="1226" y="4688"/>
                  <a:pt x="1191" y="4733"/>
                </a:cubicBezTo>
                <a:cubicBezTo>
                  <a:pt x="1108" y="4839"/>
                  <a:pt x="1078" y="5024"/>
                  <a:pt x="1121" y="5143"/>
                </a:cubicBezTo>
                <a:cubicBezTo>
                  <a:pt x="1167" y="5269"/>
                  <a:pt x="1443" y="5569"/>
                  <a:pt x="1872" y="5964"/>
                </a:cubicBezTo>
                <a:lnTo>
                  <a:pt x="2225" y="6293"/>
                </a:lnTo>
                <a:lnTo>
                  <a:pt x="2238" y="6541"/>
                </a:lnTo>
                <a:cubicBezTo>
                  <a:pt x="2246" y="6683"/>
                  <a:pt x="2269" y="6821"/>
                  <a:pt x="2294" y="6856"/>
                </a:cubicBezTo>
                <a:cubicBezTo>
                  <a:pt x="2325" y="6898"/>
                  <a:pt x="2340" y="7010"/>
                  <a:pt x="2339" y="7223"/>
                </a:cubicBezTo>
                <a:cubicBezTo>
                  <a:pt x="2337" y="7526"/>
                  <a:pt x="2337" y="7531"/>
                  <a:pt x="2206" y="7762"/>
                </a:cubicBezTo>
                <a:cubicBezTo>
                  <a:pt x="1968" y="8181"/>
                  <a:pt x="1681" y="8711"/>
                  <a:pt x="1613" y="8864"/>
                </a:cubicBezTo>
                <a:cubicBezTo>
                  <a:pt x="1537" y="9035"/>
                  <a:pt x="1294" y="9482"/>
                  <a:pt x="1254" y="9522"/>
                </a:cubicBezTo>
                <a:cubicBezTo>
                  <a:pt x="1223" y="9552"/>
                  <a:pt x="1172" y="9755"/>
                  <a:pt x="1121" y="10070"/>
                </a:cubicBezTo>
                <a:cubicBezTo>
                  <a:pt x="1084" y="10299"/>
                  <a:pt x="1101" y="10808"/>
                  <a:pt x="1146" y="10862"/>
                </a:cubicBezTo>
                <a:cubicBezTo>
                  <a:pt x="1162" y="10881"/>
                  <a:pt x="1193" y="10955"/>
                  <a:pt x="1216" y="11029"/>
                </a:cubicBezTo>
                <a:cubicBezTo>
                  <a:pt x="1311" y="11339"/>
                  <a:pt x="1355" y="11466"/>
                  <a:pt x="1405" y="11606"/>
                </a:cubicBezTo>
                <a:cubicBezTo>
                  <a:pt x="1535" y="11967"/>
                  <a:pt x="1557" y="12029"/>
                  <a:pt x="1588" y="12121"/>
                </a:cubicBezTo>
                <a:cubicBezTo>
                  <a:pt x="1661" y="12340"/>
                  <a:pt x="1891" y="12802"/>
                  <a:pt x="2067" y="13080"/>
                </a:cubicBezTo>
                <a:cubicBezTo>
                  <a:pt x="2272" y="13401"/>
                  <a:pt x="2320" y="13499"/>
                  <a:pt x="2364" y="13676"/>
                </a:cubicBezTo>
                <a:cubicBezTo>
                  <a:pt x="2461" y="14070"/>
                  <a:pt x="2531" y="14186"/>
                  <a:pt x="2812" y="14420"/>
                </a:cubicBezTo>
                <a:cubicBezTo>
                  <a:pt x="2984" y="14564"/>
                  <a:pt x="3389" y="14787"/>
                  <a:pt x="3480" y="14787"/>
                </a:cubicBezTo>
                <a:cubicBezTo>
                  <a:pt x="3506" y="14787"/>
                  <a:pt x="3534" y="14795"/>
                  <a:pt x="3543" y="14806"/>
                </a:cubicBezTo>
                <a:cubicBezTo>
                  <a:pt x="3553" y="14818"/>
                  <a:pt x="3657" y="14845"/>
                  <a:pt x="3771" y="14868"/>
                </a:cubicBezTo>
                <a:cubicBezTo>
                  <a:pt x="4023" y="14920"/>
                  <a:pt x="4080" y="14909"/>
                  <a:pt x="4376" y="14730"/>
                </a:cubicBezTo>
                <a:cubicBezTo>
                  <a:pt x="4493" y="14659"/>
                  <a:pt x="4669" y="14559"/>
                  <a:pt x="4767" y="14506"/>
                </a:cubicBezTo>
                <a:cubicBezTo>
                  <a:pt x="5395" y="14170"/>
                  <a:pt x="5532" y="14080"/>
                  <a:pt x="5606" y="13967"/>
                </a:cubicBezTo>
                <a:cubicBezTo>
                  <a:pt x="5648" y="13904"/>
                  <a:pt x="5688" y="13853"/>
                  <a:pt x="5694" y="13853"/>
                </a:cubicBezTo>
                <a:cubicBezTo>
                  <a:pt x="5701" y="13853"/>
                  <a:pt x="5738" y="13897"/>
                  <a:pt x="5776" y="13948"/>
                </a:cubicBezTo>
                <a:cubicBezTo>
                  <a:pt x="5814" y="13999"/>
                  <a:pt x="5898" y="14067"/>
                  <a:pt x="5959" y="14101"/>
                </a:cubicBezTo>
                <a:cubicBezTo>
                  <a:pt x="6069" y="14161"/>
                  <a:pt x="6066" y="14165"/>
                  <a:pt x="6067" y="14358"/>
                </a:cubicBezTo>
                <a:cubicBezTo>
                  <a:pt x="6067" y="14551"/>
                  <a:pt x="6067" y="14554"/>
                  <a:pt x="5934" y="14673"/>
                </a:cubicBezTo>
                <a:cubicBezTo>
                  <a:pt x="5860" y="14739"/>
                  <a:pt x="5771" y="14837"/>
                  <a:pt x="5732" y="14892"/>
                </a:cubicBezTo>
                <a:cubicBezTo>
                  <a:pt x="5671" y="14981"/>
                  <a:pt x="5644" y="14996"/>
                  <a:pt x="5486" y="15026"/>
                </a:cubicBezTo>
                <a:cubicBezTo>
                  <a:pt x="5270" y="15067"/>
                  <a:pt x="5080" y="15134"/>
                  <a:pt x="4937" y="15226"/>
                </a:cubicBezTo>
                <a:cubicBezTo>
                  <a:pt x="4844" y="15286"/>
                  <a:pt x="4790" y="15299"/>
                  <a:pt x="4540" y="15312"/>
                </a:cubicBezTo>
                <a:cubicBezTo>
                  <a:pt x="4383" y="15320"/>
                  <a:pt x="4216" y="15336"/>
                  <a:pt x="4168" y="15350"/>
                </a:cubicBezTo>
                <a:cubicBezTo>
                  <a:pt x="4120" y="15364"/>
                  <a:pt x="4009" y="15379"/>
                  <a:pt x="3922" y="15379"/>
                </a:cubicBezTo>
                <a:cubicBezTo>
                  <a:pt x="3835" y="15379"/>
                  <a:pt x="3756" y="15389"/>
                  <a:pt x="3745" y="15403"/>
                </a:cubicBezTo>
                <a:cubicBezTo>
                  <a:pt x="3734" y="15416"/>
                  <a:pt x="3660" y="15427"/>
                  <a:pt x="3581" y="15427"/>
                </a:cubicBezTo>
                <a:cubicBezTo>
                  <a:pt x="3503" y="15427"/>
                  <a:pt x="3428" y="15437"/>
                  <a:pt x="3417" y="15450"/>
                </a:cubicBezTo>
                <a:cubicBezTo>
                  <a:pt x="3406" y="15464"/>
                  <a:pt x="3338" y="15474"/>
                  <a:pt x="3260" y="15474"/>
                </a:cubicBezTo>
                <a:cubicBezTo>
                  <a:pt x="3181" y="15474"/>
                  <a:pt x="3107" y="15485"/>
                  <a:pt x="3096" y="15498"/>
                </a:cubicBezTo>
                <a:cubicBezTo>
                  <a:pt x="3085" y="15512"/>
                  <a:pt x="3024" y="15522"/>
                  <a:pt x="2963" y="15522"/>
                </a:cubicBezTo>
                <a:cubicBezTo>
                  <a:pt x="2903" y="15522"/>
                  <a:pt x="2847" y="15534"/>
                  <a:pt x="2837" y="15546"/>
                </a:cubicBezTo>
                <a:cubicBezTo>
                  <a:pt x="2827" y="15558"/>
                  <a:pt x="2769" y="15572"/>
                  <a:pt x="2711" y="15579"/>
                </a:cubicBezTo>
                <a:cubicBezTo>
                  <a:pt x="2581" y="15595"/>
                  <a:pt x="2238" y="15660"/>
                  <a:pt x="2149" y="15684"/>
                </a:cubicBezTo>
                <a:cubicBezTo>
                  <a:pt x="2086" y="15701"/>
                  <a:pt x="2037" y="15718"/>
                  <a:pt x="1853" y="15775"/>
                </a:cubicBezTo>
                <a:cubicBezTo>
                  <a:pt x="1477" y="15891"/>
                  <a:pt x="1115" y="16069"/>
                  <a:pt x="976" y="16209"/>
                </a:cubicBezTo>
                <a:cubicBezTo>
                  <a:pt x="926" y="16259"/>
                  <a:pt x="875" y="16302"/>
                  <a:pt x="863" y="16309"/>
                </a:cubicBezTo>
                <a:cubicBezTo>
                  <a:pt x="812" y="16337"/>
                  <a:pt x="633" y="16592"/>
                  <a:pt x="604" y="16676"/>
                </a:cubicBezTo>
                <a:cubicBezTo>
                  <a:pt x="587" y="16726"/>
                  <a:pt x="553" y="16826"/>
                  <a:pt x="528" y="16900"/>
                </a:cubicBezTo>
                <a:cubicBezTo>
                  <a:pt x="503" y="16975"/>
                  <a:pt x="443" y="17111"/>
                  <a:pt x="390" y="17206"/>
                </a:cubicBezTo>
                <a:cubicBezTo>
                  <a:pt x="35" y="17832"/>
                  <a:pt x="-41" y="18032"/>
                  <a:pt x="17" y="18179"/>
                </a:cubicBezTo>
                <a:cubicBezTo>
                  <a:pt x="71" y="18315"/>
                  <a:pt x="213" y="18492"/>
                  <a:pt x="415" y="18675"/>
                </a:cubicBezTo>
                <a:cubicBezTo>
                  <a:pt x="597" y="18840"/>
                  <a:pt x="661" y="18930"/>
                  <a:pt x="724" y="19128"/>
                </a:cubicBezTo>
                <a:cubicBezTo>
                  <a:pt x="746" y="19199"/>
                  <a:pt x="803" y="19306"/>
                  <a:pt x="850" y="19366"/>
                </a:cubicBezTo>
                <a:cubicBezTo>
                  <a:pt x="955" y="19502"/>
                  <a:pt x="1273" y="19765"/>
                  <a:pt x="1386" y="19810"/>
                </a:cubicBezTo>
                <a:cubicBezTo>
                  <a:pt x="1432" y="19828"/>
                  <a:pt x="1505" y="19866"/>
                  <a:pt x="1550" y="19896"/>
                </a:cubicBezTo>
                <a:cubicBezTo>
                  <a:pt x="1595" y="19925"/>
                  <a:pt x="1652" y="19957"/>
                  <a:pt x="1676" y="19967"/>
                </a:cubicBezTo>
                <a:cubicBezTo>
                  <a:pt x="1711" y="19982"/>
                  <a:pt x="1714" y="20027"/>
                  <a:pt x="1689" y="20187"/>
                </a:cubicBezTo>
                <a:cubicBezTo>
                  <a:pt x="1633" y="20534"/>
                  <a:pt x="1721" y="20730"/>
                  <a:pt x="2048" y="20983"/>
                </a:cubicBezTo>
                <a:cubicBezTo>
                  <a:pt x="2368" y="21230"/>
                  <a:pt x="2427" y="21252"/>
                  <a:pt x="2667" y="21236"/>
                </a:cubicBezTo>
                <a:cubicBezTo>
                  <a:pt x="3138" y="21204"/>
                  <a:pt x="3256" y="21195"/>
                  <a:pt x="3285" y="21174"/>
                </a:cubicBezTo>
                <a:cubicBezTo>
                  <a:pt x="3302" y="21162"/>
                  <a:pt x="3637" y="21150"/>
                  <a:pt x="4029" y="21150"/>
                </a:cubicBezTo>
                <a:lnTo>
                  <a:pt x="4742" y="21150"/>
                </a:lnTo>
                <a:lnTo>
                  <a:pt x="4906" y="21260"/>
                </a:lnTo>
                <a:lnTo>
                  <a:pt x="5070" y="21369"/>
                </a:lnTo>
                <a:lnTo>
                  <a:pt x="6590" y="21369"/>
                </a:lnTo>
                <a:cubicBezTo>
                  <a:pt x="7571" y="21369"/>
                  <a:pt x="8123" y="21378"/>
                  <a:pt x="8136" y="21393"/>
                </a:cubicBezTo>
                <a:cubicBezTo>
                  <a:pt x="8148" y="21409"/>
                  <a:pt x="8501" y="21422"/>
                  <a:pt x="9082" y="21422"/>
                </a:cubicBezTo>
                <a:cubicBezTo>
                  <a:pt x="9662" y="21422"/>
                  <a:pt x="10009" y="21409"/>
                  <a:pt x="10022" y="21393"/>
                </a:cubicBezTo>
                <a:cubicBezTo>
                  <a:pt x="10033" y="21380"/>
                  <a:pt x="10107" y="21369"/>
                  <a:pt x="10186" y="21369"/>
                </a:cubicBezTo>
                <a:cubicBezTo>
                  <a:pt x="10264" y="21369"/>
                  <a:pt x="10339" y="21380"/>
                  <a:pt x="10350" y="21393"/>
                </a:cubicBezTo>
                <a:cubicBezTo>
                  <a:pt x="10361" y="21407"/>
                  <a:pt x="10503" y="21422"/>
                  <a:pt x="10671" y="21422"/>
                </a:cubicBezTo>
                <a:cubicBezTo>
                  <a:pt x="10840" y="21422"/>
                  <a:pt x="10988" y="21432"/>
                  <a:pt x="10999" y="21446"/>
                </a:cubicBezTo>
                <a:cubicBezTo>
                  <a:pt x="11011" y="21460"/>
                  <a:pt x="11171" y="21470"/>
                  <a:pt x="11371" y="21470"/>
                </a:cubicBezTo>
                <a:cubicBezTo>
                  <a:pt x="11572" y="21470"/>
                  <a:pt x="11732" y="21480"/>
                  <a:pt x="11744" y="21494"/>
                </a:cubicBezTo>
                <a:cubicBezTo>
                  <a:pt x="11755" y="21507"/>
                  <a:pt x="11901" y="21517"/>
                  <a:pt x="12065" y="21517"/>
                </a:cubicBezTo>
                <a:cubicBezTo>
                  <a:pt x="12230" y="21518"/>
                  <a:pt x="12385" y="21528"/>
                  <a:pt x="12412" y="21541"/>
                </a:cubicBezTo>
                <a:cubicBezTo>
                  <a:pt x="12502" y="21585"/>
                  <a:pt x="12734" y="21571"/>
                  <a:pt x="12854" y="21513"/>
                </a:cubicBezTo>
                <a:cubicBezTo>
                  <a:pt x="12954" y="21464"/>
                  <a:pt x="13094" y="21291"/>
                  <a:pt x="13094" y="21222"/>
                </a:cubicBezTo>
                <a:cubicBezTo>
                  <a:pt x="13094" y="21191"/>
                  <a:pt x="13430" y="21191"/>
                  <a:pt x="13472" y="21222"/>
                </a:cubicBezTo>
                <a:cubicBezTo>
                  <a:pt x="13489" y="21234"/>
                  <a:pt x="13615" y="21249"/>
                  <a:pt x="13750" y="21255"/>
                </a:cubicBezTo>
                <a:cubicBezTo>
                  <a:pt x="13884" y="21261"/>
                  <a:pt x="14101" y="21285"/>
                  <a:pt x="14235" y="21307"/>
                </a:cubicBezTo>
                <a:cubicBezTo>
                  <a:pt x="14369" y="21330"/>
                  <a:pt x="14544" y="21358"/>
                  <a:pt x="14620" y="21365"/>
                </a:cubicBezTo>
                <a:cubicBezTo>
                  <a:pt x="14696" y="21372"/>
                  <a:pt x="14752" y="21386"/>
                  <a:pt x="14752" y="21398"/>
                </a:cubicBezTo>
                <a:cubicBezTo>
                  <a:pt x="14752" y="21410"/>
                  <a:pt x="14811" y="21422"/>
                  <a:pt x="14879" y="21422"/>
                </a:cubicBezTo>
                <a:cubicBezTo>
                  <a:pt x="14947" y="21422"/>
                  <a:pt x="15019" y="21429"/>
                  <a:pt x="15036" y="21441"/>
                </a:cubicBezTo>
                <a:cubicBezTo>
                  <a:pt x="15053" y="21453"/>
                  <a:pt x="15136" y="21472"/>
                  <a:pt x="15226" y="21479"/>
                </a:cubicBezTo>
                <a:cubicBezTo>
                  <a:pt x="15315" y="21486"/>
                  <a:pt x="15468" y="21502"/>
                  <a:pt x="15566" y="21517"/>
                </a:cubicBezTo>
                <a:cubicBezTo>
                  <a:pt x="15933" y="21576"/>
                  <a:pt x="16183" y="21555"/>
                  <a:pt x="16405" y="21441"/>
                </a:cubicBezTo>
                <a:cubicBezTo>
                  <a:pt x="16480" y="21403"/>
                  <a:pt x="16562" y="21369"/>
                  <a:pt x="16588" y="21369"/>
                </a:cubicBezTo>
                <a:cubicBezTo>
                  <a:pt x="16614" y="21369"/>
                  <a:pt x="16652" y="21353"/>
                  <a:pt x="16676" y="21331"/>
                </a:cubicBezTo>
                <a:cubicBezTo>
                  <a:pt x="16715" y="21296"/>
                  <a:pt x="16782" y="21292"/>
                  <a:pt x="17257" y="21307"/>
                </a:cubicBezTo>
                <a:cubicBezTo>
                  <a:pt x="17551" y="21317"/>
                  <a:pt x="17819" y="21333"/>
                  <a:pt x="17850" y="21346"/>
                </a:cubicBezTo>
                <a:cubicBezTo>
                  <a:pt x="17880" y="21358"/>
                  <a:pt x="17976" y="21369"/>
                  <a:pt x="18058" y="21369"/>
                </a:cubicBezTo>
                <a:cubicBezTo>
                  <a:pt x="18139" y="21369"/>
                  <a:pt x="18203" y="21380"/>
                  <a:pt x="18203" y="21393"/>
                </a:cubicBezTo>
                <a:cubicBezTo>
                  <a:pt x="18203" y="21407"/>
                  <a:pt x="18245" y="21422"/>
                  <a:pt x="18297" y="21422"/>
                </a:cubicBezTo>
                <a:cubicBezTo>
                  <a:pt x="18350" y="21422"/>
                  <a:pt x="18406" y="21432"/>
                  <a:pt x="18417" y="21446"/>
                </a:cubicBezTo>
                <a:cubicBezTo>
                  <a:pt x="18428" y="21459"/>
                  <a:pt x="18469" y="21470"/>
                  <a:pt x="18512" y="21470"/>
                </a:cubicBezTo>
                <a:cubicBezTo>
                  <a:pt x="18555" y="21470"/>
                  <a:pt x="18602" y="21480"/>
                  <a:pt x="18613" y="21494"/>
                </a:cubicBezTo>
                <a:cubicBezTo>
                  <a:pt x="18624" y="21507"/>
                  <a:pt x="18706" y="21517"/>
                  <a:pt x="18796" y="21517"/>
                </a:cubicBezTo>
                <a:cubicBezTo>
                  <a:pt x="19072" y="21517"/>
                  <a:pt x="19268" y="21379"/>
                  <a:pt x="19420" y="21079"/>
                </a:cubicBezTo>
                <a:cubicBezTo>
                  <a:pt x="19544" y="20835"/>
                  <a:pt x="19546" y="20673"/>
                  <a:pt x="19433" y="20468"/>
                </a:cubicBezTo>
                <a:lnTo>
                  <a:pt x="19351" y="20315"/>
                </a:lnTo>
                <a:lnTo>
                  <a:pt x="19565" y="20210"/>
                </a:lnTo>
                <a:cubicBezTo>
                  <a:pt x="19684" y="20153"/>
                  <a:pt x="19854" y="20066"/>
                  <a:pt x="19944" y="20015"/>
                </a:cubicBezTo>
                <a:cubicBezTo>
                  <a:pt x="20033" y="19964"/>
                  <a:pt x="20123" y="19920"/>
                  <a:pt x="20146" y="19920"/>
                </a:cubicBezTo>
                <a:cubicBezTo>
                  <a:pt x="20168" y="19919"/>
                  <a:pt x="20190" y="19909"/>
                  <a:pt x="20190" y="19896"/>
                </a:cubicBezTo>
                <a:cubicBezTo>
                  <a:pt x="20190" y="19882"/>
                  <a:pt x="20204" y="19872"/>
                  <a:pt x="20221" y="19872"/>
                </a:cubicBezTo>
                <a:cubicBezTo>
                  <a:pt x="20271" y="19872"/>
                  <a:pt x="20538" y="19713"/>
                  <a:pt x="20745" y="19562"/>
                </a:cubicBezTo>
                <a:cubicBezTo>
                  <a:pt x="21042" y="19344"/>
                  <a:pt x="21326" y="18962"/>
                  <a:pt x="21489" y="18555"/>
                </a:cubicBezTo>
                <a:cubicBezTo>
                  <a:pt x="21559" y="18381"/>
                  <a:pt x="21497" y="18036"/>
                  <a:pt x="21306" y="17501"/>
                </a:cubicBezTo>
                <a:cubicBezTo>
                  <a:pt x="21282" y="17434"/>
                  <a:pt x="21240" y="17311"/>
                  <a:pt x="21212" y="17229"/>
                </a:cubicBezTo>
                <a:cubicBezTo>
                  <a:pt x="21014" y="16663"/>
                  <a:pt x="20840" y="16383"/>
                  <a:pt x="20549" y="16166"/>
                </a:cubicBezTo>
                <a:cubicBezTo>
                  <a:pt x="20364" y="16027"/>
                  <a:pt x="19936" y="15794"/>
                  <a:pt x="19868" y="15794"/>
                </a:cubicBezTo>
                <a:cubicBezTo>
                  <a:pt x="19854" y="15794"/>
                  <a:pt x="19766" y="15767"/>
                  <a:pt x="19673" y="15732"/>
                </a:cubicBezTo>
                <a:cubicBezTo>
                  <a:pt x="19492" y="15664"/>
                  <a:pt x="19234" y="15600"/>
                  <a:pt x="19048" y="15579"/>
                </a:cubicBezTo>
                <a:cubicBezTo>
                  <a:pt x="18851" y="15557"/>
                  <a:pt x="18808" y="15502"/>
                  <a:pt x="18897" y="15374"/>
                </a:cubicBezTo>
                <a:cubicBezTo>
                  <a:pt x="18922" y="15338"/>
                  <a:pt x="18953" y="15260"/>
                  <a:pt x="18966" y="15202"/>
                </a:cubicBezTo>
                <a:cubicBezTo>
                  <a:pt x="18979" y="15144"/>
                  <a:pt x="19002" y="15080"/>
                  <a:pt x="19017" y="15059"/>
                </a:cubicBezTo>
                <a:cubicBezTo>
                  <a:pt x="19031" y="15038"/>
                  <a:pt x="19059" y="14972"/>
                  <a:pt x="19080" y="14911"/>
                </a:cubicBezTo>
                <a:cubicBezTo>
                  <a:pt x="19100" y="14851"/>
                  <a:pt x="19141" y="14735"/>
                  <a:pt x="19168" y="14654"/>
                </a:cubicBezTo>
                <a:cubicBezTo>
                  <a:pt x="19271" y="14344"/>
                  <a:pt x="19381" y="13740"/>
                  <a:pt x="19458" y="13056"/>
                </a:cubicBezTo>
                <a:cubicBezTo>
                  <a:pt x="19484" y="12826"/>
                  <a:pt x="19517" y="12559"/>
                  <a:pt x="19534" y="12465"/>
                </a:cubicBezTo>
                <a:cubicBezTo>
                  <a:pt x="19632" y="11925"/>
                  <a:pt x="19631" y="11900"/>
                  <a:pt x="19345" y="11248"/>
                </a:cubicBezTo>
                <a:cubicBezTo>
                  <a:pt x="19259" y="11052"/>
                  <a:pt x="19174" y="10858"/>
                  <a:pt x="19162" y="10814"/>
                </a:cubicBezTo>
                <a:cubicBezTo>
                  <a:pt x="19149" y="10771"/>
                  <a:pt x="19128" y="10727"/>
                  <a:pt x="19111" y="10719"/>
                </a:cubicBezTo>
                <a:cubicBezTo>
                  <a:pt x="19095" y="10711"/>
                  <a:pt x="19080" y="10682"/>
                  <a:pt x="19080" y="10652"/>
                </a:cubicBezTo>
                <a:cubicBezTo>
                  <a:pt x="19080" y="10623"/>
                  <a:pt x="19062" y="10567"/>
                  <a:pt x="19035" y="10528"/>
                </a:cubicBezTo>
                <a:cubicBezTo>
                  <a:pt x="19009" y="10489"/>
                  <a:pt x="18985" y="10441"/>
                  <a:pt x="18985" y="10418"/>
                </a:cubicBezTo>
                <a:cubicBezTo>
                  <a:pt x="18985" y="10396"/>
                  <a:pt x="18961" y="10347"/>
                  <a:pt x="18935" y="10309"/>
                </a:cubicBezTo>
                <a:cubicBezTo>
                  <a:pt x="18908" y="10270"/>
                  <a:pt x="18884" y="10221"/>
                  <a:pt x="18884" y="10199"/>
                </a:cubicBezTo>
                <a:cubicBezTo>
                  <a:pt x="18884" y="10177"/>
                  <a:pt x="18867" y="10123"/>
                  <a:pt x="18840" y="10085"/>
                </a:cubicBezTo>
                <a:cubicBezTo>
                  <a:pt x="18813" y="10046"/>
                  <a:pt x="18789" y="10007"/>
                  <a:pt x="18789" y="9994"/>
                </a:cubicBezTo>
                <a:cubicBezTo>
                  <a:pt x="18789" y="9970"/>
                  <a:pt x="18679" y="9771"/>
                  <a:pt x="18625" y="9698"/>
                </a:cubicBezTo>
                <a:cubicBezTo>
                  <a:pt x="18608" y="9675"/>
                  <a:pt x="18594" y="9634"/>
                  <a:pt x="18594" y="9612"/>
                </a:cubicBezTo>
                <a:cubicBezTo>
                  <a:pt x="18594" y="9591"/>
                  <a:pt x="18574" y="9540"/>
                  <a:pt x="18550" y="9498"/>
                </a:cubicBezTo>
                <a:cubicBezTo>
                  <a:pt x="18525" y="9455"/>
                  <a:pt x="18475" y="9358"/>
                  <a:pt x="18436" y="9283"/>
                </a:cubicBezTo>
                <a:cubicBezTo>
                  <a:pt x="18397" y="9209"/>
                  <a:pt x="18351" y="9129"/>
                  <a:pt x="18335" y="9102"/>
                </a:cubicBezTo>
                <a:cubicBezTo>
                  <a:pt x="18319" y="9075"/>
                  <a:pt x="18254" y="8952"/>
                  <a:pt x="18190" y="8830"/>
                </a:cubicBezTo>
                <a:cubicBezTo>
                  <a:pt x="18126" y="8709"/>
                  <a:pt x="18056" y="8591"/>
                  <a:pt x="18039" y="8568"/>
                </a:cubicBezTo>
                <a:cubicBezTo>
                  <a:pt x="18021" y="8544"/>
                  <a:pt x="18007" y="8508"/>
                  <a:pt x="18007" y="8487"/>
                </a:cubicBezTo>
                <a:cubicBezTo>
                  <a:pt x="18007" y="8465"/>
                  <a:pt x="17988" y="8418"/>
                  <a:pt x="17963" y="8382"/>
                </a:cubicBezTo>
                <a:cubicBezTo>
                  <a:pt x="17938" y="8346"/>
                  <a:pt x="17893" y="8266"/>
                  <a:pt x="17862" y="8205"/>
                </a:cubicBezTo>
                <a:cubicBezTo>
                  <a:pt x="17794" y="8068"/>
                  <a:pt x="17656" y="7861"/>
                  <a:pt x="17597" y="7809"/>
                </a:cubicBezTo>
                <a:cubicBezTo>
                  <a:pt x="17573" y="7788"/>
                  <a:pt x="17553" y="7758"/>
                  <a:pt x="17553" y="7743"/>
                </a:cubicBezTo>
                <a:cubicBezTo>
                  <a:pt x="17553" y="7728"/>
                  <a:pt x="17531" y="7703"/>
                  <a:pt x="17509" y="7685"/>
                </a:cubicBezTo>
                <a:cubicBezTo>
                  <a:pt x="17487" y="7668"/>
                  <a:pt x="17391" y="7554"/>
                  <a:pt x="17295" y="7433"/>
                </a:cubicBezTo>
                <a:cubicBezTo>
                  <a:pt x="16996" y="7058"/>
                  <a:pt x="16749" y="6819"/>
                  <a:pt x="16500" y="6665"/>
                </a:cubicBezTo>
                <a:cubicBezTo>
                  <a:pt x="16425" y="6618"/>
                  <a:pt x="16339" y="6562"/>
                  <a:pt x="16304" y="6541"/>
                </a:cubicBezTo>
                <a:cubicBezTo>
                  <a:pt x="16212" y="6484"/>
                  <a:pt x="15469" y="6201"/>
                  <a:pt x="15251" y="6140"/>
                </a:cubicBezTo>
                <a:cubicBezTo>
                  <a:pt x="15147" y="6111"/>
                  <a:pt x="14960" y="6052"/>
                  <a:pt x="14834" y="6007"/>
                </a:cubicBezTo>
                <a:cubicBezTo>
                  <a:pt x="14570" y="5911"/>
                  <a:pt x="14247" y="5800"/>
                  <a:pt x="14153" y="5773"/>
                </a:cubicBezTo>
                <a:cubicBezTo>
                  <a:pt x="14117" y="5762"/>
                  <a:pt x="13992" y="5718"/>
                  <a:pt x="13876" y="5677"/>
                </a:cubicBezTo>
                <a:cubicBezTo>
                  <a:pt x="13759" y="5637"/>
                  <a:pt x="13607" y="5586"/>
                  <a:pt x="13535" y="5563"/>
                </a:cubicBezTo>
                <a:cubicBezTo>
                  <a:pt x="13396" y="5518"/>
                  <a:pt x="13382" y="5508"/>
                  <a:pt x="13075" y="5224"/>
                </a:cubicBezTo>
                <a:cubicBezTo>
                  <a:pt x="12876" y="5042"/>
                  <a:pt x="12871" y="5040"/>
                  <a:pt x="12904" y="4948"/>
                </a:cubicBezTo>
                <a:cubicBezTo>
                  <a:pt x="12923" y="4896"/>
                  <a:pt x="12952" y="4838"/>
                  <a:pt x="12967" y="4824"/>
                </a:cubicBezTo>
                <a:cubicBezTo>
                  <a:pt x="13023" y="4772"/>
                  <a:pt x="13072" y="4572"/>
                  <a:pt x="13094" y="4309"/>
                </a:cubicBezTo>
                <a:cubicBezTo>
                  <a:pt x="13106" y="4160"/>
                  <a:pt x="13131" y="4021"/>
                  <a:pt x="13150" y="3994"/>
                </a:cubicBezTo>
                <a:cubicBezTo>
                  <a:pt x="13169" y="3967"/>
                  <a:pt x="13194" y="3894"/>
                  <a:pt x="13207" y="3836"/>
                </a:cubicBezTo>
                <a:cubicBezTo>
                  <a:pt x="13220" y="3779"/>
                  <a:pt x="13247" y="3729"/>
                  <a:pt x="13264" y="3722"/>
                </a:cubicBezTo>
                <a:cubicBezTo>
                  <a:pt x="13280" y="3714"/>
                  <a:pt x="13289" y="3690"/>
                  <a:pt x="13289" y="3669"/>
                </a:cubicBezTo>
                <a:cubicBezTo>
                  <a:pt x="13289" y="3649"/>
                  <a:pt x="13340" y="3553"/>
                  <a:pt x="13403" y="3455"/>
                </a:cubicBezTo>
                <a:cubicBezTo>
                  <a:pt x="13511" y="3284"/>
                  <a:pt x="13516" y="3263"/>
                  <a:pt x="13516" y="3006"/>
                </a:cubicBezTo>
                <a:cubicBezTo>
                  <a:pt x="13516" y="2790"/>
                  <a:pt x="13505" y="2726"/>
                  <a:pt x="13459" y="2677"/>
                </a:cubicBezTo>
                <a:cubicBezTo>
                  <a:pt x="13425" y="2641"/>
                  <a:pt x="13398" y="2541"/>
                  <a:pt x="13384" y="2429"/>
                </a:cubicBezTo>
                <a:cubicBezTo>
                  <a:pt x="13329" y="1990"/>
                  <a:pt x="13284" y="1757"/>
                  <a:pt x="13258" y="1733"/>
                </a:cubicBezTo>
                <a:cubicBezTo>
                  <a:pt x="13242" y="1719"/>
                  <a:pt x="13219" y="1646"/>
                  <a:pt x="13207" y="1576"/>
                </a:cubicBezTo>
                <a:cubicBezTo>
                  <a:pt x="13195" y="1505"/>
                  <a:pt x="13172" y="1440"/>
                  <a:pt x="13157" y="1432"/>
                </a:cubicBezTo>
                <a:cubicBezTo>
                  <a:pt x="13141" y="1425"/>
                  <a:pt x="13131" y="1406"/>
                  <a:pt x="13131" y="1385"/>
                </a:cubicBezTo>
                <a:cubicBezTo>
                  <a:pt x="13131" y="1288"/>
                  <a:pt x="12863" y="923"/>
                  <a:pt x="12715" y="817"/>
                </a:cubicBezTo>
                <a:cubicBezTo>
                  <a:pt x="12448" y="627"/>
                  <a:pt x="12082" y="431"/>
                  <a:pt x="11813" y="335"/>
                </a:cubicBezTo>
                <a:cubicBezTo>
                  <a:pt x="11670" y="284"/>
                  <a:pt x="11497" y="218"/>
                  <a:pt x="11428" y="192"/>
                </a:cubicBezTo>
                <a:cubicBezTo>
                  <a:pt x="11359" y="166"/>
                  <a:pt x="11273" y="149"/>
                  <a:pt x="11239" y="149"/>
                </a:cubicBezTo>
                <a:cubicBezTo>
                  <a:pt x="11205" y="149"/>
                  <a:pt x="11150" y="137"/>
                  <a:pt x="11119" y="126"/>
                </a:cubicBezTo>
                <a:cubicBezTo>
                  <a:pt x="11088" y="114"/>
                  <a:pt x="11025" y="91"/>
                  <a:pt x="10980" y="78"/>
                </a:cubicBezTo>
                <a:cubicBezTo>
                  <a:pt x="10936" y="64"/>
                  <a:pt x="10860" y="41"/>
                  <a:pt x="10810" y="25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80" name="Google Shape;280;p15"/>
          <p:cNvSpPr txBox="1"/>
          <p:nvPr/>
        </p:nvSpPr>
        <p:spPr>
          <a:xfrm>
            <a:off x="4865904" y="3466070"/>
            <a:ext cx="3928888" cy="519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400"/>
              <a:buFont typeface="Helvetica Neue"/>
              <a:buNone/>
            </a:pPr>
            <a:r>
              <a:rPr b="1" i="1" lang="en-US" sz="14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«Выручай, сэнсэй -</a:t>
            </a:r>
            <a:br>
              <a:rPr b="0" i="1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 деньгами будет всё окей»</a:t>
            </a:r>
            <a:endParaRPr/>
          </a:p>
        </p:txBody>
      </p:sp>
      <p:sp>
        <p:nvSpPr>
          <p:cNvPr id="281" name="Google Shape;281;p15"/>
          <p:cNvSpPr txBox="1"/>
          <p:nvPr/>
        </p:nvSpPr>
        <p:spPr>
          <a:xfrm>
            <a:off x="-1139985" y="3485520"/>
            <a:ext cx="7315201" cy="524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Helvetica Neue"/>
              <a:buNone/>
            </a:pPr>
            <a:r>
              <a:rPr b="0" i="1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«Спокойно сравнивай, мудро выбирай.</a:t>
            </a:r>
            <a:br>
              <a:rPr b="0" i="1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1" lang="en-US" sz="14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 мире финансов твой друг — Выручай»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"/>
          <p:cNvSpPr/>
          <p:nvPr/>
        </p:nvSpPr>
        <p:spPr>
          <a:xfrm>
            <a:off x="193026" y="221386"/>
            <a:ext cx="2281652" cy="19614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 txBox="1"/>
          <p:nvPr/>
        </p:nvSpPr>
        <p:spPr>
          <a:xfrm>
            <a:off x="347290" y="214084"/>
            <a:ext cx="1973124" cy="21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08 Позиционирование</a:t>
            </a:r>
            <a:endParaRPr/>
          </a:p>
        </p:txBody>
      </p:sp>
      <p:pic>
        <p:nvPicPr>
          <p:cNvPr descr="Screenshot 2026-04-22 at 10.22.47.png" id="288" name="Google Shape;288;p16"/>
          <p:cNvPicPr preferRelativeResize="0"/>
          <p:nvPr/>
        </p:nvPicPr>
        <p:blipFill rotWithShape="1">
          <a:blip r:embed="rId3">
            <a:alphaModFix/>
          </a:blip>
          <a:srcRect b="1894" l="13039" r="7795" t="4428"/>
          <a:stretch/>
        </p:blipFill>
        <p:spPr>
          <a:xfrm>
            <a:off x="6817441" y="2001127"/>
            <a:ext cx="1415659" cy="1600732"/>
          </a:xfrm>
          <a:custGeom>
            <a:rect b="b" l="l" r="r" t="t"/>
            <a:pathLst>
              <a:path extrusionOk="0" h="21554" w="21564">
                <a:moveTo>
                  <a:pt x="9497" y="23"/>
                </a:moveTo>
                <a:cubicBezTo>
                  <a:pt x="9481" y="37"/>
                  <a:pt x="9418" y="49"/>
                  <a:pt x="9364" y="50"/>
                </a:cubicBezTo>
                <a:cubicBezTo>
                  <a:pt x="9160" y="50"/>
                  <a:pt x="8652" y="236"/>
                  <a:pt x="8349" y="418"/>
                </a:cubicBezTo>
                <a:cubicBezTo>
                  <a:pt x="8122" y="554"/>
                  <a:pt x="7816" y="842"/>
                  <a:pt x="7708" y="1022"/>
                </a:cubicBezTo>
                <a:cubicBezTo>
                  <a:pt x="7656" y="1109"/>
                  <a:pt x="7583" y="1223"/>
                  <a:pt x="7551" y="1273"/>
                </a:cubicBezTo>
                <a:cubicBezTo>
                  <a:pt x="7518" y="1324"/>
                  <a:pt x="7490" y="1391"/>
                  <a:pt x="7490" y="1423"/>
                </a:cubicBezTo>
                <a:cubicBezTo>
                  <a:pt x="7490" y="1455"/>
                  <a:pt x="7479" y="1490"/>
                  <a:pt x="7466" y="1498"/>
                </a:cubicBezTo>
                <a:cubicBezTo>
                  <a:pt x="7452" y="1505"/>
                  <a:pt x="7433" y="1558"/>
                  <a:pt x="7424" y="1615"/>
                </a:cubicBezTo>
                <a:cubicBezTo>
                  <a:pt x="7374" y="1909"/>
                  <a:pt x="7352" y="2102"/>
                  <a:pt x="7339" y="2294"/>
                </a:cubicBezTo>
                <a:cubicBezTo>
                  <a:pt x="7331" y="2415"/>
                  <a:pt x="7313" y="2508"/>
                  <a:pt x="7297" y="2508"/>
                </a:cubicBezTo>
                <a:cubicBezTo>
                  <a:pt x="7241" y="2508"/>
                  <a:pt x="7109" y="2609"/>
                  <a:pt x="7067" y="2684"/>
                </a:cubicBezTo>
                <a:cubicBezTo>
                  <a:pt x="7038" y="2735"/>
                  <a:pt x="7025" y="2829"/>
                  <a:pt x="7025" y="2967"/>
                </a:cubicBezTo>
                <a:cubicBezTo>
                  <a:pt x="7025" y="3147"/>
                  <a:pt x="7042" y="3215"/>
                  <a:pt x="7152" y="3513"/>
                </a:cubicBezTo>
                <a:cubicBezTo>
                  <a:pt x="7221" y="3701"/>
                  <a:pt x="7288" y="3893"/>
                  <a:pt x="7303" y="3940"/>
                </a:cubicBezTo>
                <a:cubicBezTo>
                  <a:pt x="7351" y="4091"/>
                  <a:pt x="7443" y="4236"/>
                  <a:pt x="7520" y="4277"/>
                </a:cubicBezTo>
                <a:cubicBezTo>
                  <a:pt x="7562" y="4298"/>
                  <a:pt x="7611" y="4344"/>
                  <a:pt x="7629" y="4378"/>
                </a:cubicBezTo>
                <a:cubicBezTo>
                  <a:pt x="7647" y="4413"/>
                  <a:pt x="7676" y="4462"/>
                  <a:pt x="7690" y="4485"/>
                </a:cubicBezTo>
                <a:cubicBezTo>
                  <a:pt x="7703" y="4508"/>
                  <a:pt x="7714" y="4541"/>
                  <a:pt x="7714" y="4560"/>
                </a:cubicBezTo>
                <a:cubicBezTo>
                  <a:pt x="7714" y="4579"/>
                  <a:pt x="7762" y="4673"/>
                  <a:pt x="7823" y="4774"/>
                </a:cubicBezTo>
                <a:cubicBezTo>
                  <a:pt x="7883" y="4874"/>
                  <a:pt x="7931" y="4980"/>
                  <a:pt x="7931" y="5004"/>
                </a:cubicBezTo>
                <a:cubicBezTo>
                  <a:pt x="7931" y="5027"/>
                  <a:pt x="7881" y="5096"/>
                  <a:pt x="7817" y="5158"/>
                </a:cubicBezTo>
                <a:cubicBezTo>
                  <a:pt x="7752" y="5221"/>
                  <a:pt x="7644" y="5336"/>
                  <a:pt x="7575" y="5415"/>
                </a:cubicBezTo>
                <a:cubicBezTo>
                  <a:pt x="7443" y="5565"/>
                  <a:pt x="7393" y="5592"/>
                  <a:pt x="7188" y="5645"/>
                </a:cubicBezTo>
                <a:cubicBezTo>
                  <a:pt x="7120" y="5662"/>
                  <a:pt x="7021" y="5705"/>
                  <a:pt x="6964" y="5736"/>
                </a:cubicBezTo>
                <a:cubicBezTo>
                  <a:pt x="6908" y="5766"/>
                  <a:pt x="6847" y="5789"/>
                  <a:pt x="6831" y="5789"/>
                </a:cubicBezTo>
                <a:cubicBezTo>
                  <a:pt x="6816" y="5789"/>
                  <a:pt x="6801" y="5799"/>
                  <a:pt x="6801" y="5810"/>
                </a:cubicBezTo>
                <a:cubicBezTo>
                  <a:pt x="6801" y="5822"/>
                  <a:pt x="6779" y="5840"/>
                  <a:pt x="6753" y="5848"/>
                </a:cubicBezTo>
                <a:cubicBezTo>
                  <a:pt x="6726" y="5855"/>
                  <a:pt x="6676" y="5876"/>
                  <a:pt x="6638" y="5896"/>
                </a:cubicBezTo>
                <a:cubicBezTo>
                  <a:pt x="6600" y="5915"/>
                  <a:pt x="6479" y="5962"/>
                  <a:pt x="6366" y="5998"/>
                </a:cubicBezTo>
                <a:cubicBezTo>
                  <a:pt x="6252" y="6033"/>
                  <a:pt x="6132" y="6070"/>
                  <a:pt x="6106" y="6083"/>
                </a:cubicBezTo>
                <a:cubicBezTo>
                  <a:pt x="6079" y="6096"/>
                  <a:pt x="6039" y="6110"/>
                  <a:pt x="6009" y="6110"/>
                </a:cubicBezTo>
                <a:cubicBezTo>
                  <a:pt x="5979" y="6110"/>
                  <a:pt x="5946" y="6118"/>
                  <a:pt x="5936" y="6131"/>
                </a:cubicBezTo>
                <a:cubicBezTo>
                  <a:pt x="5927" y="6144"/>
                  <a:pt x="5893" y="6158"/>
                  <a:pt x="5864" y="6158"/>
                </a:cubicBezTo>
                <a:cubicBezTo>
                  <a:pt x="5834" y="6158"/>
                  <a:pt x="5787" y="6167"/>
                  <a:pt x="5761" y="6179"/>
                </a:cubicBezTo>
                <a:cubicBezTo>
                  <a:pt x="5735" y="6191"/>
                  <a:pt x="5655" y="6217"/>
                  <a:pt x="5580" y="6238"/>
                </a:cubicBezTo>
                <a:cubicBezTo>
                  <a:pt x="5355" y="6299"/>
                  <a:pt x="5247" y="6337"/>
                  <a:pt x="5169" y="6382"/>
                </a:cubicBezTo>
                <a:cubicBezTo>
                  <a:pt x="5128" y="6406"/>
                  <a:pt x="5093" y="6425"/>
                  <a:pt x="5084" y="6425"/>
                </a:cubicBezTo>
                <a:cubicBezTo>
                  <a:pt x="5075" y="6425"/>
                  <a:pt x="4996" y="6469"/>
                  <a:pt x="4909" y="6521"/>
                </a:cubicBezTo>
                <a:cubicBezTo>
                  <a:pt x="4723" y="6632"/>
                  <a:pt x="4348" y="6971"/>
                  <a:pt x="4165" y="7200"/>
                </a:cubicBezTo>
                <a:cubicBezTo>
                  <a:pt x="4095" y="7287"/>
                  <a:pt x="4029" y="7364"/>
                  <a:pt x="4020" y="7371"/>
                </a:cubicBezTo>
                <a:cubicBezTo>
                  <a:pt x="3989" y="7393"/>
                  <a:pt x="3840" y="7601"/>
                  <a:pt x="3802" y="7676"/>
                </a:cubicBezTo>
                <a:cubicBezTo>
                  <a:pt x="3782" y="7716"/>
                  <a:pt x="3755" y="7770"/>
                  <a:pt x="3742" y="7793"/>
                </a:cubicBezTo>
                <a:cubicBezTo>
                  <a:pt x="3729" y="7816"/>
                  <a:pt x="3718" y="7853"/>
                  <a:pt x="3718" y="7873"/>
                </a:cubicBezTo>
                <a:cubicBezTo>
                  <a:pt x="3718" y="7894"/>
                  <a:pt x="3707" y="7925"/>
                  <a:pt x="3694" y="7948"/>
                </a:cubicBezTo>
                <a:cubicBezTo>
                  <a:pt x="3644" y="8031"/>
                  <a:pt x="3554" y="8225"/>
                  <a:pt x="3554" y="8247"/>
                </a:cubicBezTo>
                <a:cubicBezTo>
                  <a:pt x="3554" y="8272"/>
                  <a:pt x="3521" y="8324"/>
                  <a:pt x="3288" y="8734"/>
                </a:cubicBezTo>
                <a:cubicBezTo>
                  <a:pt x="3201" y="8887"/>
                  <a:pt x="3096" y="9057"/>
                  <a:pt x="3053" y="9113"/>
                </a:cubicBezTo>
                <a:cubicBezTo>
                  <a:pt x="3009" y="9169"/>
                  <a:pt x="2974" y="9223"/>
                  <a:pt x="2974" y="9231"/>
                </a:cubicBezTo>
                <a:cubicBezTo>
                  <a:pt x="2974" y="9238"/>
                  <a:pt x="2954" y="9266"/>
                  <a:pt x="2932" y="9289"/>
                </a:cubicBezTo>
                <a:cubicBezTo>
                  <a:pt x="2909" y="9313"/>
                  <a:pt x="2830" y="9412"/>
                  <a:pt x="2750" y="9514"/>
                </a:cubicBezTo>
                <a:cubicBezTo>
                  <a:pt x="2567" y="9748"/>
                  <a:pt x="2533" y="9736"/>
                  <a:pt x="2533" y="9407"/>
                </a:cubicBezTo>
                <a:cubicBezTo>
                  <a:pt x="2533" y="9279"/>
                  <a:pt x="2524" y="9169"/>
                  <a:pt x="2509" y="9161"/>
                </a:cubicBezTo>
                <a:cubicBezTo>
                  <a:pt x="2493" y="9153"/>
                  <a:pt x="2478" y="9110"/>
                  <a:pt x="2478" y="9070"/>
                </a:cubicBezTo>
                <a:cubicBezTo>
                  <a:pt x="2478" y="9031"/>
                  <a:pt x="2468" y="8981"/>
                  <a:pt x="2454" y="8958"/>
                </a:cubicBezTo>
                <a:cubicBezTo>
                  <a:pt x="2441" y="8935"/>
                  <a:pt x="2370" y="8811"/>
                  <a:pt x="2297" y="8680"/>
                </a:cubicBezTo>
                <a:cubicBezTo>
                  <a:pt x="2190" y="8487"/>
                  <a:pt x="2133" y="8409"/>
                  <a:pt x="1989" y="8290"/>
                </a:cubicBezTo>
                <a:cubicBezTo>
                  <a:pt x="1891" y="8209"/>
                  <a:pt x="1794" y="8121"/>
                  <a:pt x="1777" y="8092"/>
                </a:cubicBezTo>
                <a:cubicBezTo>
                  <a:pt x="1760" y="8064"/>
                  <a:pt x="1733" y="8018"/>
                  <a:pt x="1717" y="7991"/>
                </a:cubicBezTo>
                <a:cubicBezTo>
                  <a:pt x="1690" y="7946"/>
                  <a:pt x="1665" y="7897"/>
                  <a:pt x="1602" y="7756"/>
                </a:cubicBezTo>
                <a:cubicBezTo>
                  <a:pt x="1388" y="7281"/>
                  <a:pt x="1189" y="7104"/>
                  <a:pt x="870" y="7104"/>
                </a:cubicBezTo>
                <a:cubicBezTo>
                  <a:pt x="728" y="7104"/>
                  <a:pt x="711" y="7111"/>
                  <a:pt x="592" y="7216"/>
                </a:cubicBezTo>
                <a:lnTo>
                  <a:pt x="471" y="7328"/>
                </a:lnTo>
                <a:lnTo>
                  <a:pt x="471" y="7542"/>
                </a:lnTo>
                <a:cubicBezTo>
                  <a:pt x="471" y="7659"/>
                  <a:pt x="477" y="7764"/>
                  <a:pt x="489" y="7777"/>
                </a:cubicBezTo>
                <a:cubicBezTo>
                  <a:pt x="502" y="7790"/>
                  <a:pt x="529" y="7845"/>
                  <a:pt x="550" y="7905"/>
                </a:cubicBezTo>
                <a:cubicBezTo>
                  <a:pt x="588" y="8017"/>
                  <a:pt x="715" y="8208"/>
                  <a:pt x="798" y="8274"/>
                </a:cubicBezTo>
                <a:cubicBezTo>
                  <a:pt x="940" y="8388"/>
                  <a:pt x="925" y="8493"/>
                  <a:pt x="768" y="8493"/>
                </a:cubicBezTo>
                <a:cubicBezTo>
                  <a:pt x="709" y="8493"/>
                  <a:pt x="624" y="8511"/>
                  <a:pt x="574" y="8536"/>
                </a:cubicBezTo>
                <a:cubicBezTo>
                  <a:pt x="185" y="8730"/>
                  <a:pt x="2" y="8899"/>
                  <a:pt x="0" y="9081"/>
                </a:cubicBezTo>
                <a:cubicBezTo>
                  <a:pt x="-1" y="9142"/>
                  <a:pt x="16" y="9203"/>
                  <a:pt x="54" y="9268"/>
                </a:cubicBezTo>
                <a:cubicBezTo>
                  <a:pt x="124" y="9388"/>
                  <a:pt x="124" y="9463"/>
                  <a:pt x="54" y="9583"/>
                </a:cubicBezTo>
                <a:cubicBezTo>
                  <a:pt x="-36" y="9739"/>
                  <a:pt x="-16" y="9850"/>
                  <a:pt x="127" y="10038"/>
                </a:cubicBezTo>
                <a:cubicBezTo>
                  <a:pt x="195" y="10127"/>
                  <a:pt x="248" y="10229"/>
                  <a:pt x="248" y="10262"/>
                </a:cubicBezTo>
                <a:cubicBezTo>
                  <a:pt x="248" y="10295"/>
                  <a:pt x="282" y="10384"/>
                  <a:pt x="326" y="10460"/>
                </a:cubicBezTo>
                <a:cubicBezTo>
                  <a:pt x="404" y="10593"/>
                  <a:pt x="428" y="10654"/>
                  <a:pt x="459" y="10823"/>
                </a:cubicBezTo>
                <a:cubicBezTo>
                  <a:pt x="487" y="10973"/>
                  <a:pt x="827" y="11213"/>
                  <a:pt x="1009" y="11213"/>
                </a:cubicBezTo>
                <a:cubicBezTo>
                  <a:pt x="1060" y="11213"/>
                  <a:pt x="1055" y="11293"/>
                  <a:pt x="967" y="11630"/>
                </a:cubicBezTo>
                <a:cubicBezTo>
                  <a:pt x="903" y="11876"/>
                  <a:pt x="902" y="12151"/>
                  <a:pt x="967" y="12400"/>
                </a:cubicBezTo>
                <a:cubicBezTo>
                  <a:pt x="1063" y="12765"/>
                  <a:pt x="1107" y="12899"/>
                  <a:pt x="1136" y="12929"/>
                </a:cubicBezTo>
                <a:cubicBezTo>
                  <a:pt x="1149" y="12941"/>
                  <a:pt x="1154" y="12974"/>
                  <a:pt x="1154" y="12998"/>
                </a:cubicBezTo>
                <a:cubicBezTo>
                  <a:pt x="1154" y="13022"/>
                  <a:pt x="1166" y="13060"/>
                  <a:pt x="1179" y="13084"/>
                </a:cubicBezTo>
                <a:cubicBezTo>
                  <a:pt x="1293" y="13292"/>
                  <a:pt x="1324" y="13347"/>
                  <a:pt x="1324" y="13372"/>
                </a:cubicBezTo>
                <a:cubicBezTo>
                  <a:pt x="1324" y="13404"/>
                  <a:pt x="1421" y="13569"/>
                  <a:pt x="1463" y="13607"/>
                </a:cubicBezTo>
                <a:cubicBezTo>
                  <a:pt x="1476" y="13620"/>
                  <a:pt x="1487" y="13649"/>
                  <a:pt x="1487" y="13672"/>
                </a:cubicBezTo>
                <a:cubicBezTo>
                  <a:pt x="1487" y="13694"/>
                  <a:pt x="1511" y="13759"/>
                  <a:pt x="1541" y="13810"/>
                </a:cubicBezTo>
                <a:cubicBezTo>
                  <a:pt x="1606" y="13922"/>
                  <a:pt x="1789" y="14402"/>
                  <a:pt x="1789" y="14462"/>
                </a:cubicBezTo>
                <a:cubicBezTo>
                  <a:pt x="1789" y="14502"/>
                  <a:pt x="1827" y="14620"/>
                  <a:pt x="1874" y="14730"/>
                </a:cubicBezTo>
                <a:cubicBezTo>
                  <a:pt x="1885" y="14756"/>
                  <a:pt x="1910" y="14816"/>
                  <a:pt x="1928" y="14863"/>
                </a:cubicBezTo>
                <a:cubicBezTo>
                  <a:pt x="2017" y="15092"/>
                  <a:pt x="2170" y="15301"/>
                  <a:pt x="2249" y="15301"/>
                </a:cubicBezTo>
                <a:cubicBezTo>
                  <a:pt x="2269" y="15301"/>
                  <a:pt x="2285" y="15312"/>
                  <a:pt x="2285" y="15323"/>
                </a:cubicBezTo>
                <a:cubicBezTo>
                  <a:pt x="2285" y="15334"/>
                  <a:pt x="2366" y="15375"/>
                  <a:pt x="2460" y="15419"/>
                </a:cubicBezTo>
                <a:cubicBezTo>
                  <a:pt x="2704" y="15533"/>
                  <a:pt x="2707" y="15542"/>
                  <a:pt x="2515" y="15542"/>
                </a:cubicBezTo>
                <a:cubicBezTo>
                  <a:pt x="2422" y="15542"/>
                  <a:pt x="2337" y="15555"/>
                  <a:pt x="2327" y="15569"/>
                </a:cubicBezTo>
                <a:cubicBezTo>
                  <a:pt x="2318" y="15582"/>
                  <a:pt x="2270" y="15595"/>
                  <a:pt x="2218" y="15595"/>
                </a:cubicBezTo>
                <a:cubicBezTo>
                  <a:pt x="2167" y="15595"/>
                  <a:pt x="2119" y="15603"/>
                  <a:pt x="2110" y="15617"/>
                </a:cubicBezTo>
                <a:cubicBezTo>
                  <a:pt x="2100" y="15630"/>
                  <a:pt x="2067" y="15643"/>
                  <a:pt x="2037" y="15643"/>
                </a:cubicBezTo>
                <a:cubicBezTo>
                  <a:pt x="1981" y="15643"/>
                  <a:pt x="1722" y="15751"/>
                  <a:pt x="1590" y="15831"/>
                </a:cubicBezTo>
                <a:cubicBezTo>
                  <a:pt x="1506" y="15881"/>
                  <a:pt x="1278" y="16074"/>
                  <a:pt x="1215" y="16146"/>
                </a:cubicBezTo>
                <a:cubicBezTo>
                  <a:pt x="1107" y="16268"/>
                  <a:pt x="944" y="16547"/>
                  <a:pt x="882" y="16723"/>
                </a:cubicBezTo>
                <a:cubicBezTo>
                  <a:pt x="864" y="16777"/>
                  <a:pt x="841" y="16841"/>
                  <a:pt x="828" y="16867"/>
                </a:cubicBezTo>
                <a:cubicBezTo>
                  <a:pt x="803" y="16918"/>
                  <a:pt x="780" y="17013"/>
                  <a:pt x="755" y="17145"/>
                </a:cubicBezTo>
                <a:cubicBezTo>
                  <a:pt x="747" y="17189"/>
                  <a:pt x="727" y="17229"/>
                  <a:pt x="713" y="17236"/>
                </a:cubicBezTo>
                <a:cubicBezTo>
                  <a:pt x="700" y="17243"/>
                  <a:pt x="689" y="17269"/>
                  <a:pt x="689" y="17295"/>
                </a:cubicBezTo>
                <a:cubicBezTo>
                  <a:pt x="689" y="17321"/>
                  <a:pt x="678" y="17362"/>
                  <a:pt x="665" y="17386"/>
                </a:cubicBezTo>
                <a:cubicBezTo>
                  <a:pt x="557" y="17574"/>
                  <a:pt x="526" y="17646"/>
                  <a:pt x="526" y="17685"/>
                </a:cubicBezTo>
                <a:cubicBezTo>
                  <a:pt x="526" y="17710"/>
                  <a:pt x="511" y="17735"/>
                  <a:pt x="495" y="17744"/>
                </a:cubicBezTo>
                <a:cubicBezTo>
                  <a:pt x="480" y="17752"/>
                  <a:pt x="471" y="17791"/>
                  <a:pt x="471" y="17829"/>
                </a:cubicBezTo>
                <a:cubicBezTo>
                  <a:pt x="471" y="17868"/>
                  <a:pt x="456" y="17906"/>
                  <a:pt x="441" y="17915"/>
                </a:cubicBezTo>
                <a:cubicBezTo>
                  <a:pt x="404" y="17935"/>
                  <a:pt x="408" y="18082"/>
                  <a:pt x="447" y="18166"/>
                </a:cubicBezTo>
                <a:cubicBezTo>
                  <a:pt x="569" y="18430"/>
                  <a:pt x="614" y="18499"/>
                  <a:pt x="834" y="18727"/>
                </a:cubicBezTo>
                <a:cubicBezTo>
                  <a:pt x="937" y="18834"/>
                  <a:pt x="1046" y="18999"/>
                  <a:pt x="1046" y="19048"/>
                </a:cubicBezTo>
                <a:cubicBezTo>
                  <a:pt x="1046" y="19094"/>
                  <a:pt x="1164" y="19301"/>
                  <a:pt x="1275" y="19448"/>
                </a:cubicBezTo>
                <a:cubicBezTo>
                  <a:pt x="1375" y="19580"/>
                  <a:pt x="1585" y="19774"/>
                  <a:pt x="1626" y="19774"/>
                </a:cubicBezTo>
                <a:cubicBezTo>
                  <a:pt x="1635" y="19774"/>
                  <a:pt x="1674" y="19800"/>
                  <a:pt x="1711" y="19828"/>
                </a:cubicBezTo>
                <a:cubicBezTo>
                  <a:pt x="1747" y="19856"/>
                  <a:pt x="1843" y="19911"/>
                  <a:pt x="1922" y="19951"/>
                </a:cubicBezTo>
                <a:cubicBezTo>
                  <a:pt x="2056" y="20018"/>
                  <a:pt x="2101" y="20081"/>
                  <a:pt x="2049" y="20127"/>
                </a:cubicBezTo>
                <a:cubicBezTo>
                  <a:pt x="2020" y="20153"/>
                  <a:pt x="1958" y="20319"/>
                  <a:pt x="1958" y="20373"/>
                </a:cubicBezTo>
                <a:cubicBezTo>
                  <a:pt x="1958" y="20427"/>
                  <a:pt x="2020" y="20593"/>
                  <a:pt x="2049" y="20619"/>
                </a:cubicBezTo>
                <a:cubicBezTo>
                  <a:pt x="2060" y="20628"/>
                  <a:pt x="2067" y="20658"/>
                  <a:pt x="2067" y="20683"/>
                </a:cubicBezTo>
                <a:cubicBezTo>
                  <a:pt x="2067" y="20746"/>
                  <a:pt x="2120" y="20826"/>
                  <a:pt x="2212" y="20897"/>
                </a:cubicBezTo>
                <a:cubicBezTo>
                  <a:pt x="2256" y="20930"/>
                  <a:pt x="2370" y="21017"/>
                  <a:pt x="2466" y="21094"/>
                </a:cubicBezTo>
                <a:lnTo>
                  <a:pt x="2642" y="21233"/>
                </a:lnTo>
                <a:lnTo>
                  <a:pt x="2950" y="21233"/>
                </a:lnTo>
                <a:cubicBezTo>
                  <a:pt x="3118" y="21233"/>
                  <a:pt x="3275" y="21224"/>
                  <a:pt x="3301" y="21212"/>
                </a:cubicBezTo>
                <a:cubicBezTo>
                  <a:pt x="3326" y="21200"/>
                  <a:pt x="3581" y="21183"/>
                  <a:pt x="3869" y="21175"/>
                </a:cubicBezTo>
                <a:cubicBezTo>
                  <a:pt x="4156" y="21166"/>
                  <a:pt x="4439" y="21147"/>
                  <a:pt x="4498" y="21132"/>
                </a:cubicBezTo>
                <a:cubicBezTo>
                  <a:pt x="4591" y="21107"/>
                  <a:pt x="4606" y="21110"/>
                  <a:pt x="4631" y="21148"/>
                </a:cubicBezTo>
                <a:cubicBezTo>
                  <a:pt x="4677" y="21221"/>
                  <a:pt x="4910" y="21406"/>
                  <a:pt x="4975" y="21420"/>
                </a:cubicBezTo>
                <a:cubicBezTo>
                  <a:pt x="5009" y="21428"/>
                  <a:pt x="5107" y="21430"/>
                  <a:pt x="5187" y="21420"/>
                </a:cubicBezTo>
                <a:cubicBezTo>
                  <a:pt x="5412" y="21394"/>
                  <a:pt x="6870" y="21400"/>
                  <a:pt x="7424" y="21431"/>
                </a:cubicBezTo>
                <a:cubicBezTo>
                  <a:pt x="8058" y="21467"/>
                  <a:pt x="8378" y="21466"/>
                  <a:pt x="8856" y="21431"/>
                </a:cubicBezTo>
                <a:cubicBezTo>
                  <a:pt x="9335" y="21396"/>
                  <a:pt x="9566" y="21394"/>
                  <a:pt x="9848" y="21426"/>
                </a:cubicBezTo>
                <a:cubicBezTo>
                  <a:pt x="10268" y="21472"/>
                  <a:pt x="10618" y="21499"/>
                  <a:pt x="10815" y="21501"/>
                </a:cubicBezTo>
                <a:cubicBezTo>
                  <a:pt x="10924" y="21501"/>
                  <a:pt x="11023" y="21514"/>
                  <a:pt x="11033" y="21527"/>
                </a:cubicBezTo>
                <a:cubicBezTo>
                  <a:pt x="11042" y="21541"/>
                  <a:pt x="11154" y="21554"/>
                  <a:pt x="11281" y="21554"/>
                </a:cubicBezTo>
                <a:cubicBezTo>
                  <a:pt x="11557" y="21554"/>
                  <a:pt x="11683" y="21502"/>
                  <a:pt x="11752" y="21362"/>
                </a:cubicBezTo>
                <a:cubicBezTo>
                  <a:pt x="11776" y="21313"/>
                  <a:pt x="11801" y="21253"/>
                  <a:pt x="11813" y="21233"/>
                </a:cubicBezTo>
                <a:cubicBezTo>
                  <a:pt x="11837" y="21192"/>
                  <a:pt x="11937" y="21194"/>
                  <a:pt x="12296" y="21233"/>
                </a:cubicBezTo>
                <a:cubicBezTo>
                  <a:pt x="12417" y="21247"/>
                  <a:pt x="12583" y="21263"/>
                  <a:pt x="12659" y="21271"/>
                </a:cubicBezTo>
                <a:cubicBezTo>
                  <a:pt x="12735" y="21279"/>
                  <a:pt x="12816" y="21296"/>
                  <a:pt x="12846" y="21308"/>
                </a:cubicBezTo>
                <a:cubicBezTo>
                  <a:pt x="12877" y="21320"/>
                  <a:pt x="12940" y="21333"/>
                  <a:pt x="12985" y="21340"/>
                </a:cubicBezTo>
                <a:cubicBezTo>
                  <a:pt x="13031" y="21347"/>
                  <a:pt x="13123" y="21368"/>
                  <a:pt x="13191" y="21383"/>
                </a:cubicBezTo>
                <a:cubicBezTo>
                  <a:pt x="13331" y="21414"/>
                  <a:pt x="13479" y="21438"/>
                  <a:pt x="13759" y="21479"/>
                </a:cubicBezTo>
                <a:cubicBezTo>
                  <a:pt x="13865" y="21495"/>
                  <a:pt x="13975" y="21515"/>
                  <a:pt x="14001" y="21527"/>
                </a:cubicBezTo>
                <a:cubicBezTo>
                  <a:pt x="14027" y="21540"/>
                  <a:pt x="14131" y="21554"/>
                  <a:pt x="14237" y="21554"/>
                </a:cubicBezTo>
                <a:cubicBezTo>
                  <a:pt x="14415" y="21554"/>
                  <a:pt x="14459" y="21544"/>
                  <a:pt x="14745" y="21420"/>
                </a:cubicBezTo>
                <a:cubicBezTo>
                  <a:pt x="15041" y="21293"/>
                  <a:pt x="15208" y="21253"/>
                  <a:pt x="15246" y="21308"/>
                </a:cubicBezTo>
                <a:cubicBezTo>
                  <a:pt x="15256" y="21322"/>
                  <a:pt x="15339" y="21335"/>
                  <a:pt x="15434" y="21335"/>
                </a:cubicBezTo>
                <a:cubicBezTo>
                  <a:pt x="15528" y="21335"/>
                  <a:pt x="15619" y="21344"/>
                  <a:pt x="15633" y="21356"/>
                </a:cubicBezTo>
                <a:cubicBezTo>
                  <a:pt x="15648" y="21369"/>
                  <a:pt x="15745" y="21382"/>
                  <a:pt x="15851" y="21388"/>
                </a:cubicBezTo>
                <a:cubicBezTo>
                  <a:pt x="15957" y="21394"/>
                  <a:pt x="16127" y="21419"/>
                  <a:pt x="16226" y="21442"/>
                </a:cubicBezTo>
                <a:cubicBezTo>
                  <a:pt x="16324" y="21464"/>
                  <a:pt x="16498" y="21487"/>
                  <a:pt x="16613" y="21495"/>
                </a:cubicBezTo>
                <a:cubicBezTo>
                  <a:pt x="16790" y="21507"/>
                  <a:pt x="16837" y="21501"/>
                  <a:pt x="16933" y="21458"/>
                </a:cubicBezTo>
                <a:cubicBezTo>
                  <a:pt x="17048" y="21406"/>
                  <a:pt x="17217" y="21251"/>
                  <a:pt x="17217" y="21196"/>
                </a:cubicBezTo>
                <a:cubicBezTo>
                  <a:pt x="17217" y="21179"/>
                  <a:pt x="17241" y="21126"/>
                  <a:pt x="17272" y="21078"/>
                </a:cubicBezTo>
                <a:cubicBezTo>
                  <a:pt x="17312" y="21015"/>
                  <a:pt x="17326" y="20944"/>
                  <a:pt x="17326" y="20822"/>
                </a:cubicBezTo>
                <a:cubicBezTo>
                  <a:pt x="17326" y="20677"/>
                  <a:pt x="17312" y="20634"/>
                  <a:pt x="17229" y="20496"/>
                </a:cubicBezTo>
                <a:lnTo>
                  <a:pt x="17133" y="20336"/>
                </a:lnTo>
                <a:lnTo>
                  <a:pt x="17284" y="20250"/>
                </a:lnTo>
                <a:cubicBezTo>
                  <a:pt x="17367" y="20203"/>
                  <a:pt x="17447" y="20165"/>
                  <a:pt x="17459" y="20165"/>
                </a:cubicBezTo>
                <a:cubicBezTo>
                  <a:pt x="17471" y="20165"/>
                  <a:pt x="17502" y="20146"/>
                  <a:pt x="17532" y="20122"/>
                </a:cubicBezTo>
                <a:cubicBezTo>
                  <a:pt x="17561" y="20097"/>
                  <a:pt x="17659" y="20036"/>
                  <a:pt x="17743" y="19988"/>
                </a:cubicBezTo>
                <a:cubicBezTo>
                  <a:pt x="18137" y="19766"/>
                  <a:pt x="18421" y="19534"/>
                  <a:pt x="18608" y="19288"/>
                </a:cubicBezTo>
                <a:cubicBezTo>
                  <a:pt x="18770" y="19074"/>
                  <a:pt x="18977" y="18704"/>
                  <a:pt x="18977" y="18625"/>
                </a:cubicBezTo>
                <a:cubicBezTo>
                  <a:pt x="18977" y="18595"/>
                  <a:pt x="18990" y="18560"/>
                  <a:pt x="19007" y="18545"/>
                </a:cubicBezTo>
                <a:cubicBezTo>
                  <a:pt x="19053" y="18505"/>
                  <a:pt x="18999" y="17846"/>
                  <a:pt x="18946" y="17797"/>
                </a:cubicBezTo>
                <a:cubicBezTo>
                  <a:pt x="18933" y="17784"/>
                  <a:pt x="18922" y="17708"/>
                  <a:pt x="18922" y="17631"/>
                </a:cubicBezTo>
                <a:cubicBezTo>
                  <a:pt x="18922" y="17555"/>
                  <a:pt x="18913" y="17485"/>
                  <a:pt x="18898" y="17476"/>
                </a:cubicBezTo>
                <a:cubicBezTo>
                  <a:pt x="18883" y="17468"/>
                  <a:pt x="18868" y="17418"/>
                  <a:pt x="18868" y="17359"/>
                </a:cubicBezTo>
                <a:cubicBezTo>
                  <a:pt x="18868" y="17300"/>
                  <a:pt x="18853" y="17244"/>
                  <a:pt x="18837" y="17236"/>
                </a:cubicBezTo>
                <a:cubicBezTo>
                  <a:pt x="18822" y="17228"/>
                  <a:pt x="18813" y="17176"/>
                  <a:pt x="18813" y="17124"/>
                </a:cubicBezTo>
                <a:cubicBezTo>
                  <a:pt x="18813" y="17072"/>
                  <a:pt x="18798" y="17025"/>
                  <a:pt x="18783" y="17017"/>
                </a:cubicBezTo>
                <a:cubicBezTo>
                  <a:pt x="18768" y="17009"/>
                  <a:pt x="18759" y="16970"/>
                  <a:pt x="18759" y="16931"/>
                </a:cubicBezTo>
                <a:cubicBezTo>
                  <a:pt x="18759" y="16893"/>
                  <a:pt x="18744" y="16854"/>
                  <a:pt x="18729" y="16846"/>
                </a:cubicBezTo>
                <a:cubicBezTo>
                  <a:pt x="18697" y="16829"/>
                  <a:pt x="18692" y="16711"/>
                  <a:pt x="18723" y="16712"/>
                </a:cubicBezTo>
                <a:cubicBezTo>
                  <a:pt x="18734" y="16713"/>
                  <a:pt x="18775" y="16731"/>
                  <a:pt x="18813" y="16750"/>
                </a:cubicBezTo>
                <a:cubicBezTo>
                  <a:pt x="18917" y="16802"/>
                  <a:pt x="19204" y="16795"/>
                  <a:pt x="19309" y="16739"/>
                </a:cubicBezTo>
                <a:cubicBezTo>
                  <a:pt x="19381" y="16700"/>
                  <a:pt x="19434" y="16696"/>
                  <a:pt x="19617" y="16707"/>
                </a:cubicBezTo>
                <a:cubicBezTo>
                  <a:pt x="19831" y="16720"/>
                  <a:pt x="19838" y="16718"/>
                  <a:pt x="19944" y="16643"/>
                </a:cubicBezTo>
                <a:cubicBezTo>
                  <a:pt x="20003" y="16601"/>
                  <a:pt x="20081" y="16568"/>
                  <a:pt x="20119" y="16568"/>
                </a:cubicBezTo>
                <a:cubicBezTo>
                  <a:pt x="20157" y="16568"/>
                  <a:pt x="20194" y="16555"/>
                  <a:pt x="20204" y="16541"/>
                </a:cubicBezTo>
                <a:cubicBezTo>
                  <a:pt x="20213" y="16528"/>
                  <a:pt x="20252" y="16520"/>
                  <a:pt x="20288" y="16520"/>
                </a:cubicBezTo>
                <a:cubicBezTo>
                  <a:pt x="20371" y="16520"/>
                  <a:pt x="20534" y="16391"/>
                  <a:pt x="20591" y="16285"/>
                </a:cubicBezTo>
                <a:cubicBezTo>
                  <a:pt x="20625" y="16221"/>
                  <a:pt x="20660" y="16200"/>
                  <a:pt x="20760" y="16178"/>
                </a:cubicBezTo>
                <a:cubicBezTo>
                  <a:pt x="20829" y="16163"/>
                  <a:pt x="20916" y="16135"/>
                  <a:pt x="20953" y="16114"/>
                </a:cubicBezTo>
                <a:cubicBezTo>
                  <a:pt x="21031" y="16069"/>
                  <a:pt x="21207" y="15807"/>
                  <a:pt x="21207" y="15740"/>
                </a:cubicBezTo>
                <a:cubicBezTo>
                  <a:pt x="21207" y="15714"/>
                  <a:pt x="21222" y="15684"/>
                  <a:pt x="21238" y="15676"/>
                </a:cubicBezTo>
                <a:cubicBezTo>
                  <a:pt x="21253" y="15667"/>
                  <a:pt x="21262" y="15541"/>
                  <a:pt x="21262" y="15376"/>
                </a:cubicBezTo>
                <a:cubicBezTo>
                  <a:pt x="21262" y="15091"/>
                  <a:pt x="21261" y="15090"/>
                  <a:pt x="21334" y="15056"/>
                </a:cubicBezTo>
                <a:cubicBezTo>
                  <a:pt x="21375" y="15037"/>
                  <a:pt x="21449" y="14980"/>
                  <a:pt x="21491" y="14927"/>
                </a:cubicBezTo>
                <a:cubicBezTo>
                  <a:pt x="21561" y="14843"/>
                  <a:pt x="21564" y="14812"/>
                  <a:pt x="21564" y="14644"/>
                </a:cubicBezTo>
                <a:lnTo>
                  <a:pt x="21564" y="14457"/>
                </a:lnTo>
                <a:lnTo>
                  <a:pt x="21443" y="14356"/>
                </a:lnTo>
                <a:cubicBezTo>
                  <a:pt x="21287" y="14229"/>
                  <a:pt x="21128" y="14210"/>
                  <a:pt x="20808" y="14270"/>
                </a:cubicBezTo>
                <a:cubicBezTo>
                  <a:pt x="20425" y="14342"/>
                  <a:pt x="20260" y="14338"/>
                  <a:pt x="20004" y="14265"/>
                </a:cubicBezTo>
                <a:cubicBezTo>
                  <a:pt x="19795" y="14205"/>
                  <a:pt x="19747" y="14205"/>
                  <a:pt x="19363" y="14211"/>
                </a:cubicBezTo>
                <a:lnTo>
                  <a:pt x="18946" y="14217"/>
                </a:lnTo>
                <a:lnTo>
                  <a:pt x="18886" y="14131"/>
                </a:lnTo>
                <a:cubicBezTo>
                  <a:pt x="18850" y="14085"/>
                  <a:pt x="18791" y="14033"/>
                  <a:pt x="18759" y="14014"/>
                </a:cubicBezTo>
                <a:cubicBezTo>
                  <a:pt x="18727" y="13994"/>
                  <a:pt x="18704" y="13967"/>
                  <a:pt x="18704" y="13955"/>
                </a:cubicBezTo>
                <a:cubicBezTo>
                  <a:pt x="18704" y="13943"/>
                  <a:pt x="18663" y="13893"/>
                  <a:pt x="18614" y="13843"/>
                </a:cubicBezTo>
                <a:cubicBezTo>
                  <a:pt x="18395" y="13620"/>
                  <a:pt x="18240" y="13438"/>
                  <a:pt x="18154" y="13297"/>
                </a:cubicBezTo>
                <a:cubicBezTo>
                  <a:pt x="18103" y="13214"/>
                  <a:pt x="18053" y="13147"/>
                  <a:pt x="18039" y="13142"/>
                </a:cubicBezTo>
                <a:cubicBezTo>
                  <a:pt x="18026" y="13138"/>
                  <a:pt x="18015" y="13120"/>
                  <a:pt x="18015" y="13105"/>
                </a:cubicBezTo>
                <a:cubicBezTo>
                  <a:pt x="18015" y="13090"/>
                  <a:pt x="17910" y="12985"/>
                  <a:pt x="17786" y="12875"/>
                </a:cubicBezTo>
                <a:cubicBezTo>
                  <a:pt x="17535" y="12653"/>
                  <a:pt x="17550" y="12676"/>
                  <a:pt x="17495" y="12202"/>
                </a:cubicBezTo>
                <a:cubicBezTo>
                  <a:pt x="17469" y="11969"/>
                  <a:pt x="17439" y="11875"/>
                  <a:pt x="17350" y="11721"/>
                </a:cubicBezTo>
                <a:cubicBezTo>
                  <a:pt x="17337" y="11698"/>
                  <a:pt x="17326" y="11662"/>
                  <a:pt x="17326" y="11641"/>
                </a:cubicBezTo>
                <a:cubicBezTo>
                  <a:pt x="17326" y="11620"/>
                  <a:pt x="17302" y="11557"/>
                  <a:pt x="17272" y="11502"/>
                </a:cubicBezTo>
                <a:cubicBezTo>
                  <a:pt x="17241" y="11446"/>
                  <a:pt x="17217" y="11386"/>
                  <a:pt x="17217" y="11368"/>
                </a:cubicBezTo>
                <a:cubicBezTo>
                  <a:pt x="17217" y="11351"/>
                  <a:pt x="17202" y="11315"/>
                  <a:pt x="17187" y="11288"/>
                </a:cubicBezTo>
                <a:cubicBezTo>
                  <a:pt x="17172" y="11262"/>
                  <a:pt x="17148" y="11218"/>
                  <a:pt x="17133" y="11192"/>
                </a:cubicBezTo>
                <a:cubicBezTo>
                  <a:pt x="17118" y="11165"/>
                  <a:pt x="17102" y="11125"/>
                  <a:pt x="17102" y="11101"/>
                </a:cubicBezTo>
                <a:cubicBezTo>
                  <a:pt x="17102" y="11077"/>
                  <a:pt x="17097" y="11044"/>
                  <a:pt x="17084" y="11032"/>
                </a:cubicBezTo>
                <a:cubicBezTo>
                  <a:pt x="17072" y="11019"/>
                  <a:pt x="17043" y="10958"/>
                  <a:pt x="17024" y="10898"/>
                </a:cubicBezTo>
                <a:cubicBezTo>
                  <a:pt x="17005" y="10838"/>
                  <a:pt x="16979" y="10756"/>
                  <a:pt x="16963" y="10716"/>
                </a:cubicBezTo>
                <a:cubicBezTo>
                  <a:pt x="16948" y="10676"/>
                  <a:pt x="16898" y="10543"/>
                  <a:pt x="16855" y="10422"/>
                </a:cubicBezTo>
                <a:cubicBezTo>
                  <a:pt x="16743" y="10112"/>
                  <a:pt x="16622" y="9805"/>
                  <a:pt x="16601" y="9786"/>
                </a:cubicBezTo>
                <a:cubicBezTo>
                  <a:pt x="16591" y="9778"/>
                  <a:pt x="16583" y="9752"/>
                  <a:pt x="16583" y="9728"/>
                </a:cubicBezTo>
                <a:cubicBezTo>
                  <a:pt x="16583" y="9684"/>
                  <a:pt x="16572" y="9657"/>
                  <a:pt x="16504" y="9541"/>
                </a:cubicBezTo>
                <a:cubicBezTo>
                  <a:pt x="16486" y="9511"/>
                  <a:pt x="16474" y="9469"/>
                  <a:pt x="16474" y="9444"/>
                </a:cubicBezTo>
                <a:cubicBezTo>
                  <a:pt x="16474" y="9420"/>
                  <a:pt x="16462" y="9388"/>
                  <a:pt x="16450" y="9375"/>
                </a:cubicBezTo>
                <a:cubicBezTo>
                  <a:pt x="16437" y="9362"/>
                  <a:pt x="16414" y="9311"/>
                  <a:pt x="16395" y="9257"/>
                </a:cubicBezTo>
                <a:cubicBezTo>
                  <a:pt x="16359" y="9156"/>
                  <a:pt x="16315" y="9067"/>
                  <a:pt x="16274" y="8996"/>
                </a:cubicBezTo>
                <a:cubicBezTo>
                  <a:pt x="16261" y="8972"/>
                  <a:pt x="16250" y="8935"/>
                  <a:pt x="16250" y="8915"/>
                </a:cubicBezTo>
                <a:cubicBezTo>
                  <a:pt x="16250" y="8895"/>
                  <a:pt x="16225" y="8834"/>
                  <a:pt x="16196" y="8776"/>
                </a:cubicBezTo>
                <a:cubicBezTo>
                  <a:pt x="16166" y="8719"/>
                  <a:pt x="16109" y="8598"/>
                  <a:pt x="16069" y="8504"/>
                </a:cubicBezTo>
                <a:cubicBezTo>
                  <a:pt x="15874" y="8056"/>
                  <a:pt x="15612" y="7569"/>
                  <a:pt x="15537" y="7521"/>
                </a:cubicBezTo>
                <a:cubicBezTo>
                  <a:pt x="15526" y="7514"/>
                  <a:pt x="15496" y="7467"/>
                  <a:pt x="15470" y="7419"/>
                </a:cubicBezTo>
                <a:cubicBezTo>
                  <a:pt x="15335" y="7162"/>
                  <a:pt x="14963" y="6774"/>
                  <a:pt x="14702" y="6617"/>
                </a:cubicBezTo>
                <a:cubicBezTo>
                  <a:pt x="14616" y="6566"/>
                  <a:pt x="14531" y="6521"/>
                  <a:pt x="14515" y="6521"/>
                </a:cubicBezTo>
                <a:cubicBezTo>
                  <a:pt x="14499" y="6521"/>
                  <a:pt x="14491" y="6512"/>
                  <a:pt x="14491" y="6500"/>
                </a:cubicBezTo>
                <a:cubicBezTo>
                  <a:pt x="14491" y="6488"/>
                  <a:pt x="14410" y="6444"/>
                  <a:pt x="14315" y="6404"/>
                </a:cubicBezTo>
                <a:cubicBezTo>
                  <a:pt x="14079" y="6303"/>
                  <a:pt x="13717" y="6155"/>
                  <a:pt x="13650" y="6131"/>
                </a:cubicBezTo>
                <a:cubicBezTo>
                  <a:pt x="13530" y="6088"/>
                  <a:pt x="13390" y="6034"/>
                  <a:pt x="13161" y="5939"/>
                </a:cubicBezTo>
                <a:cubicBezTo>
                  <a:pt x="13029" y="5884"/>
                  <a:pt x="12908" y="5837"/>
                  <a:pt x="12895" y="5837"/>
                </a:cubicBezTo>
                <a:cubicBezTo>
                  <a:pt x="12872" y="5837"/>
                  <a:pt x="12569" y="5714"/>
                  <a:pt x="12357" y="5618"/>
                </a:cubicBezTo>
                <a:cubicBezTo>
                  <a:pt x="12298" y="5592"/>
                  <a:pt x="12231" y="5570"/>
                  <a:pt x="12206" y="5570"/>
                </a:cubicBezTo>
                <a:cubicBezTo>
                  <a:pt x="12180" y="5570"/>
                  <a:pt x="12106" y="5500"/>
                  <a:pt x="12036" y="5410"/>
                </a:cubicBezTo>
                <a:cubicBezTo>
                  <a:pt x="11968" y="5321"/>
                  <a:pt x="11883" y="5230"/>
                  <a:pt x="11849" y="5207"/>
                </a:cubicBezTo>
                <a:cubicBezTo>
                  <a:pt x="11815" y="5183"/>
                  <a:pt x="11789" y="5154"/>
                  <a:pt x="11788" y="5142"/>
                </a:cubicBezTo>
                <a:cubicBezTo>
                  <a:pt x="11788" y="5131"/>
                  <a:pt x="11749" y="5082"/>
                  <a:pt x="11704" y="5036"/>
                </a:cubicBezTo>
                <a:cubicBezTo>
                  <a:pt x="11624" y="4953"/>
                  <a:pt x="11602" y="4852"/>
                  <a:pt x="11649" y="4806"/>
                </a:cubicBezTo>
                <a:cubicBezTo>
                  <a:pt x="11702" y="4755"/>
                  <a:pt x="11843" y="4496"/>
                  <a:pt x="11843" y="4453"/>
                </a:cubicBezTo>
                <a:cubicBezTo>
                  <a:pt x="11843" y="4428"/>
                  <a:pt x="11858" y="4403"/>
                  <a:pt x="11873" y="4394"/>
                </a:cubicBezTo>
                <a:cubicBezTo>
                  <a:pt x="11888" y="4386"/>
                  <a:pt x="11897" y="4362"/>
                  <a:pt x="11897" y="4341"/>
                </a:cubicBezTo>
                <a:cubicBezTo>
                  <a:pt x="11897" y="4320"/>
                  <a:pt x="11957" y="4254"/>
                  <a:pt x="12024" y="4197"/>
                </a:cubicBezTo>
                <a:cubicBezTo>
                  <a:pt x="12092" y="4140"/>
                  <a:pt x="12150" y="4068"/>
                  <a:pt x="12157" y="4036"/>
                </a:cubicBezTo>
                <a:cubicBezTo>
                  <a:pt x="12208" y="3801"/>
                  <a:pt x="12267" y="3587"/>
                  <a:pt x="12302" y="3523"/>
                </a:cubicBezTo>
                <a:cubicBezTo>
                  <a:pt x="12353" y="3433"/>
                  <a:pt x="12399" y="3307"/>
                  <a:pt x="12417" y="3176"/>
                </a:cubicBezTo>
                <a:cubicBezTo>
                  <a:pt x="12425" y="3122"/>
                  <a:pt x="12440" y="3071"/>
                  <a:pt x="12453" y="3058"/>
                </a:cubicBezTo>
                <a:cubicBezTo>
                  <a:pt x="12487" y="3027"/>
                  <a:pt x="12482" y="2831"/>
                  <a:pt x="12447" y="2812"/>
                </a:cubicBezTo>
                <a:cubicBezTo>
                  <a:pt x="12432" y="2804"/>
                  <a:pt x="12423" y="2771"/>
                  <a:pt x="12423" y="2743"/>
                </a:cubicBezTo>
                <a:cubicBezTo>
                  <a:pt x="12423" y="2687"/>
                  <a:pt x="12225" y="2508"/>
                  <a:pt x="12163" y="2508"/>
                </a:cubicBezTo>
                <a:cubicBezTo>
                  <a:pt x="12134" y="2508"/>
                  <a:pt x="12119" y="2448"/>
                  <a:pt x="12109" y="2246"/>
                </a:cubicBezTo>
                <a:cubicBezTo>
                  <a:pt x="12102" y="2102"/>
                  <a:pt x="12083" y="1924"/>
                  <a:pt x="12067" y="1851"/>
                </a:cubicBezTo>
                <a:cubicBezTo>
                  <a:pt x="12050" y="1777"/>
                  <a:pt x="12028" y="1676"/>
                  <a:pt x="12018" y="1626"/>
                </a:cubicBezTo>
                <a:cubicBezTo>
                  <a:pt x="12009" y="1576"/>
                  <a:pt x="11989" y="1527"/>
                  <a:pt x="11976" y="1519"/>
                </a:cubicBezTo>
                <a:cubicBezTo>
                  <a:pt x="11962" y="1512"/>
                  <a:pt x="11952" y="1487"/>
                  <a:pt x="11952" y="1460"/>
                </a:cubicBezTo>
                <a:cubicBezTo>
                  <a:pt x="11952" y="1434"/>
                  <a:pt x="11941" y="1393"/>
                  <a:pt x="11927" y="1370"/>
                </a:cubicBezTo>
                <a:cubicBezTo>
                  <a:pt x="11914" y="1346"/>
                  <a:pt x="11863" y="1249"/>
                  <a:pt x="11813" y="1156"/>
                </a:cubicBezTo>
                <a:cubicBezTo>
                  <a:pt x="11679" y="907"/>
                  <a:pt x="11395" y="608"/>
                  <a:pt x="11160" y="472"/>
                </a:cubicBezTo>
                <a:cubicBezTo>
                  <a:pt x="11008" y="384"/>
                  <a:pt x="10743" y="250"/>
                  <a:pt x="10688" y="231"/>
                </a:cubicBezTo>
                <a:cubicBezTo>
                  <a:pt x="10665" y="224"/>
                  <a:pt x="10602" y="198"/>
                  <a:pt x="10549" y="178"/>
                </a:cubicBezTo>
                <a:cubicBezTo>
                  <a:pt x="10216" y="48"/>
                  <a:pt x="9575" y="-46"/>
                  <a:pt x="9497" y="23"/>
                </a:cubicBezTo>
                <a:close/>
                <a:moveTo>
                  <a:pt x="5610" y="13180"/>
                </a:moveTo>
                <a:cubicBezTo>
                  <a:pt x="5617" y="13197"/>
                  <a:pt x="5595" y="13291"/>
                  <a:pt x="5556" y="13388"/>
                </a:cubicBezTo>
                <a:cubicBezTo>
                  <a:pt x="5499" y="13529"/>
                  <a:pt x="5483" y="13612"/>
                  <a:pt x="5483" y="13784"/>
                </a:cubicBezTo>
                <a:cubicBezTo>
                  <a:pt x="5483" y="14015"/>
                  <a:pt x="5512" y="14082"/>
                  <a:pt x="5664" y="14227"/>
                </a:cubicBezTo>
                <a:cubicBezTo>
                  <a:pt x="5723" y="14283"/>
                  <a:pt x="5731" y="14315"/>
                  <a:pt x="5731" y="14462"/>
                </a:cubicBezTo>
                <a:cubicBezTo>
                  <a:pt x="5731" y="14606"/>
                  <a:pt x="5717" y="14641"/>
                  <a:pt x="5664" y="14692"/>
                </a:cubicBezTo>
                <a:cubicBezTo>
                  <a:pt x="5556" y="14798"/>
                  <a:pt x="5429" y="14968"/>
                  <a:pt x="5429" y="15002"/>
                </a:cubicBezTo>
                <a:cubicBezTo>
                  <a:pt x="5429" y="15063"/>
                  <a:pt x="5351" y="15109"/>
                  <a:pt x="5241" y="15109"/>
                </a:cubicBezTo>
                <a:cubicBezTo>
                  <a:pt x="5125" y="15109"/>
                  <a:pt x="4909" y="15181"/>
                  <a:pt x="4782" y="15264"/>
                </a:cubicBezTo>
                <a:cubicBezTo>
                  <a:pt x="4726" y="15301"/>
                  <a:pt x="4642" y="15321"/>
                  <a:pt x="4479" y="15334"/>
                </a:cubicBezTo>
                <a:cubicBezTo>
                  <a:pt x="4356" y="15343"/>
                  <a:pt x="4188" y="15352"/>
                  <a:pt x="4105" y="15360"/>
                </a:cubicBezTo>
                <a:lnTo>
                  <a:pt x="3953" y="15376"/>
                </a:lnTo>
                <a:lnTo>
                  <a:pt x="4038" y="15328"/>
                </a:lnTo>
                <a:cubicBezTo>
                  <a:pt x="4131" y="15274"/>
                  <a:pt x="4538" y="14920"/>
                  <a:pt x="4758" y="14703"/>
                </a:cubicBezTo>
                <a:cubicBezTo>
                  <a:pt x="4983" y="14481"/>
                  <a:pt x="5104" y="14328"/>
                  <a:pt x="5205" y="14131"/>
                </a:cubicBezTo>
                <a:cubicBezTo>
                  <a:pt x="5256" y="14032"/>
                  <a:pt x="5307" y="13930"/>
                  <a:pt x="5320" y="13907"/>
                </a:cubicBezTo>
                <a:cubicBezTo>
                  <a:pt x="5333" y="13883"/>
                  <a:pt x="5344" y="13847"/>
                  <a:pt x="5344" y="13821"/>
                </a:cubicBezTo>
                <a:cubicBezTo>
                  <a:pt x="5344" y="13795"/>
                  <a:pt x="5359" y="13765"/>
                  <a:pt x="5374" y="13757"/>
                </a:cubicBezTo>
                <a:cubicBezTo>
                  <a:pt x="5389" y="13749"/>
                  <a:pt x="5398" y="13717"/>
                  <a:pt x="5398" y="13688"/>
                </a:cubicBezTo>
                <a:cubicBezTo>
                  <a:pt x="5399" y="13629"/>
                  <a:pt x="5459" y="13463"/>
                  <a:pt x="5489" y="13436"/>
                </a:cubicBezTo>
                <a:cubicBezTo>
                  <a:pt x="5499" y="13427"/>
                  <a:pt x="5507" y="13402"/>
                  <a:pt x="5507" y="13378"/>
                </a:cubicBezTo>
                <a:cubicBezTo>
                  <a:pt x="5507" y="13353"/>
                  <a:pt x="5523" y="13310"/>
                  <a:pt x="5537" y="13287"/>
                </a:cubicBezTo>
                <a:cubicBezTo>
                  <a:pt x="5551" y="13264"/>
                  <a:pt x="5569" y="13223"/>
                  <a:pt x="5580" y="13196"/>
                </a:cubicBezTo>
                <a:cubicBezTo>
                  <a:pt x="5592" y="13165"/>
                  <a:pt x="5602" y="13160"/>
                  <a:pt x="5610" y="13180"/>
                </a:cubicBezTo>
                <a:close/>
                <a:moveTo>
                  <a:pt x="14074" y="14430"/>
                </a:moveTo>
                <a:lnTo>
                  <a:pt x="14322" y="14660"/>
                </a:lnTo>
                <a:cubicBezTo>
                  <a:pt x="14458" y="14787"/>
                  <a:pt x="14569" y="14900"/>
                  <a:pt x="14569" y="14917"/>
                </a:cubicBezTo>
                <a:cubicBezTo>
                  <a:pt x="14570" y="14933"/>
                  <a:pt x="14594" y="14974"/>
                  <a:pt x="14624" y="15008"/>
                </a:cubicBezTo>
                <a:cubicBezTo>
                  <a:pt x="14653" y="15041"/>
                  <a:pt x="14678" y="15082"/>
                  <a:pt x="14678" y="15098"/>
                </a:cubicBezTo>
                <a:cubicBezTo>
                  <a:pt x="14679" y="15115"/>
                  <a:pt x="14671" y="15127"/>
                  <a:pt x="14660" y="15125"/>
                </a:cubicBezTo>
                <a:cubicBezTo>
                  <a:pt x="14649" y="15123"/>
                  <a:pt x="14585" y="15120"/>
                  <a:pt x="14521" y="15114"/>
                </a:cubicBezTo>
                <a:cubicBezTo>
                  <a:pt x="14457" y="15109"/>
                  <a:pt x="14406" y="15093"/>
                  <a:pt x="14406" y="15082"/>
                </a:cubicBezTo>
                <a:cubicBezTo>
                  <a:pt x="14406" y="15072"/>
                  <a:pt x="14334" y="15000"/>
                  <a:pt x="14243" y="14922"/>
                </a:cubicBezTo>
                <a:lnTo>
                  <a:pt x="14074" y="14778"/>
                </a:lnTo>
                <a:lnTo>
                  <a:pt x="14074" y="14601"/>
                </a:lnTo>
                <a:lnTo>
                  <a:pt x="14074" y="1443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Logo.jpg" id="289" name="Google Shape;289;p16"/>
          <p:cNvPicPr preferRelativeResize="0"/>
          <p:nvPr/>
        </p:nvPicPr>
        <p:blipFill rotWithShape="1">
          <a:blip r:embed="rId4">
            <a:alphaModFix/>
          </a:blip>
          <a:srcRect b="65918" l="8533" r="14202" t="4510"/>
          <a:stretch/>
        </p:blipFill>
        <p:spPr>
          <a:xfrm>
            <a:off x="336902" y="502227"/>
            <a:ext cx="3808378" cy="15209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jpg" id="290" name="Google Shape;290;p16"/>
          <p:cNvPicPr preferRelativeResize="0"/>
          <p:nvPr/>
        </p:nvPicPr>
        <p:blipFill rotWithShape="1">
          <a:blip r:embed="rId4">
            <a:alphaModFix/>
          </a:blip>
          <a:srcRect b="8666" l="7578" r="14278" t="63927"/>
          <a:stretch/>
        </p:blipFill>
        <p:spPr>
          <a:xfrm>
            <a:off x="4349333" y="3579932"/>
            <a:ext cx="3851723" cy="1409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jpg" id="291" name="Google Shape;291;p16"/>
          <p:cNvPicPr preferRelativeResize="0"/>
          <p:nvPr/>
        </p:nvPicPr>
        <p:blipFill rotWithShape="1">
          <a:blip r:embed="rId4">
            <a:alphaModFix/>
          </a:blip>
          <a:srcRect b="37840" l="7860" r="14479" t="34527"/>
          <a:stretch/>
        </p:blipFill>
        <p:spPr>
          <a:xfrm>
            <a:off x="2252281" y="2107755"/>
            <a:ext cx="3737105" cy="1387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"/>
          <p:cNvSpPr/>
          <p:nvPr/>
        </p:nvSpPr>
        <p:spPr>
          <a:xfrm>
            <a:off x="457200" y="1884015"/>
            <a:ext cx="2641551" cy="184785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3251150" y="1884015"/>
            <a:ext cx="2641551" cy="184785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6045101" y="1884015"/>
            <a:ext cx="2641700" cy="184785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457200" y="3922364"/>
            <a:ext cx="8229600" cy="704851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7"/>
          <p:cNvSpPr txBox="1"/>
          <p:nvPr/>
        </p:nvSpPr>
        <p:spPr>
          <a:xfrm>
            <a:off x="457199" y="878086"/>
            <a:ext cx="8394194" cy="4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Сердце «Выручай» — не чат-бот, а навигатор</a:t>
            </a:r>
            <a:endParaRPr/>
          </a:p>
        </p:txBody>
      </p:sp>
      <p:sp>
        <p:nvSpPr>
          <p:cNvPr id="301" name="Google Shape;301;p17"/>
          <p:cNvSpPr txBox="1"/>
          <p:nvPr/>
        </p:nvSpPr>
        <p:spPr>
          <a:xfrm>
            <a:off x="457199" y="1503015"/>
            <a:ext cx="8394194" cy="148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EA0BD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8EA0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решает главную проблему конкурентов — </a:t>
            </a:r>
            <a:r>
              <a:rPr b="0" i="1" lang="en-US" sz="1000" u="none" cap="none" strike="noStrike">
                <a:solidFill>
                  <a:srgbClr val="8EA0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информационный шум</a:t>
            </a:r>
            <a:endParaRPr/>
          </a:p>
        </p:txBody>
      </p:sp>
      <p:sp>
        <p:nvSpPr>
          <p:cNvPr id="302" name="Google Shape;302;p17"/>
          <p:cNvSpPr txBox="1"/>
          <p:nvPr/>
        </p:nvSpPr>
        <p:spPr>
          <a:xfrm>
            <a:off x="1627134" y="1980629"/>
            <a:ext cx="301682" cy="381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/>
          </a:p>
        </p:txBody>
      </p:sp>
      <p:sp>
        <p:nvSpPr>
          <p:cNvPr id="303" name="Google Shape;303;p17"/>
          <p:cNvSpPr txBox="1"/>
          <p:nvPr/>
        </p:nvSpPr>
        <p:spPr>
          <a:xfrm>
            <a:off x="1020477" y="2462525"/>
            <a:ext cx="1514996" cy="18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Сценарный разбор</a:t>
            </a:r>
            <a:endParaRPr/>
          </a:p>
        </p:txBody>
      </p:sp>
      <p:sp>
        <p:nvSpPr>
          <p:cNvPr id="304" name="Google Shape;304;p17"/>
          <p:cNvSpPr txBox="1"/>
          <p:nvPr/>
        </p:nvSpPr>
        <p:spPr>
          <a:xfrm>
            <a:off x="708024" y="2749500"/>
            <a:ext cx="2222451" cy="531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55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«Нужно 30к до ЗП, есть просрочка»</a:t>
            </a:r>
            <a:r>
              <a:rPr b="0" i="0" lang="en-US" sz="9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br>
              <a:rPr b="0" i="0" lang="en-US" sz="9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AI фильтрует базу и выдаёт 3 варианта с максимальной вероятностью одобрения</a:t>
            </a:r>
            <a:endParaRPr/>
          </a:p>
        </p:txBody>
      </p:sp>
      <p:sp>
        <p:nvSpPr>
          <p:cNvPr id="305" name="Google Shape;305;p17"/>
          <p:cNvSpPr txBox="1"/>
          <p:nvPr/>
        </p:nvSpPr>
        <p:spPr>
          <a:xfrm>
            <a:off x="4421159" y="2027987"/>
            <a:ext cx="301683" cy="381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💬</a:t>
            </a:r>
            <a:endParaRPr/>
          </a:p>
        </p:txBody>
      </p:sp>
      <p:sp>
        <p:nvSpPr>
          <p:cNvPr id="306" name="Google Shape;306;p17"/>
          <p:cNvSpPr txBox="1"/>
          <p:nvPr/>
        </p:nvSpPr>
        <p:spPr>
          <a:xfrm>
            <a:off x="3969429" y="2462525"/>
            <a:ext cx="1243092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Консультация</a:t>
            </a:r>
            <a:endParaRPr/>
          </a:p>
        </p:txBody>
      </p:sp>
      <p:sp>
        <p:nvSpPr>
          <p:cNvPr id="307" name="Google Shape;307;p17"/>
          <p:cNvSpPr txBox="1"/>
          <p:nvPr/>
        </p:nvSpPr>
        <p:spPr>
          <a:xfrm>
            <a:off x="3670250" y="2695736"/>
            <a:ext cx="1968092" cy="8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55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Helvetica Neue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человеческим языком объясняет, почему именно этот продукт и где нажать, чтобы не подключилась навязанная страховка</a:t>
            </a:r>
            <a:endParaRPr/>
          </a:p>
        </p:txBody>
      </p:sp>
      <p:sp>
        <p:nvSpPr>
          <p:cNvPr id="308" name="Google Shape;308;p17"/>
          <p:cNvSpPr txBox="1"/>
          <p:nvPr/>
        </p:nvSpPr>
        <p:spPr>
          <a:xfrm>
            <a:off x="7215109" y="2027987"/>
            <a:ext cx="301683" cy="381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🛟</a:t>
            </a:r>
            <a:endParaRPr/>
          </a:p>
        </p:txBody>
      </p:sp>
      <p:sp>
        <p:nvSpPr>
          <p:cNvPr id="309" name="Google Shape;309;p17"/>
          <p:cNvSpPr txBox="1"/>
          <p:nvPr/>
        </p:nvSpPr>
        <p:spPr>
          <a:xfrm>
            <a:off x="6608378" y="2469158"/>
            <a:ext cx="1710503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Проактивная помощь</a:t>
            </a:r>
            <a:endParaRPr/>
          </a:p>
        </p:txBody>
      </p:sp>
      <p:sp>
        <p:nvSpPr>
          <p:cNvPr id="310" name="Google Shape;310;p17"/>
          <p:cNvSpPr txBox="1"/>
          <p:nvPr/>
        </p:nvSpPr>
        <p:spPr>
          <a:xfrm>
            <a:off x="6608378" y="2757414"/>
            <a:ext cx="2222600" cy="811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6255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Helvetica Neue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При отказе — не «извините», а предоставляем готовый план: «Оформим карту на 2000 ₽, </a:t>
            </a:r>
            <a:br>
              <a:rPr b="0" i="0" lang="en-US" sz="9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9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поднимем рейтинг за месяц»</a:t>
            </a:r>
            <a:endParaRPr/>
          </a:p>
        </p:txBody>
      </p:sp>
      <p:sp>
        <p:nvSpPr>
          <p:cNvPr id="311" name="Google Shape;311;p17"/>
          <p:cNvSpPr txBox="1"/>
          <p:nvPr/>
        </p:nvSpPr>
        <p:spPr>
          <a:xfrm>
            <a:off x="1244175" y="4165268"/>
            <a:ext cx="7905751" cy="443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Стек: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LLM-агент + собственный слой сценариев + правила скоринга + real-time данные партнёров</a:t>
            </a:r>
            <a:br>
              <a:rPr b="0" i="0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</p:txBody>
      </p:sp>
      <p:sp>
        <p:nvSpPr>
          <p:cNvPr id="312" name="Google Shape;312;p17"/>
          <p:cNvSpPr/>
          <p:nvPr/>
        </p:nvSpPr>
        <p:spPr>
          <a:xfrm>
            <a:off x="409405" y="449957"/>
            <a:ext cx="2819689" cy="242392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7"/>
          <p:cNvSpPr txBox="1"/>
          <p:nvPr/>
        </p:nvSpPr>
        <p:spPr>
          <a:xfrm>
            <a:off x="479392" y="463899"/>
            <a:ext cx="914503" cy="21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09 AI ядро</a:t>
            </a:r>
            <a:endParaRPr/>
          </a:p>
        </p:txBody>
      </p:sp>
      <p:pic>
        <p:nvPicPr>
          <p:cNvPr descr="images (5).jpeg" id="314" name="Google Shape;314;p17"/>
          <p:cNvPicPr preferRelativeResize="0"/>
          <p:nvPr/>
        </p:nvPicPr>
        <p:blipFill rotWithShape="1">
          <a:blip r:embed="rId3">
            <a:alphaModFix/>
          </a:blip>
          <a:srcRect b="0" l="12363" r="12363" t="0"/>
          <a:stretch/>
        </p:blipFill>
        <p:spPr>
          <a:xfrm>
            <a:off x="623916" y="4052936"/>
            <a:ext cx="501824" cy="443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"/>
          <p:cNvSpPr/>
          <p:nvPr/>
        </p:nvSpPr>
        <p:spPr>
          <a:xfrm>
            <a:off x="450176" y="1735981"/>
            <a:ext cx="4038601" cy="112395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4641176" y="1735981"/>
            <a:ext cx="4038601" cy="112395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450176" y="3012331"/>
            <a:ext cx="4038601" cy="1215772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4641176" y="3012331"/>
            <a:ext cx="4038601" cy="1215772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 txBox="1"/>
          <p:nvPr/>
        </p:nvSpPr>
        <p:spPr>
          <a:xfrm>
            <a:off x="464222" y="1002456"/>
            <a:ext cx="8394194" cy="4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фичи, которых нет у конкурентов</a:t>
            </a:r>
            <a:endParaRPr/>
          </a:p>
        </p:txBody>
      </p:sp>
      <p:sp>
        <p:nvSpPr>
          <p:cNvPr id="324" name="Google Shape;324;p18"/>
          <p:cNvSpPr txBox="1"/>
          <p:nvPr/>
        </p:nvSpPr>
        <p:spPr>
          <a:xfrm>
            <a:off x="643178" y="2107456"/>
            <a:ext cx="291466" cy="381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💬</a:t>
            </a:r>
            <a:endParaRPr/>
          </a:p>
        </p:txBody>
      </p:sp>
      <p:sp>
        <p:nvSpPr>
          <p:cNvPr id="325" name="Google Shape;325;p18"/>
          <p:cNvSpPr txBox="1"/>
          <p:nvPr/>
        </p:nvSpPr>
        <p:spPr>
          <a:xfrm>
            <a:off x="1050251" y="1936006"/>
            <a:ext cx="1336518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Разговорный UX</a:t>
            </a:r>
            <a:endParaRPr/>
          </a:p>
        </p:txBody>
      </p:sp>
      <p:sp>
        <p:nvSpPr>
          <p:cNvPr id="326" name="Google Shape;326;p18"/>
          <p:cNvSpPr txBox="1"/>
          <p:nvPr/>
        </p:nvSpPr>
        <p:spPr>
          <a:xfrm>
            <a:off x="1050251" y="2202706"/>
            <a:ext cx="3238501" cy="552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Вместо каталога — JTBD-кнопки: 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«Дотянуть до ЗП», «Душат долги», «Хочу машину»</a:t>
            </a:r>
            <a:endParaRPr/>
          </a:p>
        </p:txBody>
      </p:sp>
      <p:sp>
        <p:nvSpPr>
          <p:cNvPr id="327" name="Google Shape;327;p18"/>
          <p:cNvSpPr txBox="1"/>
          <p:nvPr/>
        </p:nvSpPr>
        <p:spPr>
          <a:xfrm>
            <a:off x="4841201" y="2107456"/>
            <a:ext cx="291466" cy="381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🛡️</a:t>
            </a:r>
            <a:endParaRPr/>
          </a:p>
        </p:txBody>
      </p:sp>
      <p:sp>
        <p:nvSpPr>
          <p:cNvPr id="328" name="Google Shape;328;p18"/>
          <p:cNvSpPr txBox="1"/>
          <p:nvPr/>
        </p:nvSpPr>
        <p:spPr>
          <a:xfrm>
            <a:off x="5241251" y="1936006"/>
            <a:ext cx="1336518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Индекс Выручай</a:t>
            </a:r>
            <a:endParaRPr/>
          </a:p>
        </p:txBody>
      </p:sp>
      <p:sp>
        <p:nvSpPr>
          <p:cNvPr id="329" name="Google Shape;329;p18"/>
          <p:cNvSpPr txBox="1"/>
          <p:nvPr/>
        </p:nvSpPr>
        <p:spPr>
          <a:xfrm>
            <a:off x="5241251" y="2202706"/>
            <a:ext cx="3238501" cy="552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Алгоритм пессимизирует продукты со скрытыми страховками, комиссиями. 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Клиент видит честный рейтинг токсичности</a:t>
            </a:r>
            <a:endParaRPr/>
          </a:p>
        </p:txBody>
      </p:sp>
      <p:sp>
        <p:nvSpPr>
          <p:cNvPr id="330" name="Google Shape;330;p18"/>
          <p:cNvSpPr txBox="1"/>
          <p:nvPr/>
        </p:nvSpPr>
        <p:spPr>
          <a:xfrm>
            <a:off x="643178" y="3383806"/>
            <a:ext cx="291466" cy="381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🆘</a:t>
            </a:r>
            <a:endParaRPr/>
          </a:p>
        </p:txBody>
      </p:sp>
      <p:sp>
        <p:nvSpPr>
          <p:cNvPr id="331" name="Google Shape;331;p18"/>
          <p:cNvSpPr txBox="1"/>
          <p:nvPr/>
        </p:nvSpPr>
        <p:spPr>
          <a:xfrm>
            <a:off x="1050251" y="3212356"/>
            <a:ext cx="3303272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Кнопка SOS (Прескоринг)</a:t>
            </a:r>
            <a:endParaRPr/>
          </a:p>
        </p:txBody>
      </p:sp>
      <p:sp>
        <p:nvSpPr>
          <p:cNvPr id="332" name="Google Shape;332;p18"/>
          <p:cNvSpPr txBox="1"/>
          <p:nvPr/>
        </p:nvSpPr>
        <p:spPr>
          <a:xfrm>
            <a:off x="1050251" y="3479056"/>
            <a:ext cx="3238501" cy="552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Вместо веерной рассылки, которая убивает КИ, мы подаём заявки только в 2–3 банка с 99% одобрением</a:t>
            </a:r>
            <a:endParaRPr/>
          </a:p>
        </p:txBody>
      </p:sp>
      <p:sp>
        <p:nvSpPr>
          <p:cNvPr id="333" name="Google Shape;333;p18"/>
          <p:cNvSpPr txBox="1"/>
          <p:nvPr/>
        </p:nvSpPr>
        <p:spPr>
          <a:xfrm>
            <a:off x="4841201" y="3383806"/>
            <a:ext cx="291466" cy="381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🔥</a:t>
            </a:r>
            <a:endParaRPr/>
          </a:p>
        </p:txBody>
      </p:sp>
      <p:sp>
        <p:nvSpPr>
          <p:cNvPr id="334" name="Google Shape;334;p18"/>
          <p:cNvSpPr txBox="1"/>
          <p:nvPr/>
        </p:nvSpPr>
        <p:spPr>
          <a:xfrm>
            <a:off x="5241251" y="3212356"/>
            <a:ext cx="3303271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Кредитный Огнетушитель</a:t>
            </a:r>
            <a:endParaRPr/>
          </a:p>
        </p:txBody>
      </p:sp>
      <p:sp>
        <p:nvSpPr>
          <p:cNvPr id="335" name="Google Shape;335;p18"/>
          <p:cNvSpPr txBox="1"/>
          <p:nvPr/>
        </p:nvSpPr>
        <p:spPr>
          <a:xfrm>
            <a:off x="5241251" y="3479056"/>
            <a:ext cx="3238501" cy="552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Антиинфляционный Щит. Расчёт выгоды рефинансирования и вкладов, перекрывающих инфляцию</a:t>
            </a:r>
            <a:endParaRPr/>
          </a:p>
        </p:txBody>
      </p:sp>
      <p:sp>
        <p:nvSpPr>
          <p:cNvPr id="336" name="Google Shape;336;p18"/>
          <p:cNvSpPr/>
          <p:nvPr/>
        </p:nvSpPr>
        <p:spPr>
          <a:xfrm>
            <a:off x="409405" y="449957"/>
            <a:ext cx="2819689" cy="242392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8"/>
          <p:cNvSpPr txBox="1"/>
          <p:nvPr/>
        </p:nvSpPr>
        <p:spPr>
          <a:xfrm>
            <a:off x="458323" y="465781"/>
            <a:ext cx="1968501" cy="21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 Killer features / UVP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"/>
          <p:cNvSpPr/>
          <p:nvPr/>
        </p:nvSpPr>
        <p:spPr>
          <a:xfrm>
            <a:off x="255507" y="1078878"/>
            <a:ext cx="1265376" cy="452097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436130" y="243967"/>
            <a:ext cx="1383800" cy="4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CJM</a:t>
            </a:r>
            <a:endParaRPr/>
          </a:p>
        </p:txBody>
      </p:sp>
      <p:sp>
        <p:nvSpPr>
          <p:cNvPr id="344" name="Google Shape;344;p19"/>
          <p:cNvSpPr txBox="1"/>
          <p:nvPr/>
        </p:nvSpPr>
        <p:spPr>
          <a:xfrm>
            <a:off x="389071" y="1149250"/>
            <a:ext cx="1220142" cy="4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SEO - органический трафик</a:t>
            </a:r>
            <a:endParaRPr/>
          </a:p>
        </p:txBody>
      </p:sp>
      <p:sp>
        <p:nvSpPr>
          <p:cNvPr id="345" name="Google Shape;345;p19"/>
          <p:cNvSpPr txBox="1"/>
          <p:nvPr/>
        </p:nvSpPr>
        <p:spPr>
          <a:xfrm>
            <a:off x="460901" y="778839"/>
            <a:ext cx="1076482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Осознание</a:t>
            </a:r>
            <a:endParaRPr/>
          </a:p>
        </p:txBody>
      </p:sp>
      <p:sp>
        <p:nvSpPr>
          <p:cNvPr id="346" name="Google Shape;346;p19"/>
          <p:cNvSpPr/>
          <p:nvPr/>
        </p:nvSpPr>
        <p:spPr>
          <a:xfrm>
            <a:off x="230176" y="1658140"/>
            <a:ext cx="1265377" cy="452097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389071" y="1737918"/>
            <a:ext cx="947587" cy="292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Яндекс Директ</a:t>
            </a:r>
            <a:b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Таргет в соц. сетях</a:t>
            </a:r>
            <a:endParaRPr/>
          </a:p>
        </p:txBody>
      </p:sp>
      <p:sp>
        <p:nvSpPr>
          <p:cNvPr id="348" name="Google Shape;348;p19"/>
          <p:cNvSpPr/>
          <p:nvPr/>
        </p:nvSpPr>
        <p:spPr>
          <a:xfrm>
            <a:off x="248463" y="2243927"/>
            <a:ext cx="1265376" cy="433283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443643" y="2314298"/>
            <a:ext cx="925677" cy="292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СМИ, PR, отзывы,</a:t>
            </a:r>
            <a:b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рейтинги</a:t>
            </a:r>
            <a:endParaRPr/>
          </a:p>
        </p:txBody>
      </p:sp>
      <p:sp>
        <p:nvSpPr>
          <p:cNvPr id="350" name="Google Shape;350;p19"/>
          <p:cNvSpPr txBox="1"/>
          <p:nvPr/>
        </p:nvSpPr>
        <p:spPr>
          <a:xfrm>
            <a:off x="1709535" y="790114"/>
            <a:ext cx="1220142" cy="172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Рассмотрение</a:t>
            </a:r>
            <a:endParaRPr/>
          </a:p>
        </p:txBody>
      </p:sp>
      <p:sp>
        <p:nvSpPr>
          <p:cNvPr id="351" name="Google Shape;351;p19"/>
          <p:cNvSpPr/>
          <p:nvPr/>
        </p:nvSpPr>
        <p:spPr>
          <a:xfrm>
            <a:off x="1607138" y="1075306"/>
            <a:ext cx="1374275" cy="1038503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 txBox="1"/>
          <p:nvPr/>
        </p:nvSpPr>
        <p:spPr>
          <a:xfrm>
            <a:off x="1749728" y="1255788"/>
            <a:ext cx="1103668" cy="797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Главная страница, оффер: Помогаем найти лучший займ без скрытых комиссий</a:t>
            </a:r>
            <a:endParaRPr/>
          </a:p>
        </p:txBody>
      </p:sp>
      <p:sp>
        <p:nvSpPr>
          <p:cNvPr id="353" name="Google Shape;353;p19"/>
          <p:cNvSpPr/>
          <p:nvPr/>
        </p:nvSpPr>
        <p:spPr>
          <a:xfrm>
            <a:off x="1679874" y="2256984"/>
            <a:ext cx="1265377" cy="452096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 txBox="1"/>
          <p:nvPr/>
        </p:nvSpPr>
        <p:spPr>
          <a:xfrm>
            <a:off x="1864099" y="2397068"/>
            <a:ext cx="947587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АI-подбор займов</a:t>
            </a:r>
            <a:endParaRPr/>
          </a:p>
        </p:txBody>
      </p:sp>
      <p:sp>
        <p:nvSpPr>
          <p:cNvPr id="355" name="Google Shape;355;p19"/>
          <p:cNvSpPr/>
          <p:nvPr/>
        </p:nvSpPr>
        <p:spPr>
          <a:xfrm>
            <a:off x="1679874" y="2836246"/>
            <a:ext cx="1265377" cy="433283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1849724" y="2906057"/>
            <a:ext cx="925676" cy="292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Сравнение предложений</a:t>
            </a:r>
            <a:endParaRPr/>
          </a:p>
        </p:txBody>
      </p:sp>
      <p:sp>
        <p:nvSpPr>
          <p:cNvPr id="357" name="Google Shape;357;p19"/>
          <p:cNvSpPr/>
          <p:nvPr/>
        </p:nvSpPr>
        <p:spPr>
          <a:xfrm>
            <a:off x="1679874" y="3406384"/>
            <a:ext cx="1265377" cy="433284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 txBox="1"/>
          <p:nvPr/>
        </p:nvSpPr>
        <p:spPr>
          <a:xfrm>
            <a:off x="1849724" y="3476755"/>
            <a:ext cx="925676" cy="292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Отзывы и </a:t>
            </a:r>
            <a:b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рейтинги</a:t>
            </a:r>
            <a:endParaRPr/>
          </a:p>
        </p:txBody>
      </p:sp>
      <p:sp>
        <p:nvSpPr>
          <p:cNvPr id="359" name="Google Shape;359;p19"/>
          <p:cNvSpPr txBox="1"/>
          <p:nvPr/>
        </p:nvSpPr>
        <p:spPr>
          <a:xfrm>
            <a:off x="3316627" y="780664"/>
            <a:ext cx="1220142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Активация</a:t>
            </a:r>
            <a:endParaRPr/>
          </a:p>
        </p:txBody>
      </p:sp>
      <p:sp>
        <p:nvSpPr>
          <p:cNvPr id="360" name="Google Shape;360;p19"/>
          <p:cNvSpPr/>
          <p:nvPr/>
        </p:nvSpPr>
        <p:spPr>
          <a:xfrm>
            <a:off x="3118329" y="1075306"/>
            <a:ext cx="1265377" cy="452097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9"/>
          <p:cNvSpPr txBox="1"/>
          <p:nvPr/>
        </p:nvSpPr>
        <p:spPr>
          <a:xfrm>
            <a:off x="3277224" y="1156506"/>
            <a:ext cx="947587" cy="292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Клик на оффер МФО</a:t>
            </a:r>
            <a:endParaRPr/>
          </a:p>
        </p:txBody>
      </p:sp>
      <p:sp>
        <p:nvSpPr>
          <p:cNvPr id="362" name="Google Shape;362;p19"/>
          <p:cNvSpPr/>
          <p:nvPr/>
        </p:nvSpPr>
        <p:spPr>
          <a:xfrm>
            <a:off x="3118329" y="1654568"/>
            <a:ext cx="1265377" cy="433284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 txBox="1"/>
          <p:nvPr/>
        </p:nvSpPr>
        <p:spPr>
          <a:xfrm>
            <a:off x="3288179" y="1724939"/>
            <a:ext cx="925677" cy="292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Регистрация на маркетплейсе</a:t>
            </a:r>
            <a:endParaRPr/>
          </a:p>
        </p:txBody>
      </p:sp>
      <p:sp>
        <p:nvSpPr>
          <p:cNvPr id="364" name="Google Shape;364;p19"/>
          <p:cNvSpPr/>
          <p:nvPr/>
        </p:nvSpPr>
        <p:spPr>
          <a:xfrm>
            <a:off x="3114695" y="2243927"/>
            <a:ext cx="1265377" cy="433283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 txBox="1"/>
          <p:nvPr/>
        </p:nvSpPr>
        <p:spPr>
          <a:xfrm>
            <a:off x="3300844" y="2301319"/>
            <a:ext cx="925676" cy="292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AI-агент помощник клиента</a:t>
            </a:r>
            <a:endParaRPr/>
          </a:p>
        </p:txBody>
      </p:sp>
      <p:sp>
        <p:nvSpPr>
          <p:cNvPr id="366" name="Google Shape;366;p19"/>
          <p:cNvSpPr txBox="1"/>
          <p:nvPr/>
        </p:nvSpPr>
        <p:spPr>
          <a:xfrm>
            <a:off x="4727559" y="778839"/>
            <a:ext cx="1220143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Онбординг</a:t>
            </a:r>
            <a:endParaRPr/>
          </a:p>
        </p:txBody>
      </p:sp>
      <p:sp>
        <p:nvSpPr>
          <p:cNvPr id="367" name="Google Shape;367;p19"/>
          <p:cNvSpPr/>
          <p:nvPr/>
        </p:nvSpPr>
        <p:spPr>
          <a:xfrm>
            <a:off x="4515075" y="1075023"/>
            <a:ext cx="1265376" cy="452096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 txBox="1"/>
          <p:nvPr/>
        </p:nvSpPr>
        <p:spPr>
          <a:xfrm>
            <a:off x="4648639" y="1237854"/>
            <a:ext cx="947587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/ push</a:t>
            </a:r>
            <a:endParaRPr/>
          </a:p>
        </p:txBody>
      </p:sp>
      <p:sp>
        <p:nvSpPr>
          <p:cNvPr id="369" name="Google Shape;369;p19"/>
          <p:cNvSpPr/>
          <p:nvPr/>
        </p:nvSpPr>
        <p:spPr>
          <a:xfrm>
            <a:off x="4515075" y="1654285"/>
            <a:ext cx="1265376" cy="433283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 txBox="1"/>
          <p:nvPr/>
        </p:nvSpPr>
        <p:spPr>
          <a:xfrm>
            <a:off x="4595929" y="1724939"/>
            <a:ext cx="1103668" cy="292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1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Центр финансового здоровья</a:t>
            </a:r>
            <a:endParaRPr/>
          </a:p>
        </p:txBody>
      </p:sp>
      <p:sp>
        <p:nvSpPr>
          <p:cNvPr id="371" name="Google Shape;371;p19"/>
          <p:cNvSpPr/>
          <p:nvPr/>
        </p:nvSpPr>
        <p:spPr>
          <a:xfrm>
            <a:off x="4533361" y="2230948"/>
            <a:ext cx="1265377" cy="433283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 txBox="1"/>
          <p:nvPr/>
        </p:nvSpPr>
        <p:spPr>
          <a:xfrm>
            <a:off x="4715678" y="2384373"/>
            <a:ext cx="925676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AI-персонализация</a:t>
            </a:r>
            <a:endParaRPr/>
          </a:p>
        </p:txBody>
      </p:sp>
      <p:sp>
        <p:nvSpPr>
          <p:cNvPr id="373" name="Google Shape;373;p19"/>
          <p:cNvSpPr txBox="1"/>
          <p:nvPr/>
        </p:nvSpPr>
        <p:spPr>
          <a:xfrm>
            <a:off x="6406875" y="778839"/>
            <a:ext cx="365773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LTV</a:t>
            </a:r>
            <a:endParaRPr/>
          </a:p>
        </p:txBody>
      </p:sp>
      <p:sp>
        <p:nvSpPr>
          <p:cNvPr id="374" name="Google Shape;374;p19"/>
          <p:cNvSpPr/>
          <p:nvPr/>
        </p:nvSpPr>
        <p:spPr>
          <a:xfrm>
            <a:off x="5957073" y="1079868"/>
            <a:ext cx="1265377" cy="452097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 txBox="1"/>
          <p:nvPr/>
        </p:nvSpPr>
        <p:spPr>
          <a:xfrm>
            <a:off x="6152254" y="1237854"/>
            <a:ext cx="947587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Кредитные карты</a:t>
            </a:r>
            <a:endParaRPr/>
          </a:p>
        </p:txBody>
      </p:sp>
      <p:sp>
        <p:nvSpPr>
          <p:cNvPr id="376" name="Google Shape;376;p19"/>
          <p:cNvSpPr/>
          <p:nvPr/>
        </p:nvSpPr>
        <p:spPr>
          <a:xfrm>
            <a:off x="5957073" y="1659130"/>
            <a:ext cx="1265377" cy="433283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 txBox="1"/>
          <p:nvPr/>
        </p:nvSpPr>
        <p:spPr>
          <a:xfrm>
            <a:off x="6152254" y="1807709"/>
            <a:ext cx="1103668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Дебетовые карты</a:t>
            </a:r>
            <a:endParaRPr/>
          </a:p>
        </p:txBody>
      </p:sp>
      <p:sp>
        <p:nvSpPr>
          <p:cNvPr id="378" name="Google Shape;378;p19"/>
          <p:cNvSpPr/>
          <p:nvPr/>
        </p:nvSpPr>
        <p:spPr>
          <a:xfrm>
            <a:off x="5975360" y="2235793"/>
            <a:ext cx="1265376" cy="433284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 txBox="1"/>
          <p:nvPr/>
        </p:nvSpPr>
        <p:spPr>
          <a:xfrm>
            <a:off x="6170540" y="2389218"/>
            <a:ext cx="925677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Страхование</a:t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6000690" y="2805688"/>
            <a:ext cx="1265377" cy="433283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 txBox="1"/>
          <p:nvPr/>
        </p:nvSpPr>
        <p:spPr>
          <a:xfrm>
            <a:off x="6145210" y="2958829"/>
            <a:ext cx="925677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Ипотека</a:t>
            </a:r>
            <a:endParaRPr/>
          </a:p>
        </p:txBody>
      </p:sp>
      <p:sp>
        <p:nvSpPr>
          <p:cNvPr id="382" name="Google Shape;382;p19"/>
          <p:cNvSpPr txBox="1"/>
          <p:nvPr/>
        </p:nvSpPr>
        <p:spPr>
          <a:xfrm>
            <a:off x="7523767" y="771163"/>
            <a:ext cx="1220143" cy="172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Реактивация</a:t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7386824" y="1083805"/>
            <a:ext cx="1265376" cy="452097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7386824" y="1663067"/>
            <a:ext cx="1265376" cy="433284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 txBox="1"/>
          <p:nvPr/>
        </p:nvSpPr>
        <p:spPr>
          <a:xfrm>
            <a:off x="7582005" y="1807709"/>
            <a:ext cx="1103668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Спецпредложения</a:t>
            </a:r>
            <a:endParaRPr/>
          </a:p>
        </p:txBody>
      </p:sp>
      <p:sp>
        <p:nvSpPr>
          <p:cNvPr id="386" name="Google Shape;386;p19"/>
          <p:cNvSpPr/>
          <p:nvPr/>
        </p:nvSpPr>
        <p:spPr>
          <a:xfrm>
            <a:off x="7405110" y="2239731"/>
            <a:ext cx="1265377" cy="433283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9"/>
          <p:cNvSpPr txBox="1"/>
          <p:nvPr/>
        </p:nvSpPr>
        <p:spPr>
          <a:xfrm>
            <a:off x="7747775" y="2384373"/>
            <a:ext cx="925676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Ремаркетинг</a:t>
            </a:r>
            <a:endParaRPr/>
          </a:p>
        </p:txBody>
      </p:sp>
      <p:sp>
        <p:nvSpPr>
          <p:cNvPr id="388" name="Google Shape;388;p19"/>
          <p:cNvSpPr txBox="1"/>
          <p:nvPr/>
        </p:nvSpPr>
        <p:spPr>
          <a:xfrm>
            <a:off x="7582005" y="1238434"/>
            <a:ext cx="1103668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Триггерные письма</a:t>
            </a:r>
            <a:endParaRPr/>
          </a:p>
        </p:txBody>
      </p:sp>
      <p:sp>
        <p:nvSpPr>
          <p:cNvPr id="389" name="Google Shape;389;p19"/>
          <p:cNvSpPr txBox="1"/>
          <p:nvPr/>
        </p:nvSpPr>
        <p:spPr>
          <a:xfrm>
            <a:off x="1397682" y="790114"/>
            <a:ext cx="139701" cy="135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90" name="Google Shape;390;p19"/>
          <p:cNvSpPr txBox="1"/>
          <p:nvPr/>
        </p:nvSpPr>
        <p:spPr>
          <a:xfrm>
            <a:off x="2989225" y="808432"/>
            <a:ext cx="139701" cy="135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91" name="Google Shape;391;p19"/>
          <p:cNvSpPr txBox="1"/>
          <p:nvPr/>
        </p:nvSpPr>
        <p:spPr>
          <a:xfrm>
            <a:off x="4389624" y="790114"/>
            <a:ext cx="139701" cy="135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92" name="Google Shape;392;p19"/>
          <p:cNvSpPr txBox="1"/>
          <p:nvPr/>
        </p:nvSpPr>
        <p:spPr>
          <a:xfrm>
            <a:off x="5915919" y="790114"/>
            <a:ext cx="139701" cy="135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93" name="Google Shape;393;p19"/>
          <p:cNvSpPr txBox="1"/>
          <p:nvPr/>
        </p:nvSpPr>
        <p:spPr>
          <a:xfrm>
            <a:off x="7033859" y="797473"/>
            <a:ext cx="139701" cy="135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0"/>
          <p:cNvSpPr txBox="1"/>
          <p:nvPr/>
        </p:nvSpPr>
        <p:spPr>
          <a:xfrm>
            <a:off x="436130" y="243967"/>
            <a:ext cx="6497095" cy="4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Инструменты управления CJM</a:t>
            </a:r>
            <a:endParaRPr/>
          </a:p>
        </p:txBody>
      </p:sp>
      <p:pic>
        <p:nvPicPr>
          <p:cNvPr descr="image [DqNzqH].png" id="399" name="Google Shape;3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629" y="931182"/>
            <a:ext cx="8272742" cy="3543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d-illustration-children-s-toy-gaming-controller_23-2149345301.avif" id="400" name="Google Shape;400;p20"/>
          <p:cNvPicPr preferRelativeResize="0"/>
          <p:nvPr/>
        </p:nvPicPr>
        <p:blipFill rotWithShape="1">
          <a:blip r:embed="rId4">
            <a:alphaModFix/>
          </a:blip>
          <a:srcRect b="9485" l="11216" r="9338" t="12806"/>
          <a:stretch/>
        </p:blipFill>
        <p:spPr>
          <a:xfrm>
            <a:off x="7880914" y="275161"/>
            <a:ext cx="878810" cy="859603"/>
          </a:xfrm>
          <a:custGeom>
            <a:rect b="b" l="l" r="r" t="t"/>
            <a:pathLst>
              <a:path extrusionOk="0" h="21570" w="21558">
                <a:moveTo>
                  <a:pt x="8071" y="4"/>
                </a:moveTo>
                <a:cubicBezTo>
                  <a:pt x="7671" y="-22"/>
                  <a:pt x="7271" y="91"/>
                  <a:pt x="7049" y="282"/>
                </a:cubicBezTo>
                <a:cubicBezTo>
                  <a:pt x="6978" y="344"/>
                  <a:pt x="6904" y="392"/>
                  <a:pt x="6883" y="392"/>
                </a:cubicBezTo>
                <a:cubicBezTo>
                  <a:pt x="6817" y="392"/>
                  <a:pt x="6566" y="810"/>
                  <a:pt x="6484" y="1059"/>
                </a:cubicBezTo>
                <a:cubicBezTo>
                  <a:pt x="6398" y="1323"/>
                  <a:pt x="6375" y="1742"/>
                  <a:pt x="6445" y="1786"/>
                </a:cubicBezTo>
                <a:cubicBezTo>
                  <a:pt x="6469" y="1801"/>
                  <a:pt x="6494" y="1858"/>
                  <a:pt x="6494" y="1906"/>
                </a:cubicBezTo>
                <a:cubicBezTo>
                  <a:pt x="6494" y="2089"/>
                  <a:pt x="6747" y="2500"/>
                  <a:pt x="7020" y="2762"/>
                </a:cubicBezTo>
                <a:cubicBezTo>
                  <a:pt x="7172" y="2909"/>
                  <a:pt x="7333" y="3053"/>
                  <a:pt x="7380" y="3081"/>
                </a:cubicBezTo>
                <a:cubicBezTo>
                  <a:pt x="7455" y="3126"/>
                  <a:pt x="7443" y="3132"/>
                  <a:pt x="7244" y="3161"/>
                </a:cubicBezTo>
                <a:cubicBezTo>
                  <a:pt x="7056" y="3187"/>
                  <a:pt x="6981" y="3231"/>
                  <a:pt x="6835" y="3380"/>
                </a:cubicBezTo>
                <a:cubicBezTo>
                  <a:pt x="6565" y="3655"/>
                  <a:pt x="6406" y="3758"/>
                  <a:pt x="6260" y="3758"/>
                </a:cubicBezTo>
                <a:cubicBezTo>
                  <a:pt x="6120" y="3759"/>
                  <a:pt x="5722" y="3882"/>
                  <a:pt x="5433" y="4007"/>
                </a:cubicBezTo>
                <a:cubicBezTo>
                  <a:pt x="4980" y="4204"/>
                  <a:pt x="4335" y="4766"/>
                  <a:pt x="3826" y="5421"/>
                </a:cubicBezTo>
                <a:cubicBezTo>
                  <a:pt x="3732" y="5543"/>
                  <a:pt x="3510" y="5829"/>
                  <a:pt x="3330" y="6049"/>
                </a:cubicBezTo>
                <a:cubicBezTo>
                  <a:pt x="2585" y="6957"/>
                  <a:pt x="2342" y="7521"/>
                  <a:pt x="2308" y="8399"/>
                </a:cubicBezTo>
                <a:cubicBezTo>
                  <a:pt x="2292" y="8792"/>
                  <a:pt x="2303" y="9023"/>
                  <a:pt x="2356" y="9285"/>
                </a:cubicBezTo>
                <a:cubicBezTo>
                  <a:pt x="2450" y="9749"/>
                  <a:pt x="2453" y="9880"/>
                  <a:pt x="2366" y="10271"/>
                </a:cubicBezTo>
                <a:cubicBezTo>
                  <a:pt x="2293" y="10601"/>
                  <a:pt x="2009" y="11561"/>
                  <a:pt x="1938" y="11725"/>
                </a:cubicBezTo>
                <a:cubicBezTo>
                  <a:pt x="1902" y="11808"/>
                  <a:pt x="1829" y="12017"/>
                  <a:pt x="1568" y="12781"/>
                </a:cubicBezTo>
                <a:cubicBezTo>
                  <a:pt x="1511" y="12948"/>
                  <a:pt x="1448" y="13101"/>
                  <a:pt x="1431" y="13130"/>
                </a:cubicBezTo>
                <a:cubicBezTo>
                  <a:pt x="1414" y="13158"/>
                  <a:pt x="1357" y="13302"/>
                  <a:pt x="1305" y="13448"/>
                </a:cubicBezTo>
                <a:cubicBezTo>
                  <a:pt x="1253" y="13595"/>
                  <a:pt x="1164" y="13855"/>
                  <a:pt x="1100" y="14026"/>
                </a:cubicBezTo>
                <a:cubicBezTo>
                  <a:pt x="966" y="14384"/>
                  <a:pt x="661" y="15230"/>
                  <a:pt x="575" y="15490"/>
                </a:cubicBezTo>
                <a:cubicBezTo>
                  <a:pt x="542" y="15587"/>
                  <a:pt x="455" y="15840"/>
                  <a:pt x="380" y="16047"/>
                </a:cubicBezTo>
                <a:cubicBezTo>
                  <a:pt x="213" y="16505"/>
                  <a:pt x="175" y="16630"/>
                  <a:pt x="88" y="17113"/>
                </a:cubicBezTo>
                <a:cubicBezTo>
                  <a:pt x="-3" y="17619"/>
                  <a:pt x="-24" y="18075"/>
                  <a:pt x="29" y="18189"/>
                </a:cubicBezTo>
                <a:cubicBezTo>
                  <a:pt x="54" y="18240"/>
                  <a:pt x="84" y="18413"/>
                  <a:pt x="98" y="18567"/>
                </a:cubicBezTo>
                <a:cubicBezTo>
                  <a:pt x="126" y="18883"/>
                  <a:pt x="317" y="19411"/>
                  <a:pt x="506" y="19692"/>
                </a:cubicBezTo>
                <a:cubicBezTo>
                  <a:pt x="669" y="19933"/>
                  <a:pt x="1080" y="20364"/>
                  <a:pt x="1315" y="20529"/>
                </a:cubicBezTo>
                <a:cubicBezTo>
                  <a:pt x="1590" y="20723"/>
                  <a:pt x="2568" y="21208"/>
                  <a:pt x="2960" y="21346"/>
                </a:cubicBezTo>
                <a:cubicBezTo>
                  <a:pt x="3151" y="21413"/>
                  <a:pt x="3420" y="21472"/>
                  <a:pt x="3564" y="21485"/>
                </a:cubicBezTo>
                <a:cubicBezTo>
                  <a:pt x="3707" y="21498"/>
                  <a:pt x="3859" y="21523"/>
                  <a:pt x="3895" y="21545"/>
                </a:cubicBezTo>
                <a:cubicBezTo>
                  <a:pt x="3930" y="21566"/>
                  <a:pt x="4018" y="21578"/>
                  <a:pt x="4089" y="21565"/>
                </a:cubicBezTo>
                <a:cubicBezTo>
                  <a:pt x="4161" y="21551"/>
                  <a:pt x="4311" y="21526"/>
                  <a:pt x="4430" y="21505"/>
                </a:cubicBezTo>
                <a:cubicBezTo>
                  <a:pt x="5527" y="21313"/>
                  <a:pt x="7222" y="20216"/>
                  <a:pt x="8207" y="19055"/>
                </a:cubicBezTo>
                <a:cubicBezTo>
                  <a:pt x="8643" y="18542"/>
                  <a:pt x="9074" y="17921"/>
                  <a:pt x="9259" y="17551"/>
                </a:cubicBezTo>
                <a:cubicBezTo>
                  <a:pt x="9289" y="17490"/>
                  <a:pt x="9344" y="17397"/>
                  <a:pt x="9386" y="17342"/>
                </a:cubicBezTo>
                <a:lnTo>
                  <a:pt x="9463" y="17243"/>
                </a:lnTo>
                <a:lnTo>
                  <a:pt x="9746" y="17362"/>
                </a:lnTo>
                <a:cubicBezTo>
                  <a:pt x="9994" y="17468"/>
                  <a:pt x="10085" y="17479"/>
                  <a:pt x="10525" y="17482"/>
                </a:cubicBezTo>
                <a:cubicBezTo>
                  <a:pt x="11001" y="17484"/>
                  <a:pt x="11035" y="17475"/>
                  <a:pt x="11284" y="17342"/>
                </a:cubicBezTo>
                <a:cubicBezTo>
                  <a:pt x="11518" y="17217"/>
                  <a:pt x="11871" y="16971"/>
                  <a:pt x="12170" y="16715"/>
                </a:cubicBezTo>
                <a:cubicBezTo>
                  <a:pt x="12651" y="16304"/>
                  <a:pt x="13032" y="16048"/>
                  <a:pt x="13309" y="15958"/>
                </a:cubicBezTo>
                <a:cubicBezTo>
                  <a:pt x="13502" y="15895"/>
                  <a:pt x="13540" y="15912"/>
                  <a:pt x="13776" y="16187"/>
                </a:cubicBezTo>
                <a:cubicBezTo>
                  <a:pt x="14001" y="16449"/>
                  <a:pt x="14411" y="16758"/>
                  <a:pt x="14779" y="16934"/>
                </a:cubicBezTo>
                <a:cubicBezTo>
                  <a:pt x="15120" y="17097"/>
                  <a:pt x="15578" y="17144"/>
                  <a:pt x="15957" y="17063"/>
                </a:cubicBezTo>
                <a:cubicBezTo>
                  <a:pt x="16258" y="16999"/>
                  <a:pt x="16270" y="17007"/>
                  <a:pt x="16308" y="17372"/>
                </a:cubicBezTo>
                <a:cubicBezTo>
                  <a:pt x="16337" y="17655"/>
                  <a:pt x="16578" y="18457"/>
                  <a:pt x="16726" y="18756"/>
                </a:cubicBezTo>
                <a:cubicBezTo>
                  <a:pt x="17095" y="19499"/>
                  <a:pt x="17711" y="19901"/>
                  <a:pt x="18469" y="19902"/>
                </a:cubicBezTo>
                <a:cubicBezTo>
                  <a:pt x="18652" y="19902"/>
                  <a:pt x="18807" y="19883"/>
                  <a:pt x="18819" y="19862"/>
                </a:cubicBezTo>
                <a:cubicBezTo>
                  <a:pt x="18832" y="19840"/>
                  <a:pt x="18903" y="19817"/>
                  <a:pt x="18975" y="19802"/>
                </a:cubicBezTo>
                <a:cubicBezTo>
                  <a:pt x="19372" y="19721"/>
                  <a:pt x="20421" y="18751"/>
                  <a:pt x="20883" y="18039"/>
                </a:cubicBezTo>
                <a:cubicBezTo>
                  <a:pt x="21100" y="17705"/>
                  <a:pt x="21329" y="17135"/>
                  <a:pt x="21399" y="16774"/>
                </a:cubicBezTo>
                <a:cubicBezTo>
                  <a:pt x="21428" y="16628"/>
                  <a:pt x="21478" y="16434"/>
                  <a:pt x="21507" y="16336"/>
                </a:cubicBezTo>
                <a:cubicBezTo>
                  <a:pt x="21576" y="16095"/>
                  <a:pt x="21576" y="14315"/>
                  <a:pt x="21507" y="14076"/>
                </a:cubicBezTo>
                <a:cubicBezTo>
                  <a:pt x="21478" y="13978"/>
                  <a:pt x="21418" y="13684"/>
                  <a:pt x="21380" y="13428"/>
                </a:cubicBezTo>
                <a:cubicBezTo>
                  <a:pt x="21342" y="13172"/>
                  <a:pt x="21296" y="12904"/>
                  <a:pt x="21273" y="12831"/>
                </a:cubicBezTo>
                <a:cubicBezTo>
                  <a:pt x="21250" y="12758"/>
                  <a:pt x="21184" y="12505"/>
                  <a:pt x="21127" y="12273"/>
                </a:cubicBezTo>
                <a:cubicBezTo>
                  <a:pt x="20982" y="11691"/>
                  <a:pt x="20813" y="11100"/>
                  <a:pt x="20708" y="10789"/>
                </a:cubicBezTo>
                <a:cubicBezTo>
                  <a:pt x="20660" y="10645"/>
                  <a:pt x="20621" y="10513"/>
                  <a:pt x="20621" y="10490"/>
                </a:cubicBezTo>
                <a:cubicBezTo>
                  <a:pt x="20621" y="10467"/>
                  <a:pt x="20596" y="10388"/>
                  <a:pt x="20562" y="10311"/>
                </a:cubicBezTo>
                <a:cubicBezTo>
                  <a:pt x="20486" y="10137"/>
                  <a:pt x="20264" y="9363"/>
                  <a:pt x="20192" y="9036"/>
                </a:cubicBezTo>
                <a:cubicBezTo>
                  <a:pt x="20072" y="8488"/>
                  <a:pt x="19674" y="7565"/>
                  <a:pt x="19355" y="7084"/>
                </a:cubicBezTo>
                <a:cubicBezTo>
                  <a:pt x="19037" y="6605"/>
                  <a:pt x="18282" y="5736"/>
                  <a:pt x="18002" y="5531"/>
                </a:cubicBezTo>
                <a:cubicBezTo>
                  <a:pt x="17952" y="5494"/>
                  <a:pt x="17808" y="5389"/>
                  <a:pt x="17680" y="5292"/>
                </a:cubicBezTo>
                <a:cubicBezTo>
                  <a:pt x="17049" y="4808"/>
                  <a:pt x="16209" y="4412"/>
                  <a:pt x="15490" y="4266"/>
                </a:cubicBezTo>
                <a:cubicBezTo>
                  <a:pt x="14877" y="4142"/>
                  <a:pt x="14811" y="4127"/>
                  <a:pt x="14653" y="3997"/>
                </a:cubicBezTo>
                <a:cubicBezTo>
                  <a:pt x="14387" y="3779"/>
                  <a:pt x="14127" y="3663"/>
                  <a:pt x="13835" y="3639"/>
                </a:cubicBezTo>
                <a:cubicBezTo>
                  <a:pt x="13685" y="3626"/>
                  <a:pt x="13561" y="3604"/>
                  <a:pt x="13562" y="3589"/>
                </a:cubicBezTo>
                <a:cubicBezTo>
                  <a:pt x="13563" y="3574"/>
                  <a:pt x="13587" y="3510"/>
                  <a:pt x="13621" y="3449"/>
                </a:cubicBezTo>
                <a:cubicBezTo>
                  <a:pt x="13759" y="3202"/>
                  <a:pt x="13658" y="2780"/>
                  <a:pt x="13426" y="2653"/>
                </a:cubicBezTo>
                <a:cubicBezTo>
                  <a:pt x="13373" y="2624"/>
                  <a:pt x="13163" y="2593"/>
                  <a:pt x="12959" y="2583"/>
                </a:cubicBezTo>
                <a:cubicBezTo>
                  <a:pt x="12754" y="2573"/>
                  <a:pt x="12516" y="2546"/>
                  <a:pt x="12433" y="2523"/>
                </a:cubicBezTo>
                <a:cubicBezTo>
                  <a:pt x="12349" y="2500"/>
                  <a:pt x="11853" y="2450"/>
                  <a:pt x="11333" y="2414"/>
                </a:cubicBezTo>
                <a:cubicBezTo>
                  <a:pt x="10397" y="2349"/>
                  <a:pt x="10262" y="2316"/>
                  <a:pt x="10262" y="2175"/>
                </a:cubicBezTo>
                <a:cubicBezTo>
                  <a:pt x="10262" y="2062"/>
                  <a:pt x="9929" y="1337"/>
                  <a:pt x="9755" y="1069"/>
                </a:cubicBezTo>
                <a:cubicBezTo>
                  <a:pt x="9330" y="413"/>
                  <a:pt x="8754" y="47"/>
                  <a:pt x="8071" y="4"/>
                </a:cubicBezTo>
                <a:close/>
                <a:moveTo>
                  <a:pt x="7779" y="1209"/>
                </a:moveTo>
                <a:cubicBezTo>
                  <a:pt x="7933" y="1169"/>
                  <a:pt x="8309" y="1272"/>
                  <a:pt x="8470" y="1398"/>
                </a:cubicBezTo>
                <a:cubicBezTo>
                  <a:pt x="8543" y="1454"/>
                  <a:pt x="8680" y="1660"/>
                  <a:pt x="8782" y="1856"/>
                </a:cubicBezTo>
                <a:cubicBezTo>
                  <a:pt x="8995" y="2266"/>
                  <a:pt x="9023" y="2241"/>
                  <a:pt x="8470" y="2145"/>
                </a:cubicBezTo>
                <a:cubicBezTo>
                  <a:pt x="8125" y="2084"/>
                  <a:pt x="7948" y="2008"/>
                  <a:pt x="7760" y="1816"/>
                </a:cubicBezTo>
                <a:cubicBezTo>
                  <a:pt x="7528" y="1579"/>
                  <a:pt x="7536" y="1271"/>
                  <a:pt x="7779" y="1209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1"/>
          <p:cNvSpPr/>
          <p:nvPr/>
        </p:nvSpPr>
        <p:spPr>
          <a:xfrm>
            <a:off x="156278" y="1736377"/>
            <a:ext cx="8717182" cy="2390776"/>
          </a:xfrm>
          <a:prstGeom prst="roundRect">
            <a:avLst>
              <a:gd fmla="val 45896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6" name="Google Shape;406;p21"/>
          <p:cNvGraphicFramePr/>
          <p:nvPr/>
        </p:nvGraphicFramePr>
        <p:xfrm>
          <a:off x="619125" y="18983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{8D8AF6FE-12A7-4F74-8AB5-320FCA8590A0}</a:tableStyleId>
              </a:tblPr>
              <a:tblGrid>
                <a:gridCol w="2635250"/>
                <a:gridCol w="2635250"/>
                <a:gridCol w="2635250"/>
              </a:tblGrid>
              <a:tr h="34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</a:rPr>
                        <a:t>Эмоция бренда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</a:rPr>
                        <a:t>Бизнес-метрика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</a:rPr>
                        <a:t>Эффект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Рифма + узнаваемый архетип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</a:rPr>
                        <a:t>↓ CAC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Брендовый трафик вместо дорогих кликов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Post-deal забота, возврат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</a:rPr>
                        <a:t>↑ LTV × 2–3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Из транзакции в экосистему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Индекс Выручай, SOS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</a:rPr>
                        <a:t>↑ Trust → ↑ CR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Дешевле конверсия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Советы + кросс-продажи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</a:rPr>
                        <a:t>↑ ARPU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Один клиент покупает 3–5 продуктов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Центрофинанс как источник данных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</a:rPr>
                        <a:t>↓ Cost of Lead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Прескоринг по готовой базе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7" name="Google Shape;407;p21"/>
          <p:cNvSpPr txBox="1"/>
          <p:nvPr/>
        </p:nvSpPr>
        <p:spPr>
          <a:xfrm>
            <a:off x="457199" y="997147"/>
            <a:ext cx="8394194" cy="421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Друг Сэнсэй в языке метрик</a:t>
            </a:r>
            <a:endParaRPr/>
          </a:p>
        </p:txBody>
      </p:sp>
      <p:sp>
        <p:nvSpPr>
          <p:cNvPr id="408" name="Google Shape;408;p21"/>
          <p:cNvSpPr txBox="1"/>
          <p:nvPr/>
        </p:nvSpPr>
        <p:spPr>
          <a:xfrm>
            <a:off x="374903" y="4258483"/>
            <a:ext cx="8394194" cy="186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Эмоции, как точки роста, </a:t>
            </a:r>
            <a:r>
              <a:rPr b="0" i="0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там, где конкуренты сидят на игле платного трафика и разовых сделок</a:t>
            </a:r>
            <a:endParaRPr/>
          </a:p>
        </p:txBody>
      </p:sp>
      <p:sp>
        <p:nvSpPr>
          <p:cNvPr id="409" name="Google Shape;409;p21"/>
          <p:cNvSpPr/>
          <p:nvPr/>
        </p:nvSpPr>
        <p:spPr>
          <a:xfrm>
            <a:off x="472612" y="445269"/>
            <a:ext cx="2819690" cy="242392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 txBox="1"/>
          <p:nvPr/>
        </p:nvSpPr>
        <p:spPr>
          <a:xfrm>
            <a:off x="626876" y="461093"/>
            <a:ext cx="2511162" cy="21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 Бизнес ценность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2"/>
          <p:cNvSpPr/>
          <p:nvPr/>
        </p:nvSpPr>
        <p:spPr>
          <a:xfrm>
            <a:off x="440054" y="1384300"/>
            <a:ext cx="8229601" cy="571500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440054" y="2051050"/>
            <a:ext cx="8229601" cy="57150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440054" y="2717800"/>
            <a:ext cx="8229601" cy="57150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440054" y="3384550"/>
            <a:ext cx="8229601" cy="571500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2"/>
          <p:cNvSpPr/>
          <p:nvPr/>
        </p:nvSpPr>
        <p:spPr>
          <a:xfrm>
            <a:off x="440054" y="4051300"/>
            <a:ext cx="8229601" cy="571500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 txBox="1"/>
          <p:nvPr/>
        </p:nvSpPr>
        <p:spPr>
          <a:xfrm>
            <a:off x="457199" y="794445"/>
            <a:ext cx="8394194" cy="406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700"/>
              <a:buFont typeface="Playfair Display"/>
              <a:buNone/>
            </a:pPr>
            <a:r>
              <a:rPr b="1" i="0" lang="en-US" sz="27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 фаз: от «ремонта» к экосистеме</a:t>
            </a:r>
            <a:endParaRPr/>
          </a:p>
        </p:txBody>
      </p:sp>
      <p:sp>
        <p:nvSpPr>
          <p:cNvPr id="421" name="Google Shape;421;p22"/>
          <p:cNvSpPr txBox="1"/>
          <p:nvPr/>
        </p:nvSpPr>
        <p:spPr>
          <a:xfrm>
            <a:off x="592454" y="1517650"/>
            <a:ext cx="388621" cy="259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422" name="Google Shape;422;p22"/>
          <p:cNvSpPr txBox="1"/>
          <p:nvPr/>
        </p:nvSpPr>
        <p:spPr>
          <a:xfrm>
            <a:off x="1125854" y="1498600"/>
            <a:ext cx="7578092" cy="13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0 - 4 недели · Ремонт</a:t>
            </a:r>
            <a:endParaRPr/>
          </a:p>
        </p:txBody>
      </p:sp>
      <p:sp>
        <p:nvSpPr>
          <p:cNvPr id="423" name="Google Shape;423;p22"/>
          <p:cNvSpPr txBox="1"/>
          <p:nvPr/>
        </p:nvSpPr>
        <p:spPr>
          <a:xfrm>
            <a:off x="1125854" y="1651000"/>
            <a:ext cx="7578092" cy="215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Фикс CPA, сквозная аналитика, первые отзывы. 🎯 Остановить утечку лидов</a:t>
            </a:r>
            <a:endParaRPr/>
          </a:p>
        </p:txBody>
      </p:sp>
      <p:sp>
        <p:nvSpPr>
          <p:cNvPr id="424" name="Google Shape;424;p22"/>
          <p:cNvSpPr txBox="1"/>
          <p:nvPr/>
        </p:nvSpPr>
        <p:spPr>
          <a:xfrm>
            <a:off x="592454" y="2184400"/>
            <a:ext cx="388621" cy="259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1125854" y="2165350"/>
            <a:ext cx="7578092" cy="148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1 - 3 месяца · Wedge в займах</a:t>
            </a:r>
            <a:endParaRPr/>
          </a:p>
        </p:txBody>
      </p:sp>
      <p:sp>
        <p:nvSpPr>
          <p:cNvPr id="426" name="Google Shape;426;p22"/>
          <p:cNvSpPr txBox="1"/>
          <p:nvPr/>
        </p:nvSpPr>
        <p:spPr>
          <a:xfrm>
            <a:off x="1125854" y="2317750"/>
            <a:ext cx="7578092" cy="215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Квизы JTBD, SEO длинного хвоста, email/SMS цепочки. 🎯 Доказать юнит-экономику</a:t>
            </a:r>
            <a:endParaRPr/>
          </a:p>
        </p:txBody>
      </p:sp>
      <p:sp>
        <p:nvSpPr>
          <p:cNvPr id="427" name="Google Shape;427;p22"/>
          <p:cNvSpPr txBox="1"/>
          <p:nvPr/>
        </p:nvSpPr>
        <p:spPr>
          <a:xfrm>
            <a:off x="592454" y="2851150"/>
            <a:ext cx="388621" cy="259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28" name="Google Shape;428;p22"/>
          <p:cNvSpPr txBox="1"/>
          <p:nvPr/>
        </p:nvSpPr>
        <p:spPr>
          <a:xfrm>
            <a:off x="1125854" y="2832100"/>
            <a:ext cx="1973951" cy="13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3 - 6 месяцев · Мультипродукт</a:t>
            </a:r>
            <a:endParaRPr/>
          </a:p>
        </p:txBody>
      </p:sp>
      <p:sp>
        <p:nvSpPr>
          <p:cNvPr id="429" name="Google Shape;429;p22"/>
          <p:cNvSpPr txBox="1"/>
          <p:nvPr/>
        </p:nvSpPr>
        <p:spPr>
          <a:xfrm>
            <a:off x="1125854" y="2984500"/>
            <a:ext cx="7578092" cy="215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Кредиты, кредитки, ОСАГО, вклады. Межкатегорийные сценарии. 🎯 Рост LTV и органики ×2–3</a:t>
            </a:r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592454" y="3517900"/>
            <a:ext cx="388621" cy="259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31" name="Google Shape;431;p22"/>
          <p:cNvSpPr txBox="1"/>
          <p:nvPr/>
        </p:nvSpPr>
        <p:spPr>
          <a:xfrm>
            <a:off x="1125854" y="3498850"/>
            <a:ext cx="7578092" cy="148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6–12 мес · Trust Layer</a:t>
            </a:r>
            <a:endParaRPr/>
          </a:p>
        </p:txBody>
      </p:sp>
      <p:sp>
        <p:nvSpPr>
          <p:cNvPr id="432" name="Google Shape;432;p22"/>
          <p:cNvSpPr txBox="1"/>
          <p:nvPr/>
        </p:nvSpPr>
        <p:spPr>
          <a:xfrm>
            <a:off x="1125854" y="3651250"/>
            <a:ext cx="7578092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Верифицированные отзывы, «Почему советуем», алерты ставок, контент-хаб. 🎯 Рост Retention</a:t>
            </a:r>
            <a:endParaRPr/>
          </a:p>
        </p:txBody>
      </p:sp>
      <p:sp>
        <p:nvSpPr>
          <p:cNvPr id="433" name="Google Shape;433;p22"/>
          <p:cNvSpPr txBox="1"/>
          <p:nvPr/>
        </p:nvSpPr>
        <p:spPr>
          <a:xfrm>
            <a:off x="592454" y="4184650"/>
            <a:ext cx="388621" cy="259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434" name="Google Shape;434;p22"/>
          <p:cNvSpPr txBox="1"/>
          <p:nvPr/>
        </p:nvSpPr>
        <p:spPr>
          <a:xfrm>
            <a:off x="1125854" y="4165600"/>
            <a:ext cx="7578092" cy="148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12–24 мес · Экосистема + Центрофинанс</a:t>
            </a:r>
            <a:endParaRPr/>
          </a:p>
        </p:txBody>
      </p:sp>
      <p:sp>
        <p:nvSpPr>
          <p:cNvPr id="435" name="Google Shape;435;p22"/>
          <p:cNvSpPr txBox="1"/>
          <p:nvPr/>
        </p:nvSpPr>
        <p:spPr>
          <a:xfrm>
            <a:off x="1125854" y="4318000"/>
            <a:ext cx="7578092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ЛК «фин. здоровья», глубокая CRM-интеграция. 🎯 LTV ×2–3, repeat-выручка &gt;40%</a:t>
            </a:r>
            <a:endParaRPr/>
          </a:p>
        </p:txBody>
      </p:sp>
      <p:sp>
        <p:nvSpPr>
          <p:cNvPr id="436" name="Google Shape;436;p22"/>
          <p:cNvSpPr/>
          <p:nvPr/>
        </p:nvSpPr>
        <p:spPr>
          <a:xfrm>
            <a:off x="472612" y="508480"/>
            <a:ext cx="1349048" cy="11597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 txBox="1"/>
          <p:nvPr/>
        </p:nvSpPr>
        <p:spPr>
          <a:xfrm>
            <a:off x="437254" y="413706"/>
            <a:ext cx="2327136" cy="21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 Roadmap</a:t>
            </a:r>
            <a:endParaRPr/>
          </a:p>
        </p:txBody>
      </p:sp>
      <p:sp>
        <p:nvSpPr>
          <p:cNvPr id="438" name="Google Shape;438;p22"/>
          <p:cNvSpPr txBox="1"/>
          <p:nvPr/>
        </p:nvSpPr>
        <p:spPr>
          <a:xfrm>
            <a:off x="490442" y="4806255"/>
            <a:ext cx="7578091" cy="148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Детальнее во вкладке План реализации: </a:t>
            </a:r>
            <a:r>
              <a:rPr b="0" i="0" lang="en-US" sz="1000" u="sng" cap="none" strike="noStrike">
                <a:solidFill>
                  <a:srgbClr val="0563C1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здесь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3"/>
          <p:cNvSpPr/>
          <p:nvPr/>
        </p:nvSpPr>
        <p:spPr>
          <a:xfrm>
            <a:off x="77982" y="1658638"/>
            <a:ext cx="8988036" cy="2273390"/>
          </a:xfrm>
          <a:prstGeom prst="roundRect">
            <a:avLst>
              <a:gd fmla="val 48266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4" name="Google Shape;444;p23"/>
          <p:cNvGraphicFramePr/>
          <p:nvPr/>
        </p:nvGraphicFramePr>
        <p:xfrm>
          <a:off x="619125" y="1820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{8D8AF6FE-12A7-4F74-8AB5-320FCA8590A0}</a:tableStyleId>
              </a:tblPr>
              <a:tblGrid>
                <a:gridCol w="1720575"/>
                <a:gridCol w="1367650"/>
                <a:gridCol w="2691225"/>
                <a:gridCol w="1867125"/>
              </a:tblGrid>
              <a:tr h="24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accent2"/>
                          </a:solidFill>
                        </a:rPr>
                        <a:t>Спринт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accent2"/>
                          </a:solidFill>
                        </a:rPr>
                        <a:t>Длительность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accent2"/>
                          </a:solidFill>
                        </a:rPr>
                        <a:t>Поставки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accent2"/>
                          </a:solidFill>
                        </a:rPr>
                        <a:t>Метрика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5F7FB"/>
                          </a:solidFill>
                        </a:rPr>
                        <a:t>S0 · </a:t>
                      </a:r>
                      <a:r>
                        <a:rPr b="1" lang="en-US" sz="900">
                          <a:solidFill>
                            <a:srgbClr val="F5F7FB"/>
                          </a:solidFill>
                        </a:rPr>
                        <a:t>Внедрение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>
                          <a:solidFill>
                            <a:srgbClr val="CBD5E1"/>
                          </a:solidFill>
                        </a:rPr>
                        <a:t>4</a:t>
                      </a: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 недели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>
                          <a:solidFill>
                            <a:srgbClr val="CBD5E1"/>
                          </a:solidFill>
                        </a:rPr>
                        <a:t>Умный подбор предложений пользователю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>
                          <a:solidFill>
                            <a:srgbClr val="FFB547"/>
                          </a:solidFill>
                        </a:rPr>
                        <a:t>Конверсия в заявку выше на 30%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5F7FB"/>
                          </a:solidFill>
                        </a:rPr>
                        <a:t>S1 · </a:t>
                      </a:r>
                      <a:r>
                        <a:rPr b="1" lang="en-US" sz="900">
                          <a:solidFill>
                            <a:srgbClr val="F5F7FB"/>
                          </a:solidFill>
                        </a:rPr>
                        <a:t>SEO и маркетинг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>
                          <a:solidFill>
                            <a:srgbClr val="CBD5E1"/>
                          </a:solidFill>
                        </a:rPr>
                        <a:t>12</a:t>
                      </a: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 недел</a:t>
                      </a:r>
                      <a:r>
                        <a:rPr lang="en-US" sz="900">
                          <a:solidFill>
                            <a:srgbClr val="CBD5E1"/>
                          </a:solidFill>
                        </a:rPr>
                        <a:t>ь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>
                          <a:solidFill>
                            <a:srgbClr val="CBD5E1"/>
                          </a:solidFill>
                        </a:rPr>
                        <a:t>Публикации, пиар активности, трафик из ЦФ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FFB547"/>
                          </a:solidFill>
                        </a:rPr>
                        <a:t>CR +30% vs витрина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5F7FB"/>
                          </a:solidFill>
                        </a:rPr>
                        <a:t>S2 · </a:t>
                      </a:r>
                      <a:r>
                        <a:rPr b="1" lang="en-US" sz="900">
                          <a:solidFill>
                            <a:srgbClr val="F5F7FB"/>
                          </a:solidFill>
                        </a:rPr>
                        <a:t>AI консультант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>
                          <a:solidFill>
                            <a:srgbClr val="CBD5E1"/>
                          </a:solidFill>
                        </a:rPr>
                        <a:t>8</a:t>
                      </a: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 недел</a:t>
                      </a:r>
                      <a:r>
                        <a:rPr lang="en-US" sz="900">
                          <a:solidFill>
                            <a:srgbClr val="CBD5E1"/>
                          </a:solidFill>
                        </a:rPr>
                        <a:t>ь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>
                          <a:solidFill>
                            <a:srgbClr val="CBD5E1"/>
                          </a:solidFill>
                        </a:rPr>
                        <a:t>AI-бот который работает 24 на 7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>
                          <a:solidFill>
                            <a:srgbClr val="FFB547"/>
                          </a:solidFill>
                        </a:rPr>
                        <a:t>NPS&gt; 50, время решения &lt;2 минут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5F7FB"/>
                          </a:solidFill>
                        </a:rPr>
                        <a:t>S3 · </a:t>
                      </a:r>
                      <a:r>
                        <a:rPr b="1" lang="en-US" sz="900">
                          <a:solidFill>
                            <a:srgbClr val="F5F7FB"/>
                          </a:solidFill>
                        </a:rPr>
                        <a:t>Система повторных продаж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>
                          <a:solidFill>
                            <a:srgbClr val="CBD5E1"/>
                          </a:solidFill>
                        </a:rPr>
                        <a:t>4</a:t>
                      </a: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 недели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Объяснение выбора и антиотказные рекомендации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>
                          <a:solidFill>
                            <a:srgbClr val="FFB547"/>
                          </a:solidFill>
                        </a:rPr>
                        <a:t>Минимум 2% пользователей возвращаются снова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900"/>
                        <a:buFont typeface="Helvetica Neue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5F7FB"/>
                          </a:solidFill>
                        </a:rPr>
                        <a:t>S4 · </a:t>
                      </a:r>
                      <a:r>
                        <a:rPr b="1" lang="en-US" sz="900">
                          <a:solidFill>
                            <a:srgbClr val="F5F7FB"/>
                          </a:solidFill>
                        </a:rPr>
                        <a:t>Монетизация отказников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CBD5E1"/>
                          </a:solidFill>
                        </a:rPr>
                        <a:t>2 недели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>
                          <a:solidFill>
                            <a:srgbClr val="CBD5E1"/>
                          </a:solidFill>
                        </a:rPr>
                        <a:t>Юрист, кредитный доктор, карты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u="none" cap="none" strike="noStrike">
                          <a:solidFill>
                            <a:srgbClr val="FFB547"/>
                          </a:solidFill>
                        </a:rPr>
                        <a:t>Repeat ≥ 2%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5" name="Google Shape;445;p23"/>
          <p:cNvSpPr txBox="1"/>
          <p:nvPr/>
        </p:nvSpPr>
        <p:spPr>
          <a:xfrm>
            <a:off x="457199" y="980577"/>
            <a:ext cx="8394194" cy="409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700"/>
              <a:buFont typeface="Helvetica Neue"/>
              <a:buNone/>
            </a:pPr>
            <a:r>
              <a:rPr b="1" i="0" lang="en-US" sz="27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План первых 90 дней — спринты и метрики</a:t>
            </a:r>
            <a:endParaRPr/>
          </a:p>
        </p:txBody>
      </p:sp>
      <p:sp>
        <p:nvSpPr>
          <p:cNvPr id="446" name="Google Shape;446;p23"/>
          <p:cNvSpPr txBox="1"/>
          <p:nvPr/>
        </p:nvSpPr>
        <p:spPr>
          <a:xfrm>
            <a:off x="374903" y="4200935"/>
            <a:ext cx="8394194" cy="254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0" i="1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🎯 Итог: рабочий сценарный маркетплейс с доказанной экономикой, готовый к раскатке на мультипродукт</a:t>
            </a:r>
            <a:endParaRPr/>
          </a:p>
        </p:txBody>
      </p:sp>
      <p:sp>
        <p:nvSpPr>
          <p:cNvPr id="447" name="Google Shape;447;p23"/>
          <p:cNvSpPr/>
          <p:nvPr/>
        </p:nvSpPr>
        <p:spPr>
          <a:xfrm>
            <a:off x="472612" y="462296"/>
            <a:ext cx="2423546" cy="208338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3"/>
          <p:cNvSpPr txBox="1"/>
          <p:nvPr/>
        </p:nvSpPr>
        <p:spPr>
          <a:xfrm>
            <a:off x="428804" y="461093"/>
            <a:ext cx="2511162" cy="21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 MVP</a:t>
            </a:r>
            <a:endParaRPr/>
          </a:p>
        </p:txBody>
      </p:sp>
      <p:sp>
        <p:nvSpPr>
          <p:cNvPr id="449" name="Google Shape;449;p23"/>
          <p:cNvSpPr txBox="1"/>
          <p:nvPr/>
        </p:nvSpPr>
        <p:spPr>
          <a:xfrm>
            <a:off x="722202" y="4546402"/>
            <a:ext cx="7578091" cy="148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Ссылка на прототип: </a:t>
            </a:r>
            <a:r>
              <a:rPr b="0" i="0" lang="en-US" sz="1000" u="sng" cap="none" strike="noStrike">
                <a:solidFill>
                  <a:srgbClr val="0563C1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здесь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4"/>
          <p:cNvSpPr/>
          <p:nvPr/>
        </p:nvSpPr>
        <p:spPr>
          <a:xfrm>
            <a:off x="422098" y="1300583"/>
            <a:ext cx="7546555" cy="3596577"/>
          </a:xfrm>
          <a:prstGeom prst="roundRect">
            <a:avLst>
              <a:gd fmla="val 30747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5" name="Google Shape;455;p24"/>
          <p:cNvGraphicFramePr/>
          <p:nvPr/>
        </p:nvGraphicFramePr>
        <p:xfrm>
          <a:off x="1144933" y="1544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{8D8AF6FE-12A7-4F74-8AB5-320FCA8590A0}</a:tableStyleId>
              </a:tblPr>
              <a:tblGrid>
                <a:gridCol w="1976450"/>
                <a:gridCol w="940025"/>
                <a:gridCol w="993500"/>
                <a:gridCol w="1121800"/>
                <a:gridCol w="1298425"/>
              </a:tblGrid>
              <a:tr h="3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Метрика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Пояснение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Baseline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 месяцев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12 месяцев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Уникальные визиты / месяц 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~5 тыс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B547"/>
                          </a:solidFill>
                        </a:rPr>
                        <a:t>15 тыс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</a:rPr>
                        <a:t>40 тыс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Бренд-запросы / месяц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50 - 100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B547"/>
                          </a:solidFill>
                        </a:rPr>
                        <a:t>300 - 400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</a:rPr>
                        <a:t>1 500 - 2 000 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CR в заявку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2–3%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B547"/>
                          </a:solidFill>
                        </a:rPr>
                        <a:t>6%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</a:rPr>
                        <a:t>9%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Approval rate (SOS)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—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B547"/>
                          </a:solidFill>
                        </a:rPr>
                        <a:t>85%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</a:rPr>
                        <a:t>92%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САС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B547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rgbClr val="FFB547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LTV / CAC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-US" sz="800" u="none" cap="none" strike="noStrike">
                          <a:solidFill>
                            <a:srgbClr val="CBD5E1"/>
                          </a:solidFill>
                        </a:rPr>
                        <a:t>Окупаемость привлечения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—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B547"/>
                          </a:solidFill>
                        </a:rPr>
                        <a:t>2,5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Repeat rate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-US" sz="800" u="none" cap="none" strike="noStrike">
                          <a:solidFill>
                            <a:srgbClr val="CBD5E1"/>
                          </a:solidFill>
                        </a:rPr>
                        <a:t>Повторные обращения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0%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B547"/>
                          </a:solidFill>
                        </a:rPr>
                        <a:t>3 %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</a:rPr>
                        <a:t>5 %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Прибыль (по PnL)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- 18 125 руб.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B547"/>
                          </a:solidFill>
                        </a:rPr>
                        <a:t>- 35 468 руб.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</a:rPr>
                        <a:t>887 748 руб.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Количество НК для Ц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27-29 НК в месяц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B547"/>
                          </a:solidFill>
                        </a:rPr>
                        <a:t>311 НК в месяц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B547"/>
                          </a:solidFill>
                        </a:rPr>
                        <a:t>1 002 НК в месяц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6" name="Google Shape;456;p24"/>
          <p:cNvSpPr txBox="1"/>
          <p:nvPr/>
        </p:nvSpPr>
        <p:spPr>
          <a:xfrm>
            <a:off x="492315" y="788540"/>
            <a:ext cx="8394193" cy="406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700"/>
              <a:buFont typeface="Playfair Display"/>
              <a:buNone/>
            </a:pPr>
            <a:r>
              <a:rPr b="1" i="0" lang="en-US" sz="27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Цели на 6 и 12 месяцев</a:t>
            </a:r>
            <a:endParaRPr/>
          </a:p>
        </p:txBody>
      </p:sp>
      <p:sp>
        <p:nvSpPr>
          <p:cNvPr id="457" name="Google Shape;457;p24"/>
          <p:cNvSpPr/>
          <p:nvPr/>
        </p:nvSpPr>
        <p:spPr>
          <a:xfrm>
            <a:off x="430474" y="445269"/>
            <a:ext cx="2819689" cy="242392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 txBox="1"/>
          <p:nvPr/>
        </p:nvSpPr>
        <p:spPr>
          <a:xfrm>
            <a:off x="472369" y="461093"/>
            <a:ext cx="2511162" cy="21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 KPI-панель для СЕO</a:t>
            </a:r>
            <a:endParaRPr/>
          </a:p>
        </p:txBody>
      </p:sp>
      <p:pic>
        <p:nvPicPr>
          <p:cNvPr descr="3d-calculator-calculator-object_510843-176.avif" id="459" name="Google Shape;459;p24"/>
          <p:cNvPicPr preferRelativeResize="0"/>
          <p:nvPr/>
        </p:nvPicPr>
        <p:blipFill rotWithShape="1">
          <a:blip r:embed="rId3">
            <a:alphaModFix/>
          </a:blip>
          <a:srcRect b="11702" l="25041" r="24143" t="15900"/>
          <a:stretch/>
        </p:blipFill>
        <p:spPr>
          <a:xfrm>
            <a:off x="8155784" y="765306"/>
            <a:ext cx="634491" cy="903975"/>
          </a:xfrm>
          <a:custGeom>
            <a:rect b="b" l="l" r="r" t="t"/>
            <a:pathLst>
              <a:path extrusionOk="0" h="21476" w="21580">
                <a:moveTo>
                  <a:pt x="19794" y="7"/>
                </a:moveTo>
                <a:cubicBezTo>
                  <a:pt x="19354" y="-15"/>
                  <a:pt x="18593" y="16"/>
                  <a:pt x="17014" y="73"/>
                </a:cubicBezTo>
                <a:cubicBezTo>
                  <a:pt x="15443" y="129"/>
                  <a:pt x="14053" y="191"/>
                  <a:pt x="13923" y="214"/>
                </a:cubicBezTo>
                <a:cubicBezTo>
                  <a:pt x="13792" y="237"/>
                  <a:pt x="12632" y="302"/>
                  <a:pt x="11345" y="356"/>
                </a:cubicBezTo>
                <a:cubicBezTo>
                  <a:pt x="10057" y="409"/>
                  <a:pt x="8392" y="479"/>
                  <a:pt x="7646" y="516"/>
                </a:cubicBezTo>
                <a:cubicBezTo>
                  <a:pt x="6900" y="552"/>
                  <a:pt x="5641" y="609"/>
                  <a:pt x="4838" y="638"/>
                </a:cubicBezTo>
                <a:cubicBezTo>
                  <a:pt x="4036" y="667"/>
                  <a:pt x="3268" y="709"/>
                  <a:pt x="3138" y="733"/>
                </a:cubicBezTo>
                <a:cubicBezTo>
                  <a:pt x="3007" y="757"/>
                  <a:pt x="2551" y="784"/>
                  <a:pt x="2125" y="799"/>
                </a:cubicBezTo>
                <a:cubicBezTo>
                  <a:pt x="1260" y="829"/>
                  <a:pt x="1095" y="867"/>
                  <a:pt x="816" y="1110"/>
                </a:cubicBezTo>
                <a:cubicBezTo>
                  <a:pt x="469" y="1411"/>
                  <a:pt x="445" y="1613"/>
                  <a:pt x="343" y="5259"/>
                </a:cubicBezTo>
                <a:cubicBezTo>
                  <a:pt x="264" y="8118"/>
                  <a:pt x="201" y="9821"/>
                  <a:pt x="87" y="12415"/>
                </a:cubicBezTo>
                <a:cubicBezTo>
                  <a:pt x="51" y="13223"/>
                  <a:pt x="15" y="14534"/>
                  <a:pt x="6" y="15329"/>
                </a:cubicBezTo>
                <a:cubicBezTo>
                  <a:pt x="-10" y="16735"/>
                  <a:pt x="-3" y="16779"/>
                  <a:pt x="141" y="16969"/>
                </a:cubicBezTo>
                <a:cubicBezTo>
                  <a:pt x="367" y="17267"/>
                  <a:pt x="566" y="17358"/>
                  <a:pt x="1504" y="17592"/>
                </a:cubicBezTo>
                <a:cubicBezTo>
                  <a:pt x="1709" y="17643"/>
                  <a:pt x="2236" y="17774"/>
                  <a:pt x="2665" y="17884"/>
                </a:cubicBezTo>
                <a:cubicBezTo>
                  <a:pt x="3094" y="17994"/>
                  <a:pt x="3547" y="18103"/>
                  <a:pt x="3678" y="18129"/>
                </a:cubicBezTo>
                <a:cubicBezTo>
                  <a:pt x="3808" y="18155"/>
                  <a:pt x="3946" y="18200"/>
                  <a:pt x="3988" y="18223"/>
                </a:cubicBezTo>
                <a:cubicBezTo>
                  <a:pt x="4030" y="18247"/>
                  <a:pt x="4233" y="18305"/>
                  <a:pt x="4433" y="18346"/>
                </a:cubicBezTo>
                <a:cubicBezTo>
                  <a:pt x="4634" y="18387"/>
                  <a:pt x="5069" y="18489"/>
                  <a:pt x="5405" y="18582"/>
                </a:cubicBezTo>
                <a:cubicBezTo>
                  <a:pt x="5741" y="18674"/>
                  <a:pt x="6216" y="18797"/>
                  <a:pt x="6458" y="18855"/>
                </a:cubicBezTo>
                <a:cubicBezTo>
                  <a:pt x="6917" y="18965"/>
                  <a:pt x="7816" y="19195"/>
                  <a:pt x="8051" y="19260"/>
                </a:cubicBezTo>
                <a:cubicBezTo>
                  <a:pt x="8126" y="19281"/>
                  <a:pt x="8337" y="19330"/>
                  <a:pt x="8523" y="19374"/>
                </a:cubicBezTo>
                <a:cubicBezTo>
                  <a:pt x="8710" y="19418"/>
                  <a:pt x="8935" y="19482"/>
                  <a:pt x="9009" y="19506"/>
                </a:cubicBezTo>
                <a:cubicBezTo>
                  <a:pt x="9084" y="19530"/>
                  <a:pt x="9356" y="19594"/>
                  <a:pt x="9617" y="19657"/>
                </a:cubicBezTo>
                <a:cubicBezTo>
                  <a:pt x="9878" y="19719"/>
                  <a:pt x="10391" y="19853"/>
                  <a:pt x="10764" y="19949"/>
                </a:cubicBezTo>
                <a:cubicBezTo>
                  <a:pt x="11137" y="20045"/>
                  <a:pt x="11582" y="20157"/>
                  <a:pt x="11749" y="20194"/>
                </a:cubicBezTo>
                <a:cubicBezTo>
                  <a:pt x="11917" y="20231"/>
                  <a:pt x="12150" y="20290"/>
                  <a:pt x="12262" y="20326"/>
                </a:cubicBezTo>
                <a:cubicBezTo>
                  <a:pt x="12374" y="20362"/>
                  <a:pt x="12607" y="20415"/>
                  <a:pt x="12775" y="20449"/>
                </a:cubicBezTo>
                <a:cubicBezTo>
                  <a:pt x="12943" y="20482"/>
                  <a:pt x="13110" y="20529"/>
                  <a:pt x="13153" y="20552"/>
                </a:cubicBezTo>
                <a:cubicBezTo>
                  <a:pt x="13197" y="20575"/>
                  <a:pt x="13460" y="20640"/>
                  <a:pt x="13734" y="20703"/>
                </a:cubicBezTo>
                <a:cubicBezTo>
                  <a:pt x="14237" y="20818"/>
                  <a:pt x="14499" y="20886"/>
                  <a:pt x="16028" y="21269"/>
                </a:cubicBezTo>
                <a:cubicBezTo>
                  <a:pt x="17293" y="21585"/>
                  <a:pt x="17491" y="21562"/>
                  <a:pt x="18256" y="21043"/>
                </a:cubicBezTo>
                <a:cubicBezTo>
                  <a:pt x="18883" y="20616"/>
                  <a:pt x="18976" y="20436"/>
                  <a:pt x="19106" y="19496"/>
                </a:cubicBezTo>
                <a:cubicBezTo>
                  <a:pt x="19166" y="19066"/>
                  <a:pt x="19234" y="18608"/>
                  <a:pt x="19255" y="18478"/>
                </a:cubicBezTo>
                <a:cubicBezTo>
                  <a:pt x="19275" y="18348"/>
                  <a:pt x="19357" y="17790"/>
                  <a:pt x="19430" y="17243"/>
                </a:cubicBezTo>
                <a:cubicBezTo>
                  <a:pt x="19503" y="16695"/>
                  <a:pt x="19584" y="16063"/>
                  <a:pt x="19619" y="15828"/>
                </a:cubicBezTo>
                <a:cubicBezTo>
                  <a:pt x="19654" y="15594"/>
                  <a:pt x="19746" y="14931"/>
                  <a:pt x="19821" y="14357"/>
                </a:cubicBezTo>
                <a:cubicBezTo>
                  <a:pt x="19897" y="13784"/>
                  <a:pt x="19987" y="13115"/>
                  <a:pt x="20024" y="12868"/>
                </a:cubicBezTo>
                <a:cubicBezTo>
                  <a:pt x="20061" y="12620"/>
                  <a:pt x="20144" y="12068"/>
                  <a:pt x="20199" y="11651"/>
                </a:cubicBezTo>
                <a:cubicBezTo>
                  <a:pt x="20255" y="11234"/>
                  <a:pt x="20326" y="10728"/>
                  <a:pt x="20361" y="10520"/>
                </a:cubicBezTo>
                <a:cubicBezTo>
                  <a:pt x="20397" y="10311"/>
                  <a:pt x="20475" y="9685"/>
                  <a:pt x="20537" y="9124"/>
                </a:cubicBezTo>
                <a:cubicBezTo>
                  <a:pt x="20599" y="8564"/>
                  <a:pt x="20678" y="8066"/>
                  <a:pt x="20712" y="8021"/>
                </a:cubicBezTo>
                <a:cubicBezTo>
                  <a:pt x="20747" y="7976"/>
                  <a:pt x="20778" y="7828"/>
                  <a:pt x="20780" y="7691"/>
                </a:cubicBezTo>
                <a:cubicBezTo>
                  <a:pt x="20782" y="7554"/>
                  <a:pt x="20842" y="7021"/>
                  <a:pt x="20915" y="6513"/>
                </a:cubicBezTo>
                <a:cubicBezTo>
                  <a:pt x="20987" y="6004"/>
                  <a:pt x="21109" y="5125"/>
                  <a:pt x="21185" y="4551"/>
                </a:cubicBezTo>
                <a:cubicBezTo>
                  <a:pt x="21329" y="3464"/>
                  <a:pt x="21398" y="2959"/>
                  <a:pt x="21522" y="2204"/>
                </a:cubicBezTo>
                <a:cubicBezTo>
                  <a:pt x="21563" y="1956"/>
                  <a:pt x="21590" y="1561"/>
                  <a:pt x="21576" y="1327"/>
                </a:cubicBezTo>
                <a:cubicBezTo>
                  <a:pt x="21555" y="966"/>
                  <a:pt x="21523" y="865"/>
                  <a:pt x="21374" y="704"/>
                </a:cubicBezTo>
                <a:cubicBezTo>
                  <a:pt x="21187" y="503"/>
                  <a:pt x="21102" y="456"/>
                  <a:pt x="20672" y="252"/>
                </a:cubicBezTo>
                <a:cubicBezTo>
                  <a:pt x="20356" y="102"/>
                  <a:pt x="20235" y="28"/>
                  <a:pt x="19794" y="7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5"/>
          <p:cNvSpPr/>
          <p:nvPr/>
        </p:nvSpPr>
        <p:spPr>
          <a:xfrm>
            <a:off x="395359" y="294507"/>
            <a:ext cx="2819689" cy="242392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5"/>
          <p:cNvSpPr txBox="1"/>
          <p:nvPr/>
        </p:nvSpPr>
        <p:spPr>
          <a:xfrm>
            <a:off x="437254" y="310331"/>
            <a:ext cx="2511162" cy="21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Прогноз с вложениями</a:t>
            </a:r>
            <a:endParaRPr/>
          </a:p>
        </p:txBody>
      </p:sp>
      <p:sp>
        <p:nvSpPr>
          <p:cNvPr id="466" name="Google Shape;466;p25"/>
          <p:cNvSpPr/>
          <p:nvPr/>
        </p:nvSpPr>
        <p:spPr>
          <a:xfrm>
            <a:off x="393992" y="4169773"/>
            <a:ext cx="8229601" cy="704851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5"/>
          <p:cNvSpPr txBox="1"/>
          <p:nvPr/>
        </p:nvSpPr>
        <p:spPr>
          <a:xfrm>
            <a:off x="1124783" y="4300308"/>
            <a:ext cx="7905751" cy="443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Прогноз чистой </a:t>
            </a:r>
            <a:r>
              <a:rPr b="0" i="0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прибыли (накопительно) на конец 2027 г. ~ </a:t>
            </a:r>
            <a:r>
              <a:rPr b="1" i="0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11 524 709 ₽. </a:t>
            </a:r>
            <a:br>
              <a:rPr b="0" i="0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2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Выход на точку безубыточности — ноябрь 2026 г.</a:t>
            </a:r>
            <a:endParaRPr/>
          </a:p>
        </p:txBody>
      </p:sp>
      <p:sp>
        <p:nvSpPr>
          <p:cNvPr id="468" name="Google Shape;468;p25"/>
          <p:cNvSpPr txBox="1"/>
          <p:nvPr/>
        </p:nvSpPr>
        <p:spPr>
          <a:xfrm>
            <a:off x="592242" y="4299948"/>
            <a:ext cx="351242" cy="444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💰</a:t>
            </a:r>
            <a:endParaRPr/>
          </a:p>
        </p:txBody>
      </p:sp>
      <p:pic>
        <p:nvPicPr>
          <p:cNvPr descr="Screenshot 2026-05-07 at 15.05.15.png" id="469" name="Google Shape;4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336" y="626904"/>
            <a:ext cx="7140262" cy="3432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lid-green-dot-vector-shape_302321-3370.avif" id="470" name="Google Shape;470;p25"/>
          <p:cNvPicPr preferRelativeResize="0"/>
          <p:nvPr/>
        </p:nvPicPr>
        <p:blipFill rotWithShape="1">
          <a:blip r:embed="rId4">
            <a:alphaModFix/>
          </a:blip>
          <a:srcRect b="11204" l="11604" r="11643" t="11081"/>
          <a:stretch/>
        </p:blipFill>
        <p:spPr>
          <a:xfrm>
            <a:off x="2925979" y="3201720"/>
            <a:ext cx="150608" cy="151278"/>
          </a:xfrm>
          <a:custGeom>
            <a:rect b="b" l="l" r="r" t="t"/>
            <a:pathLst>
              <a:path extrusionOk="0" h="21539" w="21544">
                <a:moveTo>
                  <a:pt x="10049" y="26"/>
                </a:moveTo>
                <a:cubicBezTo>
                  <a:pt x="9268" y="84"/>
                  <a:pt x="9153" y="104"/>
                  <a:pt x="8459" y="252"/>
                </a:cubicBezTo>
                <a:cubicBezTo>
                  <a:pt x="6839" y="598"/>
                  <a:pt x="5160" y="1427"/>
                  <a:pt x="3918" y="2456"/>
                </a:cubicBezTo>
                <a:cubicBezTo>
                  <a:pt x="3497" y="2804"/>
                  <a:pt x="2443" y="3938"/>
                  <a:pt x="2158" y="4320"/>
                </a:cubicBezTo>
                <a:cubicBezTo>
                  <a:pt x="1236" y="5557"/>
                  <a:pt x="520" y="6974"/>
                  <a:pt x="227" y="8332"/>
                </a:cubicBezTo>
                <a:cubicBezTo>
                  <a:pt x="8" y="9349"/>
                  <a:pt x="6" y="9437"/>
                  <a:pt x="0" y="10649"/>
                </a:cubicBezTo>
                <a:cubicBezTo>
                  <a:pt x="-5" y="11761"/>
                  <a:pt x="68" y="12488"/>
                  <a:pt x="171" y="12796"/>
                </a:cubicBezTo>
                <a:cubicBezTo>
                  <a:pt x="191" y="12858"/>
                  <a:pt x="196" y="13077"/>
                  <a:pt x="227" y="13248"/>
                </a:cubicBezTo>
                <a:cubicBezTo>
                  <a:pt x="334" y="13832"/>
                  <a:pt x="729" y="14875"/>
                  <a:pt x="1079" y="15565"/>
                </a:cubicBezTo>
                <a:cubicBezTo>
                  <a:pt x="1669" y="16729"/>
                  <a:pt x="2212" y="17488"/>
                  <a:pt x="3180" y="18447"/>
                </a:cubicBezTo>
                <a:cubicBezTo>
                  <a:pt x="3577" y="18841"/>
                  <a:pt x="3977" y="19217"/>
                  <a:pt x="4088" y="19295"/>
                </a:cubicBezTo>
                <a:cubicBezTo>
                  <a:pt x="4283" y="19431"/>
                  <a:pt x="5104" y="19972"/>
                  <a:pt x="5280" y="20086"/>
                </a:cubicBezTo>
                <a:cubicBezTo>
                  <a:pt x="5328" y="20116"/>
                  <a:pt x="5609" y="20276"/>
                  <a:pt x="5905" y="20425"/>
                </a:cubicBezTo>
                <a:cubicBezTo>
                  <a:pt x="7175" y="21065"/>
                  <a:pt x="8446" y="21399"/>
                  <a:pt x="9765" y="21498"/>
                </a:cubicBezTo>
                <a:cubicBezTo>
                  <a:pt x="10649" y="21565"/>
                  <a:pt x="11958" y="21552"/>
                  <a:pt x="12490" y="21442"/>
                </a:cubicBezTo>
                <a:cubicBezTo>
                  <a:pt x="12595" y="21420"/>
                  <a:pt x="12868" y="21379"/>
                  <a:pt x="13115" y="21329"/>
                </a:cubicBezTo>
                <a:cubicBezTo>
                  <a:pt x="13880" y="21173"/>
                  <a:pt x="14843" y="20811"/>
                  <a:pt x="15613" y="20425"/>
                </a:cubicBezTo>
                <a:cubicBezTo>
                  <a:pt x="16275" y="20092"/>
                  <a:pt x="16456" y="20014"/>
                  <a:pt x="17486" y="19295"/>
                </a:cubicBezTo>
                <a:cubicBezTo>
                  <a:pt x="17591" y="19222"/>
                  <a:pt x="17971" y="18860"/>
                  <a:pt x="18338" y="18503"/>
                </a:cubicBezTo>
                <a:cubicBezTo>
                  <a:pt x="19190" y="17675"/>
                  <a:pt x="19644" y="17054"/>
                  <a:pt x="20268" y="15961"/>
                </a:cubicBezTo>
                <a:cubicBezTo>
                  <a:pt x="20345" y="15826"/>
                  <a:pt x="20446" y="15619"/>
                  <a:pt x="20495" y="15509"/>
                </a:cubicBezTo>
                <a:cubicBezTo>
                  <a:pt x="20544" y="15398"/>
                  <a:pt x="20644" y="15265"/>
                  <a:pt x="20666" y="15226"/>
                </a:cubicBezTo>
                <a:cubicBezTo>
                  <a:pt x="20848" y="14892"/>
                  <a:pt x="21209" y="13650"/>
                  <a:pt x="21290" y="13192"/>
                </a:cubicBezTo>
                <a:cubicBezTo>
                  <a:pt x="21320" y="13020"/>
                  <a:pt x="21382" y="12852"/>
                  <a:pt x="21404" y="12796"/>
                </a:cubicBezTo>
                <a:cubicBezTo>
                  <a:pt x="21562" y="12392"/>
                  <a:pt x="21595" y="9939"/>
                  <a:pt x="21460" y="9180"/>
                </a:cubicBezTo>
                <a:cubicBezTo>
                  <a:pt x="21368" y="8656"/>
                  <a:pt x="21263" y="7978"/>
                  <a:pt x="21176" y="7711"/>
                </a:cubicBezTo>
                <a:cubicBezTo>
                  <a:pt x="20547" y="5760"/>
                  <a:pt x="19673" y="4338"/>
                  <a:pt x="18281" y="3021"/>
                </a:cubicBezTo>
                <a:cubicBezTo>
                  <a:pt x="17710" y="2480"/>
                  <a:pt x="17694" y="2460"/>
                  <a:pt x="17316" y="2173"/>
                </a:cubicBezTo>
                <a:cubicBezTo>
                  <a:pt x="16119" y="1263"/>
                  <a:pt x="14572" y="592"/>
                  <a:pt x="13172" y="308"/>
                </a:cubicBezTo>
                <a:cubicBezTo>
                  <a:pt x="12974" y="268"/>
                  <a:pt x="12695" y="172"/>
                  <a:pt x="12547" y="139"/>
                </a:cubicBezTo>
                <a:cubicBezTo>
                  <a:pt x="12011" y="17"/>
                  <a:pt x="10866" y="-35"/>
                  <a:pt x="10049" y="26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solid-green-dot-vector-shape_302321-3370.avif" id="471" name="Google Shape;471;p25"/>
          <p:cNvPicPr preferRelativeResize="0"/>
          <p:nvPr/>
        </p:nvPicPr>
        <p:blipFill rotWithShape="1">
          <a:blip r:embed="rId4">
            <a:alphaModFix/>
          </a:blip>
          <a:srcRect b="11204" l="11604" r="11643" t="11081"/>
          <a:stretch/>
        </p:blipFill>
        <p:spPr>
          <a:xfrm>
            <a:off x="6479638" y="2411834"/>
            <a:ext cx="150608" cy="151279"/>
          </a:xfrm>
          <a:custGeom>
            <a:rect b="b" l="l" r="r" t="t"/>
            <a:pathLst>
              <a:path extrusionOk="0" h="21539" w="21544">
                <a:moveTo>
                  <a:pt x="10049" y="26"/>
                </a:moveTo>
                <a:cubicBezTo>
                  <a:pt x="9268" y="84"/>
                  <a:pt x="9153" y="104"/>
                  <a:pt x="8459" y="252"/>
                </a:cubicBezTo>
                <a:cubicBezTo>
                  <a:pt x="6839" y="598"/>
                  <a:pt x="5160" y="1427"/>
                  <a:pt x="3918" y="2456"/>
                </a:cubicBezTo>
                <a:cubicBezTo>
                  <a:pt x="3497" y="2804"/>
                  <a:pt x="2443" y="3938"/>
                  <a:pt x="2158" y="4320"/>
                </a:cubicBezTo>
                <a:cubicBezTo>
                  <a:pt x="1236" y="5557"/>
                  <a:pt x="520" y="6974"/>
                  <a:pt x="227" y="8332"/>
                </a:cubicBezTo>
                <a:cubicBezTo>
                  <a:pt x="8" y="9349"/>
                  <a:pt x="6" y="9437"/>
                  <a:pt x="0" y="10649"/>
                </a:cubicBezTo>
                <a:cubicBezTo>
                  <a:pt x="-5" y="11761"/>
                  <a:pt x="68" y="12488"/>
                  <a:pt x="171" y="12796"/>
                </a:cubicBezTo>
                <a:cubicBezTo>
                  <a:pt x="191" y="12858"/>
                  <a:pt x="196" y="13077"/>
                  <a:pt x="227" y="13248"/>
                </a:cubicBezTo>
                <a:cubicBezTo>
                  <a:pt x="334" y="13832"/>
                  <a:pt x="729" y="14875"/>
                  <a:pt x="1079" y="15565"/>
                </a:cubicBezTo>
                <a:cubicBezTo>
                  <a:pt x="1669" y="16729"/>
                  <a:pt x="2212" y="17488"/>
                  <a:pt x="3180" y="18447"/>
                </a:cubicBezTo>
                <a:cubicBezTo>
                  <a:pt x="3577" y="18841"/>
                  <a:pt x="3977" y="19217"/>
                  <a:pt x="4088" y="19295"/>
                </a:cubicBezTo>
                <a:cubicBezTo>
                  <a:pt x="4283" y="19431"/>
                  <a:pt x="5104" y="19972"/>
                  <a:pt x="5280" y="20086"/>
                </a:cubicBezTo>
                <a:cubicBezTo>
                  <a:pt x="5328" y="20116"/>
                  <a:pt x="5609" y="20276"/>
                  <a:pt x="5905" y="20425"/>
                </a:cubicBezTo>
                <a:cubicBezTo>
                  <a:pt x="7175" y="21065"/>
                  <a:pt x="8446" y="21399"/>
                  <a:pt x="9765" y="21498"/>
                </a:cubicBezTo>
                <a:cubicBezTo>
                  <a:pt x="10649" y="21565"/>
                  <a:pt x="11958" y="21552"/>
                  <a:pt x="12490" y="21442"/>
                </a:cubicBezTo>
                <a:cubicBezTo>
                  <a:pt x="12595" y="21420"/>
                  <a:pt x="12868" y="21379"/>
                  <a:pt x="13115" y="21329"/>
                </a:cubicBezTo>
                <a:cubicBezTo>
                  <a:pt x="13880" y="21173"/>
                  <a:pt x="14843" y="20811"/>
                  <a:pt x="15613" y="20425"/>
                </a:cubicBezTo>
                <a:cubicBezTo>
                  <a:pt x="16275" y="20092"/>
                  <a:pt x="16456" y="20014"/>
                  <a:pt x="17486" y="19295"/>
                </a:cubicBezTo>
                <a:cubicBezTo>
                  <a:pt x="17591" y="19222"/>
                  <a:pt x="17971" y="18860"/>
                  <a:pt x="18338" y="18503"/>
                </a:cubicBezTo>
                <a:cubicBezTo>
                  <a:pt x="19190" y="17675"/>
                  <a:pt x="19644" y="17054"/>
                  <a:pt x="20268" y="15961"/>
                </a:cubicBezTo>
                <a:cubicBezTo>
                  <a:pt x="20345" y="15826"/>
                  <a:pt x="20446" y="15619"/>
                  <a:pt x="20495" y="15509"/>
                </a:cubicBezTo>
                <a:cubicBezTo>
                  <a:pt x="20544" y="15398"/>
                  <a:pt x="20644" y="15265"/>
                  <a:pt x="20666" y="15226"/>
                </a:cubicBezTo>
                <a:cubicBezTo>
                  <a:pt x="20848" y="14892"/>
                  <a:pt x="21209" y="13650"/>
                  <a:pt x="21290" y="13192"/>
                </a:cubicBezTo>
                <a:cubicBezTo>
                  <a:pt x="21320" y="13020"/>
                  <a:pt x="21382" y="12852"/>
                  <a:pt x="21404" y="12796"/>
                </a:cubicBezTo>
                <a:cubicBezTo>
                  <a:pt x="21562" y="12392"/>
                  <a:pt x="21595" y="9939"/>
                  <a:pt x="21460" y="9180"/>
                </a:cubicBezTo>
                <a:cubicBezTo>
                  <a:pt x="21368" y="8656"/>
                  <a:pt x="21263" y="7978"/>
                  <a:pt x="21176" y="7711"/>
                </a:cubicBezTo>
                <a:cubicBezTo>
                  <a:pt x="20547" y="5760"/>
                  <a:pt x="19673" y="4338"/>
                  <a:pt x="18281" y="3021"/>
                </a:cubicBezTo>
                <a:cubicBezTo>
                  <a:pt x="17710" y="2480"/>
                  <a:pt x="17694" y="2460"/>
                  <a:pt x="17316" y="2173"/>
                </a:cubicBezTo>
                <a:cubicBezTo>
                  <a:pt x="16119" y="1263"/>
                  <a:pt x="14572" y="592"/>
                  <a:pt x="13172" y="308"/>
                </a:cubicBezTo>
                <a:cubicBezTo>
                  <a:pt x="12974" y="268"/>
                  <a:pt x="12695" y="172"/>
                  <a:pt x="12547" y="139"/>
                </a:cubicBezTo>
                <a:cubicBezTo>
                  <a:pt x="12011" y="17"/>
                  <a:pt x="10866" y="-35"/>
                  <a:pt x="10049" y="26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6"/>
          <p:cNvSpPr/>
          <p:nvPr/>
        </p:nvSpPr>
        <p:spPr>
          <a:xfrm>
            <a:off x="360243" y="433680"/>
            <a:ext cx="3089301" cy="265569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6"/>
          <p:cNvSpPr txBox="1"/>
          <p:nvPr/>
        </p:nvSpPr>
        <p:spPr>
          <a:xfrm>
            <a:off x="472369" y="461093"/>
            <a:ext cx="3459547" cy="21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Прогноз по продаже доп. продуктов</a:t>
            </a:r>
            <a:endParaRPr/>
          </a:p>
        </p:txBody>
      </p:sp>
      <p:sp>
        <p:nvSpPr>
          <p:cNvPr id="478" name="Google Shape;478;p26"/>
          <p:cNvSpPr/>
          <p:nvPr/>
        </p:nvSpPr>
        <p:spPr>
          <a:xfrm>
            <a:off x="443167" y="1553413"/>
            <a:ext cx="7488067" cy="2391960"/>
          </a:xfrm>
          <a:prstGeom prst="roundRect">
            <a:avLst>
              <a:gd fmla="val 45874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9" name="Google Shape;479;p26"/>
          <p:cNvGraphicFramePr/>
          <p:nvPr/>
        </p:nvGraphicFramePr>
        <p:xfrm>
          <a:off x="1137910" y="1726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{8D8AF6FE-12A7-4F74-8AB5-320FCA8590A0}</a:tableStyleId>
              </a:tblPr>
              <a:tblGrid>
                <a:gridCol w="1976450"/>
                <a:gridCol w="940025"/>
                <a:gridCol w="993500"/>
                <a:gridCol w="1121800"/>
                <a:gridCol w="1298425"/>
              </a:tblGrid>
              <a:tr h="3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Доп. Продукт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900"/>
                        <a:buFont typeface="Helvetica Neue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rgbClr val="FFB547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Baseline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Количество продаж </a:t>
                      </a:r>
                      <a:br>
                        <a:rPr b="1" lang="en-US" sz="1000" u="none" cap="none" strike="noStrike">
                          <a:solidFill>
                            <a:srgbClr val="FFB54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за 6 месяцев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Количество продаж  за 12 месяцев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Сберздоровье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B547"/>
                          </a:solidFill>
                        </a:rPr>
                        <a:t>81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</a:rPr>
                        <a:t>302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Страхование от потери работы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B547"/>
                          </a:solidFill>
                        </a:rPr>
                        <a:t>64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</a:rPr>
                        <a:t>242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Юрист Ц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B547"/>
                          </a:solidFill>
                        </a:rPr>
                        <a:t>48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</a:rPr>
                        <a:t>181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5F7FB"/>
                          </a:solidFill>
                        </a:rPr>
                        <a:t>Фарм IQ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CBD5E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FFB547"/>
                          </a:solidFill>
                        </a:rPr>
                        <a:t>32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B547"/>
                          </a:solidFill>
                        </a:rPr>
                        <a:t>121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5F7FB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B547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rgbClr val="FFB547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5F7FB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800"/>
                        <a:buFont typeface="Helvetica Neue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B547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rgbClr val="FFB547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5F7FB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800"/>
                        <a:buFont typeface="Helvetica Neue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B547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rgbClr val="FFB547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7FB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5F7FB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CBD5E1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B547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547"/>
                        </a:buClr>
                        <a:buSzPts val="1000"/>
                        <a:buFont typeface="Helvetica Neue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rgbClr val="FFB547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0" name="Google Shape;480;p26"/>
          <p:cNvSpPr txBox="1"/>
          <p:nvPr/>
        </p:nvSpPr>
        <p:spPr>
          <a:xfrm>
            <a:off x="415061" y="809609"/>
            <a:ext cx="8394193" cy="406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700"/>
              <a:buFont typeface="Playfair Display"/>
              <a:buNone/>
            </a:pPr>
            <a:r>
              <a:rPr b="1" i="0" lang="en-US" sz="27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Не только в мае, поможем Майе</a:t>
            </a:r>
            <a:endParaRPr/>
          </a:p>
        </p:txBody>
      </p:sp>
      <p:pic>
        <p:nvPicPr>
          <p:cNvPr descr="images (7).jpeg" id="481" name="Google Shape;48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7503" y="747300"/>
            <a:ext cx="642927" cy="53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26"/>
          <p:cNvSpPr txBox="1"/>
          <p:nvPr/>
        </p:nvSpPr>
        <p:spPr>
          <a:xfrm>
            <a:off x="1171677" y="3580472"/>
            <a:ext cx="2508881" cy="148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добавление новых доп. продуктов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7"/>
          <p:cNvSpPr/>
          <p:nvPr/>
        </p:nvSpPr>
        <p:spPr>
          <a:xfrm>
            <a:off x="436130" y="1266071"/>
            <a:ext cx="4057651" cy="106680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4601057" y="1266071"/>
            <a:ext cx="4057651" cy="106680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457199" y="2672406"/>
            <a:ext cx="4057651" cy="106680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4629150" y="2672406"/>
            <a:ext cx="4057650" cy="106680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7"/>
          <p:cNvSpPr txBox="1"/>
          <p:nvPr/>
        </p:nvSpPr>
        <p:spPr>
          <a:xfrm>
            <a:off x="436130" y="588011"/>
            <a:ext cx="8394194" cy="368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400"/>
              <a:buFont typeface="Playfair Display"/>
              <a:buNone/>
            </a:pPr>
            <a:r>
              <a:rPr b="1" i="0" lang="en-US" sz="24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Что может пойти не так — как отреагируем на риски</a:t>
            </a:r>
            <a:endParaRPr/>
          </a:p>
        </p:txBody>
      </p:sp>
      <p:sp>
        <p:nvSpPr>
          <p:cNvPr id="492" name="Google Shape;492;p27"/>
          <p:cNvSpPr txBox="1"/>
          <p:nvPr/>
        </p:nvSpPr>
        <p:spPr>
          <a:xfrm>
            <a:off x="626630" y="1608971"/>
            <a:ext cx="3789046" cy="148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Гиганты скопируют сценарный подбор</a:t>
            </a:r>
            <a:endParaRPr/>
          </a:p>
        </p:txBody>
      </p:sp>
      <p:sp>
        <p:nvSpPr>
          <p:cNvPr id="493" name="Google Shape;493;p27"/>
          <p:cNvSpPr txBox="1"/>
          <p:nvPr/>
        </p:nvSpPr>
        <p:spPr>
          <a:xfrm>
            <a:off x="626630" y="1875671"/>
            <a:ext cx="3714751" cy="13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900"/>
              <a:buFont typeface="Helvetica Neue"/>
              <a:buNone/>
            </a:pPr>
            <a:r>
              <a:rPr b="0" i="0" lang="en-US" sz="9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Быстрый time-to-market + Центрофинанс как уникальный актив</a:t>
            </a:r>
            <a:endParaRPr/>
          </a:p>
        </p:txBody>
      </p:sp>
      <p:sp>
        <p:nvSpPr>
          <p:cNvPr id="494" name="Google Shape;494;p27"/>
          <p:cNvSpPr txBox="1"/>
          <p:nvPr/>
        </p:nvSpPr>
        <p:spPr>
          <a:xfrm>
            <a:off x="4798580" y="1608971"/>
            <a:ext cx="3789046" cy="148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Партнеры не дадут API для прескоринга</a:t>
            </a:r>
            <a:endParaRPr/>
          </a:p>
        </p:txBody>
      </p:sp>
      <p:sp>
        <p:nvSpPr>
          <p:cNvPr id="495" name="Google Shape;495;p27"/>
          <p:cNvSpPr txBox="1"/>
          <p:nvPr/>
        </p:nvSpPr>
        <p:spPr>
          <a:xfrm>
            <a:off x="4798580" y="1875671"/>
            <a:ext cx="3789046" cy="326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900"/>
              <a:buFont typeface="Helvetica Neue"/>
              <a:buNone/>
            </a:pPr>
            <a:r>
              <a:rPr b="0" i="0" lang="en-US" sz="9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Старт с 3 лояльных (МФО, банков) и отдельными соглашениями о намерениях ещё с 5 банками</a:t>
            </a:r>
            <a:endParaRPr/>
          </a:p>
        </p:txBody>
      </p:sp>
      <p:sp>
        <p:nvSpPr>
          <p:cNvPr id="496" name="Google Shape;496;p27"/>
          <p:cNvSpPr txBox="1"/>
          <p:nvPr/>
        </p:nvSpPr>
        <p:spPr>
          <a:xfrm>
            <a:off x="647699" y="3015306"/>
            <a:ext cx="3789046" cy="13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Изменения законодательства</a:t>
            </a:r>
            <a:endParaRPr/>
          </a:p>
        </p:txBody>
      </p:sp>
      <p:sp>
        <p:nvSpPr>
          <p:cNvPr id="497" name="Google Shape;497;p27"/>
          <p:cNvSpPr txBox="1"/>
          <p:nvPr/>
        </p:nvSpPr>
        <p:spPr>
          <a:xfrm>
            <a:off x="4819649" y="3015306"/>
            <a:ext cx="3789046" cy="13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AI-галлюцинации в финсоветах</a:t>
            </a:r>
            <a:endParaRPr/>
          </a:p>
        </p:txBody>
      </p:sp>
      <p:sp>
        <p:nvSpPr>
          <p:cNvPr id="498" name="Google Shape;498;p27"/>
          <p:cNvSpPr txBox="1"/>
          <p:nvPr/>
        </p:nvSpPr>
        <p:spPr>
          <a:xfrm>
            <a:off x="4819649" y="3282006"/>
            <a:ext cx="3789046" cy="326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900"/>
              <a:buFont typeface="Helvetica Neue"/>
              <a:buNone/>
            </a:pPr>
            <a:r>
              <a:rPr b="0" i="0" lang="en-US" sz="9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Все рекомендации проходят правила-фильтры, а критичные сценарии через поддержку и ручную проверку</a:t>
            </a:r>
            <a:endParaRPr/>
          </a:p>
        </p:txBody>
      </p:sp>
      <p:pic>
        <p:nvPicPr>
          <p:cNvPr descr="orange-ball-illustration_177761-167.avif" id="499" name="Google Shape;499;p27"/>
          <p:cNvPicPr preferRelativeResize="0"/>
          <p:nvPr/>
        </p:nvPicPr>
        <p:blipFill rotWithShape="1">
          <a:blip r:embed="rId3">
            <a:alphaModFix/>
          </a:blip>
          <a:srcRect b="20693" l="17634" r="17622" t="14388"/>
          <a:stretch/>
        </p:blipFill>
        <p:spPr>
          <a:xfrm>
            <a:off x="2158529" y="1056565"/>
            <a:ext cx="367366" cy="368359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00" name="Google Shape;500;p27"/>
          <p:cNvSpPr txBox="1"/>
          <p:nvPr/>
        </p:nvSpPr>
        <p:spPr>
          <a:xfrm>
            <a:off x="2214449" y="1013190"/>
            <a:ext cx="255525" cy="411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pic>
        <p:nvPicPr>
          <p:cNvPr descr="orange-ball-illustration_177761-167.avif" id="501" name="Google Shape;501;p27"/>
          <p:cNvPicPr preferRelativeResize="0"/>
          <p:nvPr/>
        </p:nvPicPr>
        <p:blipFill rotWithShape="1">
          <a:blip r:embed="rId3">
            <a:alphaModFix/>
          </a:blip>
          <a:srcRect b="20693" l="17634" r="17622" t="14388"/>
          <a:stretch/>
        </p:blipFill>
        <p:spPr>
          <a:xfrm>
            <a:off x="6390280" y="1080391"/>
            <a:ext cx="367366" cy="368358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02" name="Google Shape;502;p27"/>
          <p:cNvSpPr txBox="1"/>
          <p:nvPr/>
        </p:nvSpPr>
        <p:spPr>
          <a:xfrm>
            <a:off x="6446200" y="1032739"/>
            <a:ext cx="255525" cy="411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pic>
        <p:nvPicPr>
          <p:cNvPr descr="orange-ball-illustration_177761-167.avif" id="503" name="Google Shape;503;p27"/>
          <p:cNvPicPr preferRelativeResize="0"/>
          <p:nvPr/>
        </p:nvPicPr>
        <p:blipFill rotWithShape="1">
          <a:blip r:embed="rId3">
            <a:alphaModFix/>
          </a:blip>
          <a:srcRect b="20693" l="17634" r="17622" t="14388"/>
          <a:stretch/>
        </p:blipFill>
        <p:spPr>
          <a:xfrm>
            <a:off x="2179598" y="2515794"/>
            <a:ext cx="367366" cy="368358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04" name="Google Shape;504;p27"/>
          <p:cNvSpPr txBox="1"/>
          <p:nvPr/>
        </p:nvSpPr>
        <p:spPr>
          <a:xfrm>
            <a:off x="2235518" y="2472419"/>
            <a:ext cx="255525" cy="411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pic>
        <p:nvPicPr>
          <p:cNvPr descr="orange-ball-illustration_177761-167.avif" id="505" name="Google Shape;505;p27"/>
          <p:cNvPicPr preferRelativeResize="0"/>
          <p:nvPr/>
        </p:nvPicPr>
        <p:blipFill rotWithShape="1">
          <a:blip r:embed="rId3">
            <a:alphaModFix/>
          </a:blip>
          <a:srcRect b="20693" l="17634" r="17622" t="14388"/>
          <a:stretch/>
        </p:blipFill>
        <p:spPr>
          <a:xfrm>
            <a:off x="6411349" y="2515794"/>
            <a:ext cx="367365" cy="368358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06" name="Google Shape;506;p27"/>
          <p:cNvSpPr txBox="1"/>
          <p:nvPr/>
        </p:nvSpPr>
        <p:spPr>
          <a:xfrm>
            <a:off x="6467269" y="2472419"/>
            <a:ext cx="255525" cy="411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507" name="Google Shape;507;p27"/>
          <p:cNvSpPr/>
          <p:nvPr/>
        </p:nvSpPr>
        <p:spPr>
          <a:xfrm>
            <a:off x="430474" y="316222"/>
            <a:ext cx="1083572" cy="93149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7"/>
          <p:cNvSpPr txBox="1"/>
          <p:nvPr/>
        </p:nvSpPr>
        <p:spPr>
          <a:xfrm>
            <a:off x="437254" y="257425"/>
            <a:ext cx="2511162" cy="21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 Риски</a:t>
            </a:r>
            <a:endParaRPr/>
          </a:p>
        </p:txBody>
      </p:sp>
      <p:sp>
        <p:nvSpPr>
          <p:cNvPr id="509" name="Google Shape;509;p27"/>
          <p:cNvSpPr txBox="1"/>
          <p:nvPr/>
        </p:nvSpPr>
        <p:spPr>
          <a:xfrm>
            <a:off x="647699" y="3282006"/>
            <a:ext cx="3789046" cy="139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900"/>
              <a:buFont typeface="Helvetica Neue"/>
              <a:buNone/>
            </a:pPr>
            <a:r>
              <a:rPr b="0" i="0" lang="en-US" sz="9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Снижение рисков за счёт представленности разных категорий</a:t>
            </a:r>
            <a:endParaRPr/>
          </a:p>
        </p:txBody>
      </p:sp>
      <p:sp>
        <p:nvSpPr>
          <p:cNvPr id="510" name="Google Shape;510;p27"/>
          <p:cNvSpPr/>
          <p:nvPr/>
        </p:nvSpPr>
        <p:spPr>
          <a:xfrm>
            <a:off x="2604401" y="3939428"/>
            <a:ext cx="4057651" cy="106680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7"/>
          <p:cNvSpPr txBox="1"/>
          <p:nvPr/>
        </p:nvSpPr>
        <p:spPr>
          <a:xfrm>
            <a:off x="2799931" y="4181250"/>
            <a:ext cx="3789046" cy="333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5F7FB"/>
                </a:solidFill>
                <a:latin typeface="Arial"/>
                <a:ea typeface="Arial"/>
                <a:cs typeface="Arial"/>
                <a:sym typeface="Arial"/>
              </a:rPr>
              <a:t>Предоставление недостоверной инфо AI-агенту, неверное решение</a:t>
            </a:r>
            <a:endParaRPr/>
          </a:p>
        </p:txBody>
      </p:sp>
      <p:pic>
        <p:nvPicPr>
          <p:cNvPr descr="orange-ball-illustration_177761-167.avif" id="512" name="Google Shape;512;p27"/>
          <p:cNvPicPr preferRelativeResize="0"/>
          <p:nvPr/>
        </p:nvPicPr>
        <p:blipFill rotWithShape="1">
          <a:blip r:embed="rId3">
            <a:alphaModFix/>
          </a:blip>
          <a:srcRect b="20693" l="17634" r="17622" t="14388"/>
          <a:stretch/>
        </p:blipFill>
        <p:spPr>
          <a:xfrm>
            <a:off x="4386600" y="3782816"/>
            <a:ext cx="367366" cy="368358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13" name="Google Shape;513;p27"/>
          <p:cNvSpPr txBox="1"/>
          <p:nvPr/>
        </p:nvSpPr>
        <p:spPr>
          <a:xfrm>
            <a:off x="4442521" y="3739441"/>
            <a:ext cx="255525" cy="411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514" name="Google Shape;514;p27"/>
          <p:cNvSpPr txBox="1"/>
          <p:nvPr/>
        </p:nvSpPr>
        <p:spPr>
          <a:xfrm>
            <a:off x="2799931" y="4658566"/>
            <a:ext cx="3789046" cy="139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900"/>
              <a:buFont typeface="Helvetica Neue"/>
              <a:buNone/>
            </a:pPr>
            <a:r>
              <a:rPr b="0" i="0" lang="en-US" sz="9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Продумать заход через запрос КИ, форму анкеты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/>
          <p:nvPr/>
        </p:nvSpPr>
        <p:spPr>
          <a:xfrm>
            <a:off x="383217" y="1448927"/>
            <a:ext cx="4038601" cy="1409701"/>
          </a:xfrm>
          <a:prstGeom prst="roundRect">
            <a:avLst>
              <a:gd fmla="val 5000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8"/>
          <p:cNvSpPr/>
          <p:nvPr/>
        </p:nvSpPr>
        <p:spPr>
          <a:xfrm>
            <a:off x="4574218" y="1448927"/>
            <a:ext cx="4038601" cy="1409701"/>
          </a:xfrm>
          <a:prstGeom prst="roundRect">
            <a:avLst>
              <a:gd fmla="val 5000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8"/>
          <p:cNvSpPr/>
          <p:nvPr/>
        </p:nvSpPr>
        <p:spPr>
          <a:xfrm>
            <a:off x="383217" y="3011027"/>
            <a:ext cx="4038601" cy="1409701"/>
          </a:xfrm>
          <a:prstGeom prst="roundRect">
            <a:avLst>
              <a:gd fmla="val 5000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8"/>
          <p:cNvSpPr/>
          <p:nvPr/>
        </p:nvSpPr>
        <p:spPr>
          <a:xfrm>
            <a:off x="4574218" y="3011027"/>
            <a:ext cx="4038601" cy="1409701"/>
          </a:xfrm>
          <a:prstGeom prst="roundRect">
            <a:avLst>
              <a:gd fmla="val 5000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8"/>
          <p:cNvSpPr txBox="1"/>
          <p:nvPr/>
        </p:nvSpPr>
        <p:spPr>
          <a:xfrm>
            <a:off x="443153" y="765868"/>
            <a:ext cx="8394194" cy="469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3100"/>
              <a:buFont typeface="Playfair Display"/>
              <a:buNone/>
            </a:pPr>
            <a:r>
              <a:rPr b="1" i="0" lang="en-US" sz="31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Что нам нужно утвердить</a:t>
            </a:r>
            <a:endParaRPr/>
          </a:p>
        </p:txBody>
      </p:sp>
      <p:sp>
        <p:nvSpPr>
          <p:cNvPr id="524" name="Google Shape;524;p28"/>
          <p:cNvSpPr txBox="1"/>
          <p:nvPr/>
        </p:nvSpPr>
        <p:spPr>
          <a:xfrm>
            <a:off x="611817" y="1960486"/>
            <a:ext cx="237406" cy="321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25" name="Google Shape;525;p28"/>
          <p:cNvSpPr txBox="1"/>
          <p:nvPr/>
        </p:nvSpPr>
        <p:spPr>
          <a:xfrm>
            <a:off x="984039" y="1504548"/>
            <a:ext cx="3691891" cy="186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Стратегию и позиционирование</a:t>
            </a:r>
            <a:endParaRPr/>
          </a:p>
        </p:txBody>
      </p:sp>
      <p:sp>
        <p:nvSpPr>
          <p:cNvPr id="526" name="Google Shape;526;p28"/>
          <p:cNvSpPr txBox="1"/>
          <p:nvPr/>
        </p:nvSpPr>
        <p:spPr>
          <a:xfrm>
            <a:off x="987138" y="1773328"/>
            <a:ext cx="2943129" cy="956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Выручай.ру - не просто ещё один банк и каталог, а сценарный финансовый брокер и B2B/B2C платформа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Позиционирование «Финансовый Сэнсэй»</a:t>
            </a:r>
            <a:endParaRPr/>
          </a:p>
        </p:txBody>
      </p:sp>
      <p:sp>
        <p:nvSpPr>
          <p:cNvPr id="527" name="Google Shape;527;p28"/>
          <p:cNvSpPr txBox="1"/>
          <p:nvPr/>
        </p:nvSpPr>
        <p:spPr>
          <a:xfrm>
            <a:off x="4801738" y="1960486"/>
            <a:ext cx="3691891" cy="321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28" name="Google Shape;528;p28"/>
          <p:cNvSpPr txBox="1"/>
          <p:nvPr/>
        </p:nvSpPr>
        <p:spPr>
          <a:xfrm>
            <a:off x="5117634" y="1573893"/>
            <a:ext cx="2445685" cy="172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Бюджет и команду *</a:t>
            </a:r>
            <a:endParaRPr/>
          </a:p>
        </p:txBody>
      </p:sp>
      <p:sp>
        <p:nvSpPr>
          <p:cNvPr id="529" name="Google Shape;529;p28"/>
          <p:cNvSpPr txBox="1"/>
          <p:nvPr/>
        </p:nvSpPr>
        <p:spPr>
          <a:xfrm>
            <a:off x="5121953" y="1877341"/>
            <a:ext cx="2943129" cy="552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Фазы 0–1 (90 дней): 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Есть: 1 PM</a:t>
            </a:r>
            <a:endParaRPr/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Найм: 1 dev, 1 AI-инженер, 1 SEO, 1 копирайтер </a:t>
            </a:r>
            <a:endParaRPr/>
          </a:p>
        </p:txBody>
      </p:sp>
      <p:sp>
        <p:nvSpPr>
          <p:cNvPr id="530" name="Google Shape;530;p28"/>
          <p:cNvSpPr txBox="1"/>
          <p:nvPr/>
        </p:nvSpPr>
        <p:spPr>
          <a:xfrm>
            <a:off x="611817" y="3555347"/>
            <a:ext cx="237406" cy="321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31" name="Google Shape;531;p28"/>
          <p:cNvSpPr txBox="1"/>
          <p:nvPr/>
        </p:nvSpPr>
        <p:spPr>
          <a:xfrm>
            <a:off x="1012131" y="3308001"/>
            <a:ext cx="2511161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Доступ к данным Центрофинанс</a:t>
            </a:r>
            <a:endParaRPr/>
          </a:p>
        </p:txBody>
      </p:sp>
      <p:sp>
        <p:nvSpPr>
          <p:cNvPr id="532" name="Google Shape;532;p28"/>
          <p:cNvSpPr txBox="1"/>
          <p:nvPr/>
        </p:nvSpPr>
        <p:spPr>
          <a:xfrm>
            <a:off x="970932" y="3660570"/>
            <a:ext cx="2975541" cy="350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API/данные для прескоринга и кросс-продаж — наш главный козырь</a:t>
            </a:r>
            <a:endParaRPr/>
          </a:p>
        </p:txBody>
      </p:sp>
      <p:sp>
        <p:nvSpPr>
          <p:cNvPr id="533" name="Google Shape;533;p28"/>
          <p:cNvSpPr txBox="1"/>
          <p:nvPr/>
        </p:nvSpPr>
        <p:spPr>
          <a:xfrm>
            <a:off x="4795794" y="3555347"/>
            <a:ext cx="237406" cy="321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534" name="Google Shape;534;p28"/>
          <p:cNvSpPr txBox="1"/>
          <p:nvPr/>
        </p:nvSpPr>
        <p:spPr>
          <a:xfrm>
            <a:off x="5238246" y="3308001"/>
            <a:ext cx="3691891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KPI и панель метрик</a:t>
            </a:r>
            <a:endParaRPr/>
          </a:p>
        </p:txBody>
      </p:sp>
      <p:sp>
        <p:nvSpPr>
          <p:cNvPr id="535" name="Google Shape;535;p28"/>
          <p:cNvSpPr txBox="1"/>
          <p:nvPr/>
        </p:nvSpPr>
        <p:spPr>
          <a:xfrm>
            <a:off x="5224200" y="3660570"/>
            <a:ext cx="3268404" cy="350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Согласование панели метрик как критерия перехода к фазе 2</a:t>
            </a:r>
            <a:endParaRPr/>
          </a:p>
        </p:txBody>
      </p:sp>
      <p:sp>
        <p:nvSpPr>
          <p:cNvPr id="536" name="Google Shape;536;p28"/>
          <p:cNvSpPr/>
          <p:nvPr/>
        </p:nvSpPr>
        <p:spPr>
          <a:xfrm>
            <a:off x="423451" y="363752"/>
            <a:ext cx="1687306" cy="145048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8"/>
          <p:cNvSpPr txBox="1"/>
          <p:nvPr/>
        </p:nvSpPr>
        <p:spPr>
          <a:xfrm>
            <a:off x="423208" y="330905"/>
            <a:ext cx="2511162" cy="21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 Запрос к СЕO</a:t>
            </a:r>
            <a:endParaRPr/>
          </a:p>
        </p:txBody>
      </p:sp>
      <p:sp>
        <p:nvSpPr>
          <p:cNvPr id="538" name="Google Shape;538;p28"/>
          <p:cNvSpPr txBox="1"/>
          <p:nvPr/>
        </p:nvSpPr>
        <p:spPr>
          <a:xfrm>
            <a:off x="462350" y="4636967"/>
            <a:ext cx="7578091" cy="148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Детальнее во вкладке PnL (с вложениями), PnL (с вложениями 26-27): </a:t>
            </a:r>
            <a:r>
              <a:rPr b="0" i="0" lang="en-US" sz="1000" u="sng" cap="none" strike="noStrike">
                <a:solidFill>
                  <a:srgbClr val="0563C1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здесь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9"/>
          <p:cNvSpPr txBox="1"/>
          <p:nvPr/>
        </p:nvSpPr>
        <p:spPr>
          <a:xfrm>
            <a:off x="374903" y="2238375"/>
            <a:ext cx="8394194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5400"/>
              <a:buFont typeface="Playfair Display"/>
              <a:buNone/>
            </a:pPr>
            <a:r>
              <a:rPr b="1" i="0" lang="en-US" sz="5400" u="none" cap="none" strike="noStrike">
                <a:solidFill>
                  <a:srgbClr val="F9731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Спасибо</a:t>
            </a:r>
            <a:endParaRPr/>
          </a:p>
        </p:txBody>
      </p:sp>
      <p:sp>
        <p:nvSpPr>
          <p:cNvPr id="544" name="Google Shape;544;p29"/>
          <p:cNvSpPr txBox="1"/>
          <p:nvPr/>
        </p:nvSpPr>
        <p:spPr>
          <a:xfrm>
            <a:off x="914400" y="3419475"/>
            <a:ext cx="7315200" cy="655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«Спокойно сравнивай, мудро выбирай.</a:t>
            </a:r>
            <a:br>
              <a:rPr b="0" i="1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1" lang="en-US" sz="18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В мире финансов твой друг — Выручай»</a:t>
            </a:r>
            <a:endParaRPr/>
          </a:p>
        </p:txBody>
      </p:sp>
      <p:sp>
        <p:nvSpPr>
          <p:cNvPr id="545" name="Google Shape;545;p29"/>
          <p:cNvSpPr txBox="1"/>
          <p:nvPr/>
        </p:nvSpPr>
        <p:spPr>
          <a:xfrm>
            <a:off x="374903" y="4333875"/>
            <a:ext cx="8394194" cy="1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EA0B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EA0BD"/>
                </a:solidFill>
                <a:latin typeface="Arial"/>
                <a:ea typeface="Arial"/>
                <a:cs typeface="Arial"/>
                <a:sym typeface="Arial"/>
              </a:rPr>
              <a:t>Выручай.ру · Финансовый Сэнсэй · 2026</a:t>
            </a:r>
            <a:endParaRPr/>
          </a:p>
        </p:txBody>
      </p:sp>
      <p:pic>
        <p:nvPicPr>
          <p:cNvPr descr="Screenshot 2026-04-22 at 10.22.47.png" id="546" name="Google Shape;546;p29"/>
          <p:cNvPicPr preferRelativeResize="0"/>
          <p:nvPr/>
        </p:nvPicPr>
        <p:blipFill rotWithShape="1">
          <a:blip r:embed="rId3">
            <a:alphaModFix/>
          </a:blip>
          <a:srcRect b="1911" l="13038" r="7782" t="4431"/>
          <a:stretch/>
        </p:blipFill>
        <p:spPr>
          <a:xfrm>
            <a:off x="3715725" y="300696"/>
            <a:ext cx="1712549" cy="1935663"/>
          </a:xfrm>
          <a:custGeom>
            <a:rect b="b" l="l" r="r" t="t"/>
            <a:pathLst>
              <a:path extrusionOk="0" h="21554" w="21565">
                <a:moveTo>
                  <a:pt x="9496" y="23"/>
                </a:moveTo>
                <a:cubicBezTo>
                  <a:pt x="9479" y="37"/>
                  <a:pt x="9420" y="49"/>
                  <a:pt x="9366" y="49"/>
                </a:cubicBezTo>
                <a:cubicBezTo>
                  <a:pt x="9162" y="50"/>
                  <a:pt x="8650" y="234"/>
                  <a:pt x="8346" y="416"/>
                </a:cubicBezTo>
                <a:cubicBezTo>
                  <a:pt x="8120" y="552"/>
                  <a:pt x="7815" y="841"/>
                  <a:pt x="7707" y="1022"/>
                </a:cubicBezTo>
                <a:cubicBezTo>
                  <a:pt x="7655" y="1109"/>
                  <a:pt x="7584" y="1223"/>
                  <a:pt x="7552" y="1274"/>
                </a:cubicBezTo>
                <a:cubicBezTo>
                  <a:pt x="7519" y="1324"/>
                  <a:pt x="7492" y="1392"/>
                  <a:pt x="7492" y="1424"/>
                </a:cubicBezTo>
                <a:cubicBezTo>
                  <a:pt x="7492" y="1456"/>
                  <a:pt x="7480" y="1487"/>
                  <a:pt x="7467" y="1495"/>
                </a:cubicBezTo>
                <a:cubicBezTo>
                  <a:pt x="7453" y="1502"/>
                  <a:pt x="7436" y="1557"/>
                  <a:pt x="7427" y="1614"/>
                </a:cubicBezTo>
                <a:cubicBezTo>
                  <a:pt x="7377" y="1908"/>
                  <a:pt x="7350" y="2102"/>
                  <a:pt x="7337" y="2294"/>
                </a:cubicBezTo>
                <a:cubicBezTo>
                  <a:pt x="7329" y="2415"/>
                  <a:pt x="7313" y="2507"/>
                  <a:pt x="7297" y="2507"/>
                </a:cubicBezTo>
                <a:cubicBezTo>
                  <a:pt x="7241" y="2507"/>
                  <a:pt x="7109" y="2609"/>
                  <a:pt x="7067" y="2683"/>
                </a:cubicBezTo>
                <a:cubicBezTo>
                  <a:pt x="7038" y="2734"/>
                  <a:pt x="7022" y="2828"/>
                  <a:pt x="7022" y="2966"/>
                </a:cubicBezTo>
                <a:cubicBezTo>
                  <a:pt x="7022" y="3146"/>
                  <a:pt x="7042" y="3216"/>
                  <a:pt x="7152" y="3514"/>
                </a:cubicBezTo>
                <a:cubicBezTo>
                  <a:pt x="7221" y="3703"/>
                  <a:pt x="7287" y="3896"/>
                  <a:pt x="7302" y="3943"/>
                </a:cubicBezTo>
                <a:cubicBezTo>
                  <a:pt x="7350" y="4094"/>
                  <a:pt x="7444" y="4234"/>
                  <a:pt x="7522" y="4274"/>
                </a:cubicBezTo>
                <a:cubicBezTo>
                  <a:pt x="7563" y="4296"/>
                  <a:pt x="7613" y="4346"/>
                  <a:pt x="7632" y="4380"/>
                </a:cubicBezTo>
                <a:cubicBezTo>
                  <a:pt x="7650" y="4415"/>
                  <a:pt x="7673" y="4459"/>
                  <a:pt x="7687" y="4482"/>
                </a:cubicBezTo>
                <a:cubicBezTo>
                  <a:pt x="7700" y="4505"/>
                  <a:pt x="7712" y="4543"/>
                  <a:pt x="7712" y="4562"/>
                </a:cubicBezTo>
                <a:cubicBezTo>
                  <a:pt x="7712" y="4580"/>
                  <a:pt x="7761" y="4678"/>
                  <a:pt x="7821" y="4778"/>
                </a:cubicBezTo>
                <a:cubicBezTo>
                  <a:pt x="7882" y="4879"/>
                  <a:pt x="7931" y="4980"/>
                  <a:pt x="7931" y="5004"/>
                </a:cubicBezTo>
                <a:cubicBezTo>
                  <a:pt x="7931" y="5027"/>
                  <a:pt x="7881" y="5095"/>
                  <a:pt x="7816" y="5158"/>
                </a:cubicBezTo>
                <a:cubicBezTo>
                  <a:pt x="7752" y="5221"/>
                  <a:pt x="7641" y="5340"/>
                  <a:pt x="7572" y="5419"/>
                </a:cubicBezTo>
                <a:cubicBezTo>
                  <a:pt x="7440" y="5569"/>
                  <a:pt x="7392" y="5596"/>
                  <a:pt x="7187" y="5649"/>
                </a:cubicBezTo>
                <a:cubicBezTo>
                  <a:pt x="7119" y="5666"/>
                  <a:pt x="7018" y="5706"/>
                  <a:pt x="6962" y="5737"/>
                </a:cubicBezTo>
                <a:cubicBezTo>
                  <a:pt x="6905" y="5768"/>
                  <a:pt x="6847" y="5790"/>
                  <a:pt x="6832" y="5790"/>
                </a:cubicBezTo>
                <a:cubicBezTo>
                  <a:pt x="6816" y="5790"/>
                  <a:pt x="6802" y="5800"/>
                  <a:pt x="6802" y="5812"/>
                </a:cubicBezTo>
                <a:cubicBezTo>
                  <a:pt x="6802" y="5824"/>
                  <a:pt x="6783" y="5840"/>
                  <a:pt x="6757" y="5848"/>
                </a:cubicBezTo>
                <a:cubicBezTo>
                  <a:pt x="6730" y="5855"/>
                  <a:pt x="6675" y="5877"/>
                  <a:pt x="6637" y="5896"/>
                </a:cubicBezTo>
                <a:cubicBezTo>
                  <a:pt x="6599" y="5916"/>
                  <a:pt x="6476" y="5962"/>
                  <a:pt x="6362" y="5998"/>
                </a:cubicBezTo>
                <a:cubicBezTo>
                  <a:pt x="6249" y="6034"/>
                  <a:pt x="6134" y="6074"/>
                  <a:pt x="6107" y="6086"/>
                </a:cubicBezTo>
                <a:cubicBezTo>
                  <a:pt x="6081" y="6099"/>
                  <a:pt x="6037" y="6108"/>
                  <a:pt x="6007" y="6108"/>
                </a:cubicBezTo>
                <a:cubicBezTo>
                  <a:pt x="5978" y="6108"/>
                  <a:pt x="5947" y="6117"/>
                  <a:pt x="5937" y="6130"/>
                </a:cubicBezTo>
                <a:cubicBezTo>
                  <a:pt x="5928" y="6144"/>
                  <a:pt x="5892" y="6157"/>
                  <a:pt x="5862" y="6157"/>
                </a:cubicBezTo>
                <a:cubicBezTo>
                  <a:pt x="5833" y="6157"/>
                  <a:pt x="5789" y="6167"/>
                  <a:pt x="5762" y="6179"/>
                </a:cubicBezTo>
                <a:cubicBezTo>
                  <a:pt x="5736" y="6191"/>
                  <a:pt x="5653" y="6216"/>
                  <a:pt x="5578" y="6237"/>
                </a:cubicBezTo>
                <a:cubicBezTo>
                  <a:pt x="5353" y="6298"/>
                  <a:pt x="5251" y="6337"/>
                  <a:pt x="5173" y="6382"/>
                </a:cubicBezTo>
                <a:cubicBezTo>
                  <a:pt x="5132" y="6406"/>
                  <a:pt x="5092" y="6422"/>
                  <a:pt x="5083" y="6422"/>
                </a:cubicBezTo>
                <a:cubicBezTo>
                  <a:pt x="5074" y="6422"/>
                  <a:pt x="4996" y="6467"/>
                  <a:pt x="4908" y="6519"/>
                </a:cubicBezTo>
                <a:cubicBezTo>
                  <a:pt x="4722" y="6631"/>
                  <a:pt x="4351" y="6971"/>
                  <a:pt x="4168" y="7200"/>
                </a:cubicBezTo>
                <a:cubicBezTo>
                  <a:pt x="4098" y="7287"/>
                  <a:pt x="4033" y="7366"/>
                  <a:pt x="4023" y="7372"/>
                </a:cubicBezTo>
                <a:cubicBezTo>
                  <a:pt x="3992" y="7394"/>
                  <a:pt x="3841" y="7603"/>
                  <a:pt x="3803" y="7677"/>
                </a:cubicBezTo>
                <a:cubicBezTo>
                  <a:pt x="3783" y="7717"/>
                  <a:pt x="3757" y="7769"/>
                  <a:pt x="3743" y="7792"/>
                </a:cubicBezTo>
                <a:cubicBezTo>
                  <a:pt x="3730" y="7815"/>
                  <a:pt x="3718" y="7851"/>
                  <a:pt x="3718" y="7872"/>
                </a:cubicBezTo>
                <a:cubicBezTo>
                  <a:pt x="3718" y="7892"/>
                  <a:pt x="3707" y="7928"/>
                  <a:pt x="3693" y="7951"/>
                </a:cubicBezTo>
                <a:cubicBezTo>
                  <a:pt x="3644" y="8035"/>
                  <a:pt x="3553" y="8225"/>
                  <a:pt x="3553" y="8247"/>
                </a:cubicBezTo>
                <a:cubicBezTo>
                  <a:pt x="3553" y="8272"/>
                  <a:pt x="3526" y="8324"/>
                  <a:pt x="3294" y="8733"/>
                </a:cubicBezTo>
                <a:cubicBezTo>
                  <a:pt x="3206" y="8887"/>
                  <a:pt x="3097" y="9062"/>
                  <a:pt x="3054" y="9118"/>
                </a:cubicBezTo>
                <a:cubicBezTo>
                  <a:pt x="3011" y="9174"/>
                  <a:pt x="2974" y="9225"/>
                  <a:pt x="2974" y="9233"/>
                </a:cubicBezTo>
                <a:cubicBezTo>
                  <a:pt x="2974" y="9240"/>
                  <a:pt x="2956" y="9267"/>
                  <a:pt x="2934" y="9290"/>
                </a:cubicBezTo>
                <a:cubicBezTo>
                  <a:pt x="2911" y="9314"/>
                  <a:pt x="2829" y="9414"/>
                  <a:pt x="2749" y="9516"/>
                </a:cubicBezTo>
                <a:cubicBezTo>
                  <a:pt x="2565" y="9750"/>
                  <a:pt x="2534" y="9734"/>
                  <a:pt x="2534" y="9405"/>
                </a:cubicBezTo>
                <a:cubicBezTo>
                  <a:pt x="2534" y="9278"/>
                  <a:pt x="2524" y="9170"/>
                  <a:pt x="2509" y="9162"/>
                </a:cubicBezTo>
                <a:cubicBezTo>
                  <a:pt x="2494" y="9154"/>
                  <a:pt x="2479" y="9113"/>
                  <a:pt x="2479" y="9074"/>
                </a:cubicBezTo>
                <a:cubicBezTo>
                  <a:pt x="2479" y="9034"/>
                  <a:pt x="2467" y="8982"/>
                  <a:pt x="2454" y="8959"/>
                </a:cubicBezTo>
                <a:cubicBezTo>
                  <a:pt x="2441" y="8936"/>
                  <a:pt x="2372" y="8812"/>
                  <a:pt x="2299" y="8680"/>
                </a:cubicBezTo>
                <a:cubicBezTo>
                  <a:pt x="2192" y="8488"/>
                  <a:pt x="2128" y="8410"/>
                  <a:pt x="1984" y="8292"/>
                </a:cubicBezTo>
                <a:cubicBezTo>
                  <a:pt x="1886" y="8211"/>
                  <a:pt x="1796" y="8121"/>
                  <a:pt x="1779" y="8093"/>
                </a:cubicBezTo>
                <a:cubicBezTo>
                  <a:pt x="1762" y="8064"/>
                  <a:pt x="1730" y="8022"/>
                  <a:pt x="1714" y="7995"/>
                </a:cubicBezTo>
                <a:cubicBezTo>
                  <a:pt x="1687" y="7950"/>
                  <a:pt x="1663" y="7898"/>
                  <a:pt x="1599" y="7757"/>
                </a:cubicBezTo>
                <a:cubicBezTo>
                  <a:pt x="1386" y="7282"/>
                  <a:pt x="1188" y="7107"/>
                  <a:pt x="870" y="7107"/>
                </a:cubicBezTo>
                <a:cubicBezTo>
                  <a:pt x="728" y="7107"/>
                  <a:pt x="714" y="7112"/>
                  <a:pt x="595" y="7218"/>
                </a:cubicBezTo>
                <a:lnTo>
                  <a:pt x="470" y="7328"/>
                </a:lnTo>
                <a:lnTo>
                  <a:pt x="470" y="7540"/>
                </a:lnTo>
                <a:cubicBezTo>
                  <a:pt x="470" y="7657"/>
                  <a:pt x="477" y="7762"/>
                  <a:pt x="490" y="7774"/>
                </a:cubicBezTo>
                <a:cubicBezTo>
                  <a:pt x="502" y="7787"/>
                  <a:pt x="529" y="7847"/>
                  <a:pt x="550" y="7907"/>
                </a:cubicBezTo>
                <a:cubicBezTo>
                  <a:pt x="588" y="8019"/>
                  <a:pt x="717" y="8208"/>
                  <a:pt x="800" y="8274"/>
                </a:cubicBezTo>
                <a:cubicBezTo>
                  <a:pt x="942" y="8388"/>
                  <a:pt x="928" y="8490"/>
                  <a:pt x="770" y="8490"/>
                </a:cubicBezTo>
                <a:cubicBezTo>
                  <a:pt x="711" y="8490"/>
                  <a:pt x="625" y="8514"/>
                  <a:pt x="575" y="8539"/>
                </a:cubicBezTo>
                <a:cubicBezTo>
                  <a:pt x="186" y="8733"/>
                  <a:pt x="3" y="8900"/>
                  <a:pt x="0" y="9083"/>
                </a:cubicBezTo>
                <a:cubicBezTo>
                  <a:pt x="-1" y="9143"/>
                  <a:pt x="17" y="9207"/>
                  <a:pt x="55" y="9273"/>
                </a:cubicBezTo>
                <a:cubicBezTo>
                  <a:pt x="125" y="9393"/>
                  <a:pt x="125" y="9466"/>
                  <a:pt x="55" y="9586"/>
                </a:cubicBezTo>
                <a:cubicBezTo>
                  <a:pt x="-35" y="9742"/>
                  <a:pt x="-17" y="9849"/>
                  <a:pt x="125" y="10037"/>
                </a:cubicBezTo>
                <a:cubicBezTo>
                  <a:pt x="193" y="10127"/>
                  <a:pt x="250" y="10229"/>
                  <a:pt x="250" y="10263"/>
                </a:cubicBezTo>
                <a:cubicBezTo>
                  <a:pt x="250" y="10296"/>
                  <a:pt x="286" y="10382"/>
                  <a:pt x="330" y="10457"/>
                </a:cubicBezTo>
                <a:cubicBezTo>
                  <a:pt x="408" y="10590"/>
                  <a:pt x="428" y="10654"/>
                  <a:pt x="460" y="10824"/>
                </a:cubicBezTo>
                <a:cubicBezTo>
                  <a:pt x="488" y="10974"/>
                  <a:pt x="827" y="11217"/>
                  <a:pt x="1010" y="11217"/>
                </a:cubicBezTo>
                <a:cubicBezTo>
                  <a:pt x="1060" y="11217"/>
                  <a:pt x="1053" y="11291"/>
                  <a:pt x="965" y="11628"/>
                </a:cubicBezTo>
                <a:cubicBezTo>
                  <a:pt x="900" y="11874"/>
                  <a:pt x="905" y="12153"/>
                  <a:pt x="970" y="12402"/>
                </a:cubicBezTo>
                <a:cubicBezTo>
                  <a:pt x="1065" y="12766"/>
                  <a:pt x="1105" y="12902"/>
                  <a:pt x="1135" y="12932"/>
                </a:cubicBezTo>
                <a:cubicBezTo>
                  <a:pt x="1147" y="12945"/>
                  <a:pt x="1160" y="12974"/>
                  <a:pt x="1160" y="12998"/>
                </a:cubicBezTo>
                <a:cubicBezTo>
                  <a:pt x="1160" y="13022"/>
                  <a:pt x="1167" y="13059"/>
                  <a:pt x="1180" y="13082"/>
                </a:cubicBezTo>
                <a:cubicBezTo>
                  <a:pt x="1294" y="13290"/>
                  <a:pt x="1325" y="13348"/>
                  <a:pt x="1325" y="13374"/>
                </a:cubicBezTo>
                <a:cubicBezTo>
                  <a:pt x="1324" y="13405"/>
                  <a:pt x="1423" y="13574"/>
                  <a:pt x="1464" y="13612"/>
                </a:cubicBezTo>
                <a:cubicBezTo>
                  <a:pt x="1478" y="13625"/>
                  <a:pt x="1489" y="13651"/>
                  <a:pt x="1489" y="13674"/>
                </a:cubicBezTo>
                <a:cubicBezTo>
                  <a:pt x="1489" y="13697"/>
                  <a:pt x="1514" y="13760"/>
                  <a:pt x="1544" y="13811"/>
                </a:cubicBezTo>
                <a:cubicBezTo>
                  <a:pt x="1609" y="13922"/>
                  <a:pt x="1789" y="14405"/>
                  <a:pt x="1789" y="14465"/>
                </a:cubicBezTo>
                <a:cubicBezTo>
                  <a:pt x="1789" y="14505"/>
                  <a:pt x="1827" y="14621"/>
                  <a:pt x="1874" y="14731"/>
                </a:cubicBezTo>
                <a:cubicBezTo>
                  <a:pt x="1886" y="14757"/>
                  <a:pt x="1911" y="14821"/>
                  <a:pt x="1929" y="14868"/>
                </a:cubicBezTo>
                <a:cubicBezTo>
                  <a:pt x="2018" y="15097"/>
                  <a:pt x="2170" y="15305"/>
                  <a:pt x="2249" y="15305"/>
                </a:cubicBezTo>
                <a:cubicBezTo>
                  <a:pt x="2269" y="15305"/>
                  <a:pt x="2289" y="15312"/>
                  <a:pt x="2289" y="15323"/>
                </a:cubicBezTo>
                <a:cubicBezTo>
                  <a:pt x="2289" y="15334"/>
                  <a:pt x="2364" y="15380"/>
                  <a:pt x="2459" y="15424"/>
                </a:cubicBezTo>
                <a:cubicBezTo>
                  <a:pt x="2702" y="15538"/>
                  <a:pt x="2706" y="15548"/>
                  <a:pt x="2514" y="15548"/>
                </a:cubicBezTo>
                <a:cubicBezTo>
                  <a:pt x="2421" y="15548"/>
                  <a:pt x="2338" y="15557"/>
                  <a:pt x="2329" y="15570"/>
                </a:cubicBezTo>
                <a:cubicBezTo>
                  <a:pt x="2320" y="15584"/>
                  <a:pt x="2270" y="15597"/>
                  <a:pt x="2219" y="15597"/>
                </a:cubicBezTo>
                <a:cubicBezTo>
                  <a:pt x="2168" y="15597"/>
                  <a:pt x="2119" y="15605"/>
                  <a:pt x="2109" y="15619"/>
                </a:cubicBezTo>
                <a:cubicBezTo>
                  <a:pt x="2100" y="15632"/>
                  <a:pt x="2064" y="15645"/>
                  <a:pt x="2034" y="15645"/>
                </a:cubicBezTo>
                <a:cubicBezTo>
                  <a:pt x="1979" y="15645"/>
                  <a:pt x="1727" y="15751"/>
                  <a:pt x="1594" y="15831"/>
                </a:cubicBezTo>
                <a:cubicBezTo>
                  <a:pt x="1511" y="15881"/>
                  <a:pt x="1278" y="16078"/>
                  <a:pt x="1215" y="16149"/>
                </a:cubicBezTo>
                <a:cubicBezTo>
                  <a:pt x="1106" y="16272"/>
                  <a:pt x="946" y="16552"/>
                  <a:pt x="885" y="16728"/>
                </a:cubicBezTo>
                <a:cubicBezTo>
                  <a:pt x="866" y="16782"/>
                  <a:pt x="843" y="16847"/>
                  <a:pt x="830" y="16874"/>
                </a:cubicBezTo>
                <a:cubicBezTo>
                  <a:pt x="805" y="16925"/>
                  <a:pt x="780" y="17016"/>
                  <a:pt x="755" y="17148"/>
                </a:cubicBezTo>
                <a:cubicBezTo>
                  <a:pt x="747" y="17192"/>
                  <a:pt x="728" y="17233"/>
                  <a:pt x="715" y="17241"/>
                </a:cubicBezTo>
                <a:cubicBezTo>
                  <a:pt x="701" y="17248"/>
                  <a:pt x="690" y="17276"/>
                  <a:pt x="690" y="17303"/>
                </a:cubicBezTo>
                <a:cubicBezTo>
                  <a:pt x="690" y="17329"/>
                  <a:pt x="678" y="17368"/>
                  <a:pt x="665" y="17391"/>
                </a:cubicBezTo>
                <a:cubicBezTo>
                  <a:pt x="558" y="17579"/>
                  <a:pt x="525" y="17648"/>
                  <a:pt x="525" y="17687"/>
                </a:cubicBezTo>
                <a:cubicBezTo>
                  <a:pt x="525" y="17712"/>
                  <a:pt x="510" y="17741"/>
                  <a:pt x="495" y="17749"/>
                </a:cubicBezTo>
                <a:cubicBezTo>
                  <a:pt x="480" y="17757"/>
                  <a:pt x="470" y="17794"/>
                  <a:pt x="470" y="17833"/>
                </a:cubicBezTo>
                <a:cubicBezTo>
                  <a:pt x="470" y="17871"/>
                  <a:pt x="455" y="17909"/>
                  <a:pt x="440" y="17917"/>
                </a:cubicBezTo>
                <a:cubicBezTo>
                  <a:pt x="403" y="17937"/>
                  <a:pt x="406" y="18085"/>
                  <a:pt x="445" y="18169"/>
                </a:cubicBezTo>
                <a:cubicBezTo>
                  <a:pt x="567" y="18433"/>
                  <a:pt x="615" y="18502"/>
                  <a:pt x="835" y="18730"/>
                </a:cubicBezTo>
                <a:cubicBezTo>
                  <a:pt x="938" y="18837"/>
                  <a:pt x="1050" y="18999"/>
                  <a:pt x="1050" y="19048"/>
                </a:cubicBezTo>
                <a:cubicBezTo>
                  <a:pt x="1050" y="19095"/>
                  <a:pt x="1168" y="19303"/>
                  <a:pt x="1280" y="19450"/>
                </a:cubicBezTo>
                <a:cubicBezTo>
                  <a:pt x="1379" y="19582"/>
                  <a:pt x="1588" y="19782"/>
                  <a:pt x="1629" y="19782"/>
                </a:cubicBezTo>
                <a:cubicBezTo>
                  <a:pt x="1638" y="19782"/>
                  <a:pt x="1673" y="19802"/>
                  <a:pt x="1709" y="19830"/>
                </a:cubicBezTo>
                <a:cubicBezTo>
                  <a:pt x="1746" y="19859"/>
                  <a:pt x="1845" y="19914"/>
                  <a:pt x="1924" y="19954"/>
                </a:cubicBezTo>
                <a:cubicBezTo>
                  <a:pt x="2058" y="20022"/>
                  <a:pt x="2101" y="20085"/>
                  <a:pt x="2049" y="20131"/>
                </a:cubicBezTo>
                <a:cubicBezTo>
                  <a:pt x="2020" y="20157"/>
                  <a:pt x="1959" y="20320"/>
                  <a:pt x="1959" y="20374"/>
                </a:cubicBezTo>
                <a:cubicBezTo>
                  <a:pt x="1959" y="20428"/>
                  <a:pt x="2020" y="20596"/>
                  <a:pt x="2049" y="20622"/>
                </a:cubicBezTo>
                <a:cubicBezTo>
                  <a:pt x="2060" y="20631"/>
                  <a:pt x="2064" y="20659"/>
                  <a:pt x="2064" y="20683"/>
                </a:cubicBezTo>
                <a:cubicBezTo>
                  <a:pt x="2064" y="20747"/>
                  <a:pt x="2121" y="20829"/>
                  <a:pt x="2214" y="20900"/>
                </a:cubicBezTo>
                <a:cubicBezTo>
                  <a:pt x="2258" y="20933"/>
                  <a:pt x="2373" y="21022"/>
                  <a:pt x="2469" y="21099"/>
                </a:cubicBezTo>
                <a:lnTo>
                  <a:pt x="2644" y="21240"/>
                </a:lnTo>
                <a:lnTo>
                  <a:pt x="2949" y="21240"/>
                </a:lnTo>
                <a:cubicBezTo>
                  <a:pt x="3117" y="21240"/>
                  <a:pt x="3278" y="21230"/>
                  <a:pt x="3304" y="21218"/>
                </a:cubicBezTo>
                <a:cubicBezTo>
                  <a:pt x="3330" y="21206"/>
                  <a:pt x="3586" y="21187"/>
                  <a:pt x="3873" y="21178"/>
                </a:cubicBezTo>
                <a:cubicBezTo>
                  <a:pt x="4161" y="21170"/>
                  <a:pt x="4440" y="21154"/>
                  <a:pt x="4498" y="21139"/>
                </a:cubicBezTo>
                <a:cubicBezTo>
                  <a:pt x="4591" y="21114"/>
                  <a:pt x="4609" y="21114"/>
                  <a:pt x="4633" y="21152"/>
                </a:cubicBezTo>
                <a:cubicBezTo>
                  <a:pt x="4679" y="21225"/>
                  <a:pt x="4913" y="21411"/>
                  <a:pt x="4978" y="21426"/>
                </a:cubicBezTo>
                <a:cubicBezTo>
                  <a:pt x="5011" y="21434"/>
                  <a:pt x="5103" y="21431"/>
                  <a:pt x="5183" y="21421"/>
                </a:cubicBezTo>
                <a:cubicBezTo>
                  <a:pt x="5407" y="21395"/>
                  <a:pt x="6868" y="21404"/>
                  <a:pt x="7422" y="21435"/>
                </a:cubicBezTo>
                <a:cubicBezTo>
                  <a:pt x="8056" y="21470"/>
                  <a:pt x="8378" y="21469"/>
                  <a:pt x="8856" y="21435"/>
                </a:cubicBezTo>
                <a:cubicBezTo>
                  <a:pt x="9335" y="21400"/>
                  <a:pt x="9563" y="21399"/>
                  <a:pt x="9846" y="21430"/>
                </a:cubicBezTo>
                <a:cubicBezTo>
                  <a:pt x="10266" y="21477"/>
                  <a:pt x="10618" y="21504"/>
                  <a:pt x="10815" y="21505"/>
                </a:cubicBezTo>
                <a:cubicBezTo>
                  <a:pt x="10924" y="21506"/>
                  <a:pt x="11021" y="21519"/>
                  <a:pt x="11030" y="21532"/>
                </a:cubicBezTo>
                <a:cubicBezTo>
                  <a:pt x="11039" y="21545"/>
                  <a:pt x="11153" y="21554"/>
                  <a:pt x="11280" y="21554"/>
                </a:cubicBezTo>
                <a:cubicBezTo>
                  <a:pt x="11556" y="21554"/>
                  <a:pt x="11681" y="21504"/>
                  <a:pt x="11750" y="21364"/>
                </a:cubicBezTo>
                <a:cubicBezTo>
                  <a:pt x="11774" y="21315"/>
                  <a:pt x="11803" y="21260"/>
                  <a:pt x="11815" y="21240"/>
                </a:cubicBezTo>
                <a:cubicBezTo>
                  <a:pt x="11839" y="21199"/>
                  <a:pt x="11940" y="21200"/>
                  <a:pt x="12299" y="21240"/>
                </a:cubicBezTo>
                <a:cubicBezTo>
                  <a:pt x="12421" y="21254"/>
                  <a:pt x="12578" y="21268"/>
                  <a:pt x="12654" y="21276"/>
                </a:cubicBezTo>
                <a:cubicBezTo>
                  <a:pt x="12730" y="21283"/>
                  <a:pt x="12819" y="21299"/>
                  <a:pt x="12849" y="21311"/>
                </a:cubicBezTo>
                <a:cubicBezTo>
                  <a:pt x="12879" y="21323"/>
                  <a:pt x="12939" y="21340"/>
                  <a:pt x="12984" y="21346"/>
                </a:cubicBezTo>
                <a:cubicBezTo>
                  <a:pt x="13029" y="21353"/>
                  <a:pt x="13126" y="21371"/>
                  <a:pt x="13194" y="21386"/>
                </a:cubicBezTo>
                <a:cubicBezTo>
                  <a:pt x="13334" y="21417"/>
                  <a:pt x="13478" y="21442"/>
                  <a:pt x="13759" y="21483"/>
                </a:cubicBezTo>
                <a:cubicBezTo>
                  <a:pt x="13865" y="21499"/>
                  <a:pt x="13972" y="21519"/>
                  <a:pt x="13999" y="21532"/>
                </a:cubicBezTo>
                <a:cubicBezTo>
                  <a:pt x="14025" y="21544"/>
                  <a:pt x="14132" y="21554"/>
                  <a:pt x="14238" y="21554"/>
                </a:cubicBezTo>
                <a:cubicBezTo>
                  <a:pt x="14417" y="21554"/>
                  <a:pt x="14457" y="21545"/>
                  <a:pt x="14743" y="21421"/>
                </a:cubicBezTo>
                <a:cubicBezTo>
                  <a:pt x="15039" y="21294"/>
                  <a:pt x="15205" y="21256"/>
                  <a:pt x="15243" y="21311"/>
                </a:cubicBezTo>
                <a:cubicBezTo>
                  <a:pt x="15252" y="21324"/>
                  <a:pt x="15338" y="21337"/>
                  <a:pt x="15433" y="21337"/>
                </a:cubicBezTo>
                <a:cubicBezTo>
                  <a:pt x="15527" y="21337"/>
                  <a:pt x="15618" y="21347"/>
                  <a:pt x="15633" y="21360"/>
                </a:cubicBezTo>
                <a:cubicBezTo>
                  <a:pt x="15647" y="21372"/>
                  <a:pt x="15742" y="21385"/>
                  <a:pt x="15848" y="21390"/>
                </a:cubicBezTo>
                <a:cubicBezTo>
                  <a:pt x="15954" y="21396"/>
                  <a:pt x="16124" y="21421"/>
                  <a:pt x="16223" y="21444"/>
                </a:cubicBezTo>
                <a:cubicBezTo>
                  <a:pt x="16321" y="21466"/>
                  <a:pt x="16493" y="21493"/>
                  <a:pt x="16607" y="21501"/>
                </a:cubicBezTo>
                <a:cubicBezTo>
                  <a:pt x="16784" y="21513"/>
                  <a:pt x="16831" y="21504"/>
                  <a:pt x="16927" y="21461"/>
                </a:cubicBezTo>
                <a:cubicBezTo>
                  <a:pt x="17042" y="21410"/>
                  <a:pt x="17212" y="21255"/>
                  <a:pt x="17212" y="21200"/>
                </a:cubicBezTo>
                <a:cubicBezTo>
                  <a:pt x="17212" y="21184"/>
                  <a:pt x="17237" y="21129"/>
                  <a:pt x="17267" y="21081"/>
                </a:cubicBezTo>
                <a:cubicBezTo>
                  <a:pt x="17307" y="21018"/>
                  <a:pt x="17322" y="20952"/>
                  <a:pt x="17322" y="20829"/>
                </a:cubicBezTo>
                <a:cubicBezTo>
                  <a:pt x="17322" y="20685"/>
                  <a:pt x="17310" y="20640"/>
                  <a:pt x="17227" y="20502"/>
                </a:cubicBezTo>
                <a:lnTo>
                  <a:pt x="17132" y="20339"/>
                </a:lnTo>
                <a:lnTo>
                  <a:pt x="17282" y="20255"/>
                </a:lnTo>
                <a:cubicBezTo>
                  <a:pt x="17365" y="20208"/>
                  <a:pt x="17445" y="20171"/>
                  <a:pt x="17457" y="20171"/>
                </a:cubicBezTo>
                <a:cubicBezTo>
                  <a:pt x="17469" y="20171"/>
                  <a:pt x="17502" y="20151"/>
                  <a:pt x="17532" y="20127"/>
                </a:cubicBezTo>
                <a:cubicBezTo>
                  <a:pt x="17561" y="20102"/>
                  <a:pt x="17652" y="20042"/>
                  <a:pt x="17737" y="19994"/>
                </a:cubicBezTo>
                <a:cubicBezTo>
                  <a:pt x="18130" y="19772"/>
                  <a:pt x="18420" y="19538"/>
                  <a:pt x="18606" y="19291"/>
                </a:cubicBezTo>
                <a:cubicBezTo>
                  <a:pt x="18768" y="19077"/>
                  <a:pt x="18976" y="18707"/>
                  <a:pt x="18976" y="18628"/>
                </a:cubicBezTo>
                <a:cubicBezTo>
                  <a:pt x="18976" y="18598"/>
                  <a:pt x="18990" y="18563"/>
                  <a:pt x="19006" y="18549"/>
                </a:cubicBezTo>
                <a:cubicBezTo>
                  <a:pt x="19052" y="18508"/>
                  <a:pt x="18999" y="17847"/>
                  <a:pt x="18946" y="17798"/>
                </a:cubicBezTo>
                <a:cubicBezTo>
                  <a:pt x="18932" y="17785"/>
                  <a:pt x="18921" y="17711"/>
                  <a:pt x="18921" y="17634"/>
                </a:cubicBezTo>
                <a:cubicBezTo>
                  <a:pt x="18921" y="17557"/>
                  <a:pt x="18906" y="17488"/>
                  <a:pt x="18891" y="17479"/>
                </a:cubicBezTo>
                <a:cubicBezTo>
                  <a:pt x="18876" y="17471"/>
                  <a:pt x="18866" y="17419"/>
                  <a:pt x="18866" y="17360"/>
                </a:cubicBezTo>
                <a:cubicBezTo>
                  <a:pt x="18866" y="17301"/>
                  <a:pt x="18851" y="17245"/>
                  <a:pt x="18836" y="17236"/>
                </a:cubicBezTo>
                <a:cubicBezTo>
                  <a:pt x="18821" y="17228"/>
                  <a:pt x="18811" y="17182"/>
                  <a:pt x="18811" y="17130"/>
                </a:cubicBezTo>
                <a:cubicBezTo>
                  <a:pt x="18811" y="17078"/>
                  <a:pt x="18796" y="17028"/>
                  <a:pt x="18781" y="17020"/>
                </a:cubicBezTo>
                <a:cubicBezTo>
                  <a:pt x="18766" y="17011"/>
                  <a:pt x="18756" y="16974"/>
                  <a:pt x="18756" y="16936"/>
                </a:cubicBezTo>
                <a:cubicBezTo>
                  <a:pt x="18756" y="16897"/>
                  <a:pt x="18741" y="16856"/>
                  <a:pt x="18726" y="16847"/>
                </a:cubicBezTo>
                <a:cubicBezTo>
                  <a:pt x="18695" y="16830"/>
                  <a:pt x="18690" y="16714"/>
                  <a:pt x="18721" y="16715"/>
                </a:cubicBezTo>
                <a:cubicBezTo>
                  <a:pt x="18733" y="16715"/>
                  <a:pt x="18773" y="16731"/>
                  <a:pt x="18811" y="16750"/>
                </a:cubicBezTo>
                <a:cubicBezTo>
                  <a:pt x="18915" y="16803"/>
                  <a:pt x="19201" y="16798"/>
                  <a:pt x="19306" y="16741"/>
                </a:cubicBezTo>
                <a:cubicBezTo>
                  <a:pt x="19378" y="16703"/>
                  <a:pt x="19428" y="16699"/>
                  <a:pt x="19611" y="16710"/>
                </a:cubicBezTo>
                <a:cubicBezTo>
                  <a:pt x="19824" y="16723"/>
                  <a:pt x="19835" y="16719"/>
                  <a:pt x="19941" y="16644"/>
                </a:cubicBezTo>
                <a:cubicBezTo>
                  <a:pt x="20000" y="16602"/>
                  <a:pt x="20078" y="16569"/>
                  <a:pt x="20116" y="16569"/>
                </a:cubicBezTo>
                <a:cubicBezTo>
                  <a:pt x="20154" y="16569"/>
                  <a:pt x="20191" y="16556"/>
                  <a:pt x="20201" y="16542"/>
                </a:cubicBezTo>
                <a:cubicBezTo>
                  <a:pt x="20210" y="16529"/>
                  <a:pt x="20249" y="16520"/>
                  <a:pt x="20286" y="16520"/>
                </a:cubicBezTo>
                <a:cubicBezTo>
                  <a:pt x="20368" y="16520"/>
                  <a:pt x="20533" y="16397"/>
                  <a:pt x="20590" y="16291"/>
                </a:cubicBezTo>
                <a:cubicBezTo>
                  <a:pt x="20625" y="16227"/>
                  <a:pt x="20656" y="16202"/>
                  <a:pt x="20755" y="16180"/>
                </a:cubicBezTo>
                <a:cubicBezTo>
                  <a:pt x="20824" y="16165"/>
                  <a:pt x="20913" y="16135"/>
                  <a:pt x="20950" y="16114"/>
                </a:cubicBezTo>
                <a:cubicBezTo>
                  <a:pt x="21028" y="16069"/>
                  <a:pt x="21205" y="15810"/>
                  <a:pt x="21205" y="15743"/>
                </a:cubicBezTo>
                <a:cubicBezTo>
                  <a:pt x="21205" y="15717"/>
                  <a:pt x="21220" y="15689"/>
                  <a:pt x="21235" y="15681"/>
                </a:cubicBezTo>
                <a:cubicBezTo>
                  <a:pt x="21251" y="15672"/>
                  <a:pt x="21260" y="15545"/>
                  <a:pt x="21260" y="15380"/>
                </a:cubicBezTo>
                <a:cubicBezTo>
                  <a:pt x="21260" y="15095"/>
                  <a:pt x="21262" y="15092"/>
                  <a:pt x="21335" y="15058"/>
                </a:cubicBezTo>
                <a:cubicBezTo>
                  <a:pt x="21376" y="15039"/>
                  <a:pt x="21442" y="14982"/>
                  <a:pt x="21485" y="14929"/>
                </a:cubicBezTo>
                <a:cubicBezTo>
                  <a:pt x="21555" y="14845"/>
                  <a:pt x="21565" y="14814"/>
                  <a:pt x="21565" y="14647"/>
                </a:cubicBezTo>
                <a:lnTo>
                  <a:pt x="21565" y="14457"/>
                </a:lnTo>
                <a:lnTo>
                  <a:pt x="21445" y="14359"/>
                </a:lnTo>
                <a:cubicBezTo>
                  <a:pt x="21289" y="14232"/>
                  <a:pt x="21125" y="14211"/>
                  <a:pt x="20805" y="14271"/>
                </a:cubicBezTo>
                <a:cubicBezTo>
                  <a:pt x="20422" y="14343"/>
                  <a:pt x="20257" y="14344"/>
                  <a:pt x="20001" y="14271"/>
                </a:cubicBezTo>
                <a:cubicBezTo>
                  <a:pt x="19791" y="14211"/>
                  <a:pt x="19745" y="14207"/>
                  <a:pt x="19361" y="14213"/>
                </a:cubicBezTo>
                <a:lnTo>
                  <a:pt x="18946" y="14218"/>
                </a:lnTo>
                <a:lnTo>
                  <a:pt x="18881" y="14134"/>
                </a:lnTo>
                <a:cubicBezTo>
                  <a:pt x="18845" y="14088"/>
                  <a:pt x="18788" y="14034"/>
                  <a:pt x="18756" y="14015"/>
                </a:cubicBezTo>
                <a:cubicBezTo>
                  <a:pt x="18724" y="13995"/>
                  <a:pt x="18701" y="13969"/>
                  <a:pt x="18701" y="13957"/>
                </a:cubicBezTo>
                <a:cubicBezTo>
                  <a:pt x="18701" y="13945"/>
                  <a:pt x="18661" y="13892"/>
                  <a:pt x="18611" y="13842"/>
                </a:cubicBezTo>
                <a:cubicBezTo>
                  <a:pt x="18393" y="13620"/>
                  <a:pt x="18242" y="13443"/>
                  <a:pt x="18157" y="13303"/>
                </a:cubicBezTo>
                <a:cubicBezTo>
                  <a:pt x="18106" y="13220"/>
                  <a:pt x="18051" y="13148"/>
                  <a:pt x="18037" y="13144"/>
                </a:cubicBezTo>
                <a:cubicBezTo>
                  <a:pt x="18023" y="13140"/>
                  <a:pt x="18012" y="13124"/>
                  <a:pt x="18012" y="13109"/>
                </a:cubicBezTo>
                <a:cubicBezTo>
                  <a:pt x="18012" y="13093"/>
                  <a:pt x="17911" y="12989"/>
                  <a:pt x="17787" y="12879"/>
                </a:cubicBezTo>
                <a:cubicBezTo>
                  <a:pt x="17537" y="12657"/>
                  <a:pt x="17546" y="12677"/>
                  <a:pt x="17492" y="12203"/>
                </a:cubicBezTo>
                <a:cubicBezTo>
                  <a:pt x="17465" y="11969"/>
                  <a:pt x="17436" y="11875"/>
                  <a:pt x="17347" y="11721"/>
                </a:cubicBezTo>
                <a:cubicBezTo>
                  <a:pt x="17334" y="11698"/>
                  <a:pt x="17322" y="11662"/>
                  <a:pt x="17322" y="11641"/>
                </a:cubicBezTo>
                <a:cubicBezTo>
                  <a:pt x="17322" y="11620"/>
                  <a:pt x="17297" y="11560"/>
                  <a:pt x="17267" y="11504"/>
                </a:cubicBezTo>
                <a:cubicBezTo>
                  <a:pt x="17237" y="11449"/>
                  <a:pt x="17212" y="11390"/>
                  <a:pt x="17212" y="11372"/>
                </a:cubicBezTo>
                <a:cubicBezTo>
                  <a:pt x="17212" y="11354"/>
                  <a:pt x="17202" y="11314"/>
                  <a:pt x="17187" y="11288"/>
                </a:cubicBezTo>
                <a:cubicBezTo>
                  <a:pt x="17172" y="11261"/>
                  <a:pt x="17147" y="11217"/>
                  <a:pt x="17132" y="11191"/>
                </a:cubicBezTo>
                <a:cubicBezTo>
                  <a:pt x="17117" y="11164"/>
                  <a:pt x="17102" y="11126"/>
                  <a:pt x="17102" y="11102"/>
                </a:cubicBezTo>
                <a:cubicBezTo>
                  <a:pt x="17102" y="11078"/>
                  <a:pt x="17095" y="11044"/>
                  <a:pt x="17082" y="11032"/>
                </a:cubicBezTo>
                <a:cubicBezTo>
                  <a:pt x="17070" y="11019"/>
                  <a:pt x="17041" y="10959"/>
                  <a:pt x="17022" y="10899"/>
                </a:cubicBezTo>
                <a:cubicBezTo>
                  <a:pt x="17003" y="10839"/>
                  <a:pt x="16978" y="10758"/>
                  <a:pt x="16962" y="10718"/>
                </a:cubicBezTo>
                <a:cubicBezTo>
                  <a:pt x="16947" y="10678"/>
                  <a:pt x="16895" y="10546"/>
                  <a:pt x="16852" y="10426"/>
                </a:cubicBezTo>
                <a:cubicBezTo>
                  <a:pt x="16741" y="10115"/>
                  <a:pt x="16618" y="9808"/>
                  <a:pt x="16597" y="9790"/>
                </a:cubicBezTo>
                <a:cubicBezTo>
                  <a:pt x="16587" y="9781"/>
                  <a:pt x="16577" y="9753"/>
                  <a:pt x="16577" y="9728"/>
                </a:cubicBezTo>
                <a:cubicBezTo>
                  <a:pt x="16577" y="9684"/>
                  <a:pt x="16570" y="9663"/>
                  <a:pt x="16502" y="9547"/>
                </a:cubicBezTo>
                <a:cubicBezTo>
                  <a:pt x="16485" y="9517"/>
                  <a:pt x="16467" y="9469"/>
                  <a:pt x="16467" y="9445"/>
                </a:cubicBezTo>
                <a:cubicBezTo>
                  <a:pt x="16467" y="9421"/>
                  <a:pt x="16459" y="9391"/>
                  <a:pt x="16447" y="9379"/>
                </a:cubicBezTo>
                <a:cubicBezTo>
                  <a:pt x="16435" y="9366"/>
                  <a:pt x="16412" y="9313"/>
                  <a:pt x="16392" y="9259"/>
                </a:cubicBezTo>
                <a:cubicBezTo>
                  <a:pt x="16356" y="9158"/>
                  <a:pt x="16314" y="9070"/>
                  <a:pt x="16272" y="8999"/>
                </a:cubicBezTo>
                <a:cubicBezTo>
                  <a:pt x="16259" y="8975"/>
                  <a:pt x="16248" y="8939"/>
                  <a:pt x="16248" y="8919"/>
                </a:cubicBezTo>
                <a:cubicBezTo>
                  <a:pt x="16248" y="8899"/>
                  <a:pt x="16227" y="8835"/>
                  <a:pt x="16198" y="8778"/>
                </a:cubicBezTo>
                <a:cubicBezTo>
                  <a:pt x="16168" y="8720"/>
                  <a:pt x="16108" y="8597"/>
                  <a:pt x="16068" y="8504"/>
                </a:cubicBezTo>
                <a:cubicBezTo>
                  <a:pt x="15873" y="8055"/>
                  <a:pt x="15608" y="7567"/>
                  <a:pt x="15533" y="7518"/>
                </a:cubicBezTo>
                <a:cubicBezTo>
                  <a:pt x="15522" y="7511"/>
                  <a:pt x="15493" y="7469"/>
                  <a:pt x="15468" y="7421"/>
                </a:cubicBezTo>
                <a:cubicBezTo>
                  <a:pt x="15333" y="7164"/>
                  <a:pt x="14964" y="6773"/>
                  <a:pt x="14703" y="6617"/>
                </a:cubicBezTo>
                <a:cubicBezTo>
                  <a:pt x="14617" y="6565"/>
                  <a:pt x="14529" y="6519"/>
                  <a:pt x="14513" y="6519"/>
                </a:cubicBezTo>
                <a:cubicBezTo>
                  <a:pt x="14497" y="6519"/>
                  <a:pt x="14488" y="6514"/>
                  <a:pt x="14488" y="6502"/>
                </a:cubicBezTo>
                <a:cubicBezTo>
                  <a:pt x="14488" y="6490"/>
                  <a:pt x="14408" y="6445"/>
                  <a:pt x="14313" y="6404"/>
                </a:cubicBezTo>
                <a:cubicBezTo>
                  <a:pt x="14077" y="6304"/>
                  <a:pt x="13715" y="6154"/>
                  <a:pt x="13649" y="6130"/>
                </a:cubicBezTo>
                <a:cubicBezTo>
                  <a:pt x="13528" y="6088"/>
                  <a:pt x="13388" y="6036"/>
                  <a:pt x="13159" y="5940"/>
                </a:cubicBezTo>
                <a:cubicBezTo>
                  <a:pt x="13027" y="5886"/>
                  <a:pt x="12907" y="5839"/>
                  <a:pt x="12894" y="5839"/>
                </a:cubicBezTo>
                <a:cubicBezTo>
                  <a:pt x="12871" y="5839"/>
                  <a:pt x="12566" y="5718"/>
                  <a:pt x="12354" y="5622"/>
                </a:cubicBezTo>
                <a:cubicBezTo>
                  <a:pt x="12296" y="5596"/>
                  <a:pt x="12230" y="5574"/>
                  <a:pt x="12204" y="5574"/>
                </a:cubicBezTo>
                <a:cubicBezTo>
                  <a:pt x="12179" y="5574"/>
                  <a:pt x="12104" y="5500"/>
                  <a:pt x="12034" y="5410"/>
                </a:cubicBezTo>
                <a:cubicBezTo>
                  <a:pt x="11966" y="5321"/>
                  <a:pt x="11884" y="5230"/>
                  <a:pt x="11850" y="5207"/>
                </a:cubicBezTo>
                <a:cubicBezTo>
                  <a:pt x="11815" y="5183"/>
                  <a:pt x="11785" y="5156"/>
                  <a:pt x="11785" y="5145"/>
                </a:cubicBezTo>
                <a:cubicBezTo>
                  <a:pt x="11784" y="5133"/>
                  <a:pt x="11749" y="5085"/>
                  <a:pt x="11705" y="5039"/>
                </a:cubicBezTo>
                <a:cubicBezTo>
                  <a:pt x="11625" y="4957"/>
                  <a:pt x="11597" y="4851"/>
                  <a:pt x="11645" y="4805"/>
                </a:cubicBezTo>
                <a:cubicBezTo>
                  <a:pt x="11697" y="4754"/>
                  <a:pt x="11845" y="4498"/>
                  <a:pt x="11845" y="4456"/>
                </a:cubicBezTo>
                <a:cubicBezTo>
                  <a:pt x="11845" y="4430"/>
                  <a:pt x="11854" y="4402"/>
                  <a:pt x="11870" y="4394"/>
                </a:cubicBezTo>
                <a:cubicBezTo>
                  <a:pt x="11885" y="4385"/>
                  <a:pt x="11900" y="4361"/>
                  <a:pt x="11900" y="4341"/>
                </a:cubicBezTo>
                <a:cubicBezTo>
                  <a:pt x="11900" y="4320"/>
                  <a:pt x="11952" y="4256"/>
                  <a:pt x="12019" y="4199"/>
                </a:cubicBezTo>
                <a:cubicBezTo>
                  <a:pt x="12087" y="4142"/>
                  <a:pt x="12148" y="4067"/>
                  <a:pt x="12154" y="4036"/>
                </a:cubicBezTo>
                <a:cubicBezTo>
                  <a:pt x="12205" y="3801"/>
                  <a:pt x="12269" y="3591"/>
                  <a:pt x="12304" y="3527"/>
                </a:cubicBezTo>
                <a:cubicBezTo>
                  <a:pt x="12355" y="3437"/>
                  <a:pt x="12396" y="3310"/>
                  <a:pt x="12414" y="3178"/>
                </a:cubicBezTo>
                <a:cubicBezTo>
                  <a:pt x="12422" y="3125"/>
                  <a:pt x="12436" y="3067"/>
                  <a:pt x="12449" y="3055"/>
                </a:cubicBezTo>
                <a:cubicBezTo>
                  <a:pt x="12483" y="3023"/>
                  <a:pt x="12484" y="2830"/>
                  <a:pt x="12449" y="2812"/>
                </a:cubicBezTo>
                <a:cubicBezTo>
                  <a:pt x="12434" y="2803"/>
                  <a:pt x="12419" y="2773"/>
                  <a:pt x="12419" y="2745"/>
                </a:cubicBezTo>
                <a:cubicBezTo>
                  <a:pt x="12419" y="2689"/>
                  <a:pt x="12221" y="2507"/>
                  <a:pt x="12159" y="2507"/>
                </a:cubicBezTo>
                <a:cubicBezTo>
                  <a:pt x="12130" y="2507"/>
                  <a:pt x="12119" y="2448"/>
                  <a:pt x="12109" y="2246"/>
                </a:cubicBezTo>
                <a:cubicBezTo>
                  <a:pt x="12102" y="2102"/>
                  <a:pt x="12081" y="1926"/>
                  <a:pt x="12064" y="1853"/>
                </a:cubicBezTo>
                <a:cubicBezTo>
                  <a:pt x="12048" y="1779"/>
                  <a:pt x="12029" y="1677"/>
                  <a:pt x="12019" y="1627"/>
                </a:cubicBezTo>
                <a:cubicBezTo>
                  <a:pt x="12010" y="1577"/>
                  <a:pt x="11993" y="1528"/>
                  <a:pt x="11980" y="1521"/>
                </a:cubicBezTo>
                <a:cubicBezTo>
                  <a:pt x="11966" y="1514"/>
                  <a:pt x="11955" y="1485"/>
                  <a:pt x="11955" y="1459"/>
                </a:cubicBezTo>
                <a:cubicBezTo>
                  <a:pt x="11955" y="1433"/>
                  <a:pt x="11943" y="1394"/>
                  <a:pt x="11930" y="1371"/>
                </a:cubicBezTo>
                <a:cubicBezTo>
                  <a:pt x="11916" y="1348"/>
                  <a:pt x="11865" y="1252"/>
                  <a:pt x="11815" y="1159"/>
                </a:cubicBezTo>
                <a:cubicBezTo>
                  <a:pt x="11681" y="910"/>
                  <a:pt x="11390" y="610"/>
                  <a:pt x="11155" y="474"/>
                </a:cubicBezTo>
                <a:cubicBezTo>
                  <a:pt x="11003" y="386"/>
                  <a:pt x="10740" y="249"/>
                  <a:pt x="10685" y="231"/>
                </a:cubicBezTo>
                <a:cubicBezTo>
                  <a:pt x="10662" y="223"/>
                  <a:pt x="10603" y="198"/>
                  <a:pt x="10550" y="178"/>
                </a:cubicBezTo>
                <a:cubicBezTo>
                  <a:pt x="10217" y="48"/>
                  <a:pt x="9574" y="-46"/>
                  <a:pt x="9496" y="23"/>
                </a:cubicBezTo>
                <a:close/>
                <a:moveTo>
                  <a:pt x="5613" y="13184"/>
                </a:moveTo>
                <a:cubicBezTo>
                  <a:pt x="5620" y="13201"/>
                  <a:pt x="5592" y="13294"/>
                  <a:pt x="5553" y="13391"/>
                </a:cubicBezTo>
                <a:cubicBezTo>
                  <a:pt x="5496" y="13532"/>
                  <a:pt x="5482" y="13613"/>
                  <a:pt x="5483" y="13785"/>
                </a:cubicBezTo>
                <a:cubicBezTo>
                  <a:pt x="5483" y="14016"/>
                  <a:pt x="5510" y="14086"/>
                  <a:pt x="5662" y="14231"/>
                </a:cubicBezTo>
                <a:cubicBezTo>
                  <a:pt x="5721" y="14287"/>
                  <a:pt x="5727" y="14318"/>
                  <a:pt x="5727" y="14465"/>
                </a:cubicBezTo>
                <a:cubicBezTo>
                  <a:pt x="5727" y="14609"/>
                  <a:pt x="5720" y="14644"/>
                  <a:pt x="5667" y="14695"/>
                </a:cubicBezTo>
                <a:cubicBezTo>
                  <a:pt x="5559" y="14801"/>
                  <a:pt x="5428" y="14970"/>
                  <a:pt x="5428" y="15005"/>
                </a:cubicBezTo>
                <a:cubicBezTo>
                  <a:pt x="5428" y="15065"/>
                  <a:pt x="5348" y="15111"/>
                  <a:pt x="5238" y="15111"/>
                </a:cubicBezTo>
                <a:cubicBezTo>
                  <a:pt x="5122" y="15111"/>
                  <a:pt x="4911" y="15182"/>
                  <a:pt x="4783" y="15265"/>
                </a:cubicBezTo>
                <a:cubicBezTo>
                  <a:pt x="4727" y="15302"/>
                  <a:pt x="4645" y="15319"/>
                  <a:pt x="4483" y="15332"/>
                </a:cubicBezTo>
                <a:cubicBezTo>
                  <a:pt x="4359" y="15341"/>
                  <a:pt x="4187" y="15359"/>
                  <a:pt x="4103" y="15367"/>
                </a:cubicBezTo>
                <a:lnTo>
                  <a:pt x="3953" y="15380"/>
                </a:lnTo>
                <a:lnTo>
                  <a:pt x="4033" y="15332"/>
                </a:lnTo>
                <a:cubicBezTo>
                  <a:pt x="4126" y="15278"/>
                  <a:pt x="4538" y="14921"/>
                  <a:pt x="4758" y="14704"/>
                </a:cubicBezTo>
                <a:cubicBezTo>
                  <a:pt x="4983" y="14482"/>
                  <a:pt x="5102" y="14331"/>
                  <a:pt x="5203" y="14134"/>
                </a:cubicBezTo>
                <a:cubicBezTo>
                  <a:pt x="5254" y="14034"/>
                  <a:pt x="5304" y="13936"/>
                  <a:pt x="5318" y="13913"/>
                </a:cubicBezTo>
                <a:cubicBezTo>
                  <a:pt x="5331" y="13890"/>
                  <a:pt x="5343" y="13846"/>
                  <a:pt x="5343" y="13820"/>
                </a:cubicBezTo>
                <a:cubicBezTo>
                  <a:pt x="5343" y="13794"/>
                  <a:pt x="5357" y="13767"/>
                  <a:pt x="5373" y="13758"/>
                </a:cubicBezTo>
                <a:cubicBezTo>
                  <a:pt x="5388" y="13750"/>
                  <a:pt x="5397" y="13721"/>
                  <a:pt x="5398" y="13692"/>
                </a:cubicBezTo>
                <a:cubicBezTo>
                  <a:pt x="5398" y="13634"/>
                  <a:pt x="5457" y="13467"/>
                  <a:pt x="5488" y="13440"/>
                </a:cubicBezTo>
                <a:cubicBezTo>
                  <a:pt x="5498" y="13431"/>
                  <a:pt x="5508" y="13403"/>
                  <a:pt x="5508" y="13378"/>
                </a:cubicBezTo>
                <a:cubicBezTo>
                  <a:pt x="5508" y="13353"/>
                  <a:pt x="5519" y="13313"/>
                  <a:pt x="5533" y="13290"/>
                </a:cubicBezTo>
                <a:cubicBezTo>
                  <a:pt x="5547" y="13267"/>
                  <a:pt x="5567" y="13228"/>
                  <a:pt x="5578" y="13201"/>
                </a:cubicBezTo>
                <a:cubicBezTo>
                  <a:pt x="5590" y="13170"/>
                  <a:pt x="5604" y="13164"/>
                  <a:pt x="5613" y="13184"/>
                </a:cubicBezTo>
                <a:close/>
                <a:moveTo>
                  <a:pt x="14074" y="14430"/>
                </a:moveTo>
                <a:lnTo>
                  <a:pt x="14323" y="14660"/>
                </a:lnTo>
                <a:cubicBezTo>
                  <a:pt x="14460" y="14786"/>
                  <a:pt x="14568" y="14904"/>
                  <a:pt x="14568" y="14921"/>
                </a:cubicBezTo>
                <a:cubicBezTo>
                  <a:pt x="14569" y="14937"/>
                  <a:pt x="14594" y="14980"/>
                  <a:pt x="14623" y="15013"/>
                </a:cubicBezTo>
                <a:cubicBezTo>
                  <a:pt x="14653" y="15047"/>
                  <a:pt x="14678" y="15085"/>
                  <a:pt x="14678" y="15102"/>
                </a:cubicBezTo>
                <a:cubicBezTo>
                  <a:pt x="14679" y="15118"/>
                  <a:pt x="14670" y="15131"/>
                  <a:pt x="14658" y="15128"/>
                </a:cubicBezTo>
                <a:cubicBezTo>
                  <a:pt x="14647" y="15126"/>
                  <a:pt x="14588" y="15120"/>
                  <a:pt x="14523" y="15115"/>
                </a:cubicBezTo>
                <a:cubicBezTo>
                  <a:pt x="14459" y="15110"/>
                  <a:pt x="14403" y="15099"/>
                  <a:pt x="14403" y="15088"/>
                </a:cubicBezTo>
                <a:cubicBezTo>
                  <a:pt x="14403" y="15078"/>
                  <a:pt x="14329" y="15003"/>
                  <a:pt x="14238" y="14925"/>
                </a:cubicBezTo>
                <a:lnTo>
                  <a:pt x="14074" y="14784"/>
                </a:lnTo>
                <a:lnTo>
                  <a:pt x="14074" y="14607"/>
                </a:lnTo>
                <a:lnTo>
                  <a:pt x="14074" y="1443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0"/>
          <p:cNvSpPr txBox="1"/>
          <p:nvPr/>
        </p:nvSpPr>
        <p:spPr>
          <a:xfrm>
            <a:off x="2093615" y="1868485"/>
            <a:ext cx="5407727" cy="952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500"/>
              <a:buFont typeface="Playfair Display"/>
              <a:buNone/>
            </a:pPr>
            <a:r>
              <a:rPr b="1" i="0" lang="en-US" sz="25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Блок 1: Защита от конкуренции 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500"/>
              <a:buFont typeface="Playfair Display"/>
              <a:buNone/>
            </a:pPr>
            <a:r>
              <a:rPr b="1" i="0" lang="en-US" sz="25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и монополия на данные</a:t>
            </a:r>
            <a:endParaRPr/>
          </a:p>
        </p:txBody>
      </p:sp>
      <p:pic>
        <p:nvPicPr>
          <p:cNvPr descr="crossed-japanese-swords-katana-isolated-on-white-illustration-vector.jpg" id="552" name="Google Shape;552;p30"/>
          <p:cNvPicPr preferRelativeResize="0"/>
          <p:nvPr/>
        </p:nvPicPr>
        <p:blipFill rotWithShape="1">
          <a:blip r:embed="rId3">
            <a:alphaModFix/>
          </a:blip>
          <a:srcRect b="16112" l="14801" r="14987" t="19701"/>
          <a:stretch/>
        </p:blipFill>
        <p:spPr>
          <a:xfrm>
            <a:off x="4029270" y="3210922"/>
            <a:ext cx="1249550" cy="1142319"/>
          </a:xfrm>
          <a:custGeom>
            <a:rect b="b" l="l" r="r" t="t"/>
            <a:pathLst>
              <a:path extrusionOk="0" h="21594" w="21528">
                <a:moveTo>
                  <a:pt x="1328" y="3"/>
                </a:moveTo>
                <a:cubicBezTo>
                  <a:pt x="1187" y="-6"/>
                  <a:pt x="1125" y="14"/>
                  <a:pt x="993" y="93"/>
                </a:cubicBezTo>
                <a:cubicBezTo>
                  <a:pt x="776" y="222"/>
                  <a:pt x="554" y="445"/>
                  <a:pt x="405" y="685"/>
                </a:cubicBezTo>
                <a:cubicBezTo>
                  <a:pt x="264" y="913"/>
                  <a:pt x="248" y="1034"/>
                  <a:pt x="343" y="1225"/>
                </a:cubicBezTo>
                <a:cubicBezTo>
                  <a:pt x="379" y="1297"/>
                  <a:pt x="1114" y="2136"/>
                  <a:pt x="1978" y="3093"/>
                </a:cubicBezTo>
                <a:cubicBezTo>
                  <a:pt x="2841" y="4051"/>
                  <a:pt x="3869" y="5195"/>
                  <a:pt x="4261" y="5637"/>
                </a:cubicBezTo>
                <a:lnTo>
                  <a:pt x="4979" y="6439"/>
                </a:lnTo>
                <a:lnTo>
                  <a:pt x="4884" y="6650"/>
                </a:lnTo>
                <a:cubicBezTo>
                  <a:pt x="4756" y="6928"/>
                  <a:pt x="4751" y="7157"/>
                  <a:pt x="4870" y="7287"/>
                </a:cubicBezTo>
                <a:cubicBezTo>
                  <a:pt x="4915" y="7337"/>
                  <a:pt x="4986" y="7377"/>
                  <a:pt x="5027" y="7377"/>
                </a:cubicBezTo>
                <a:cubicBezTo>
                  <a:pt x="5122" y="7377"/>
                  <a:pt x="5543" y="7158"/>
                  <a:pt x="5615" y="7070"/>
                </a:cubicBezTo>
                <a:cubicBezTo>
                  <a:pt x="5670" y="7004"/>
                  <a:pt x="5676" y="7005"/>
                  <a:pt x="5855" y="7182"/>
                </a:cubicBezTo>
                <a:cubicBezTo>
                  <a:pt x="5955" y="7281"/>
                  <a:pt x="6152" y="7470"/>
                  <a:pt x="6292" y="7602"/>
                </a:cubicBezTo>
                <a:cubicBezTo>
                  <a:pt x="6531" y="7828"/>
                  <a:pt x="7226" y="8557"/>
                  <a:pt x="8685" y="10116"/>
                </a:cubicBezTo>
                <a:cubicBezTo>
                  <a:pt x="9027" y="10480"/>
                  <a:pt x="9346" y="10804"/>
                  <a:pt x="9390" y="10836"/>
                </a:cubicBezTo>
                <a:cubicBezTo>
                  <a:pt x="9476" y="10898"/>
                  <a:pt x="9889" y="11345"/>
                  <a:pt x="9889" y="11376"/>
                </a:cubicBezTo>
                <a:cubicBezTo>
                  <a:pt x="9889" y="11407"/>
                  <a:pt x="9562" y="11748"/>
                  <a:pt x="9431" y="11856"/>
                </a:cubicBezTo>
                <a:cubicBezTo>
                  <a:pt x="9362" y="11912"/>
                  <a:pt x="9091" y="12198"/>
                  <a:pt x="8829" y="12486"/>
                </a:cubicBezTo>
                <a:cubicBezTo>
                  <a:pt x="8567" y="12774"/>
                  <a:pt x="8344" y="13011"/>
                  <a:pt x="8330" y="13011"/>
                </a:cubicBezTo>
                <a:cubicBezTo>
                  <a:pt x="8315" y="13011"/>
                  <a:pt x="8063" y="13268"/>
                  <a:pt x="7769" y="13589"/>
                </a:cubicBezTo>
                <a:cubicBezTo>
                  <a:pt x="7475" y="13910"/>
                  <a:pt x="7222" y="14174"/>
                  <a:pt x="7208" y="14174"/>
                </a:cubicBezTo>
                <a:cubicBezTo>
                  <a:pt x="7195" y="14174"/>
                  <a:pt x="7012" y="14354"/>
                  <a:pt x="6805" y="14572"/>
                </a:cubicBezTo>
                <a:cubicBezTo>
                  <a:pt x="6309" y="15093"/>
                  <a:pt x="5658" y="15759"/>
                  <a:pt x="5226" y="16185"/>
                </a:cubicBezTo>
                <a:cubicBezTo>
                  <a:pt x="5034" y="16374"/>
                  <a:pt x="4722" y="16679"/>
                  <a:pt x="4535" y="16868"/>
                </a:cubicBezTo>
                <a:cubicBezTo>
                  <a:pt x="4348" y="17056"/>
                  <a:pt x="4053" y="17350"/>
                  <a:pt x="3879" y="17520"/>
                </a:cubicBezTo>
                <a:cubicBezTo>
                  <a:pt x="3704" y="17690"/>
                  <a:pt x="3432" y="17960"/>
                  <a:pt x="3270" y="18120"/>
                </a:cubicBezTo>
                <a:cubicBezTo>
                  <a:pt x="3108" y="18281"/>
                  <a:pt x="2845" y="18540"/>
                  <a:pt x="2689" y="18691"/>
                </a:cubicBezTo>
                <a:cubicBezTo>
                  <a:pt x="2532" y="18842"/>
                  <a:pt x="2321" y="19047"/>
                  <a:pt x="2224" y="19148"/>
                </a:cubicBezTo>
                <a:cubicBezTo>
                  <a:pt x="2126" y="19250"/>
                  <a:pt x="1997" y="19370"/>
                  <a:pt x="1937" y="19418"/>
                </a:cubicBezTo>
                <a:cubicBezTo>
                  <a:pt x="1876" y="19467"/>
                  <a:pt x="1768" y="19579"/>
                  <a:pt x="1690" y="19666"/>
                </a:cubicBezTo>
                <a:cubicBezTo>
                  <a:pt x="1613" y="19753"/>
                  <a:pt x="1498" y="19860"/>
                  <a:pt x="1437" y="19906"/>
                </a:cubicBezTo>
                <a:cubicBezTo>
                  <a:pt x="1377" y="19952"/>
                  <a:pt x="1254" y="20076"/>
                  <a:pt x="1164" y="20176"/>
                </a:cubicBezTo>
                <a:cubicBezTo>
                  <a:pt x="1074" y="20276"/>
                  <a:pt x="988" y="20356"/>
                  <a:pt x="972" y="20356"/>
                </a:cubicBezTo>
                <a:cubicBezTo>
                  <a:pt x="957" y="20356"/>
                  <a:pt x="872" y="20430"/>
                  <a:pt x="788" y="20521"/>
                </a:cubicBezTo>
                <a:cubicBezTo>
                  <a:pt x="703" y="20612"/>
                  <a:pt x="605" y="20711"/>
                  <a:pt x="569" y="20739"/>
                </a:cubicBezTo>
                <a:cubicBezTo>
                  <a:pt x="455" y="20827"/>
                  <a:pt x="64" y="21237"/>
                  <a:pt x="29" y="21309"/>
                </a:cubicBezTo>
                <a:cubicBezTo>
                  <a:pt x="-19" y="21407"/>
                  <a:pt x="-7" y="21440"/>
                  <a:pt x="70" y="21519"/>
                </a:cubicBezTo>
                <a:cubicBezTo>
                  <a:pt x="131" y="21582"/>
                  <a:pt x="174" y="21594"/>
                  <a:pt x="528" y="21594"/>
                </a:cubicBezTo>
                <a:cubicBezTo>
                  <a:pt x="745" y="21594"/>
                  <a:pt x="936" y="21580"/>
                  <a:pt x="952" y="21564"/>
                </a:cubicBezTo>
                <a:cubicBezTo>
                  <a:pt x="968" y="21548"/>
                  <a:pt x="1045" y="21514"/>
                  <a:pt x="1123" y="21489"/>
                </a:cubicBezTo>
                <a:cubicBezTo>
                  <a:pt x="1379" y="21405"/>
                  <a:pt x="1835" y="21106"/>
                  <a:pt x="2101" y="20851"/>
                </a:cubicBezTo>
                <a:cubicBezTo>
                  <a:pt x="2180" y="20775"/>
                  <a:pt x="2341" y="20633"/>
                  <a:pt x="2456" y="20529"/>
                </a:cubicBezTo>
                <a:cubicBezTo>
                  <a:pt x="2571" y="20425"/>
                  <a:pt x="2709" y="20293"/>
                  <a:pt x="2764" y="20236"/>
                </a:cubicBezTo>
                <a:cubicBezTo>
                  <a:pt x="2819" y="20179"/>
                  <a:pt x="2921" y="20082"/>
                  <a:pt x="2990" y="20026"/>
                </a:cubicBezTo>
                <a:cubicBezTo>
                  <a:pt x="3058" y="19970"/>
                  <a:pt x="3162" y="19868"/>
                  <a:pt x="3222" y="19801"/>
                </a:cubicBezTo>
                <a:cubicBezTo>
                  <a:pt x="3282" y="19734"/>
                  <a:pt x="3381" y="19645"/>
                  <a:pt x="3441" y="19598"/>
                </a:cubicBezTo>
                <a:cubicBezTo>
                  <a:pt x="3501" y="19552"/>
                  <a:pt x="3620" y="19435"/>
                  <a:pt x="3708" y="19336"/>
                </a:cubicBezTo>
                <a:cubicBezTo>
                  <a:pt x="3795" y="19236"/>
                  <a:pt x="3880" y="19156"/>
                  <a:pt x="3899" y="19156"/>
                </a:cubicBezTo>
                <a:cubicBezTo>
                  <a:pt x="3918" y="19156"/>
                  <a:pt x="4016" y="19063"/>
                  <a:pt x="4118" y="18953"/>
                </a:cubicBezTo>
                <a:cubicBezTo>
                  <a:pt x="4220" y="18843"/>
                  <a:pt x="4335" y="18733"/>
                  <a:pt x="4371" y="18706"/>
                </a:cubicBezTo>
                <a:cubicBezTo>
                  <a:pt x="4407" y="18678"/>
                  <a:pt x="4534" y="18560"/>
                  <a:pt x="4651" y="18443"/>
                </a:cubicBezTo>
                <a:cubicBezTo>
                  <a:pt x="4769" y="18326"/>
                  <a:pt x="4978" y="18117"/>
                  <a:pt x="5116" y="17985"/>
                </a:cubicBezTo>
                <a:cubicBezTo>
                  <a:pt x="5365" y="17746"/>
                  <a:pt x="5709" y="17408"/>
                  <a:pt x="6272" y="16853"/>
                </a:cubicBezTo>
                <a:cubicBezTo>
                  <a:pt x="6434" y="16692"/>
                  <a:pt x="6697" y="16441"/>
                  <a:pt x="6853" y="16290"/>
                </a:cubicBezTo>
                <a:cubicBezTo>
                  <a:pt x="7009" y="16139"/>
                  <a:pt x="7288" y="15856"/>
                  <a:pt x="7475" y="15667"/>
                </a:cubicBezTo>
                <a:cubicBezTo>
                  <a:pt x="7663" y="15478"/>
                  <a:pt x="7985" y="15155"/>
                  <a:pt x="8193" y="14947"/>
                </a:cubicBezTo>
                <a:cubicBezTo>
                  <a:pt x="8401" y="14739"/>
                  <a:pt x="8728" y="14410"/>
                  <a:pt x="8918" y="14212"/>
                </a:cubicBezTo>
                <a:cubicBezTo>
                  <a:pt x="9108" y="14014"/>
                  <a:pt x="9285" y="13830"/>
                  <a:pt x="9308" y="13807"/>
                </a:cubicBezTo>
                <a:cubicBezTo>
                  <a:pt x="9331" y="13783"/>
                  <a:pt x="9359" y="13762"/>
                  <a:pt x="9369" y="13762"/>
                </a:cubicBezTo>
                <a:cubicBezTo>
                  <a:pt x="9379" y="13762"/>
                  <a:pt x="9580" y="13551"/>
                  <a:pt x="9814" y="13297"/>
                </a:cubicBezTo>
                <a:cubicBezTo>
                  <a:pt x="10047" y="13042"/>
                  <a:pt x="10244" y="12839"/>
                  <a:pt x="10258" y="12839"/>
                </a:cubicBezTo>
                <a:cubicBezTo>
                  <a:pt x="10272" y="12839"/>
                  <a:pt x="10393" y="12718"/>
                  <a:pt x="10525" y="12576"/>
                </a:cubicBezTo>
                <a:cubicBezTo>
                  <a:pt x="10656" y="12435"/>
                  <a:pt x="10775" y="12321"/>
                  <a:pt x="10791" y="12321"/>
                </a:cubicBezTo>
                <a:cubicBezTo>
                  <a:pt x="10808" y="12321"/>
                  <a:pt x="10954" y="12462"/>
                  <a:pt x="11113" y="12636"/>
                </a:cubicBezTo>
                <a:cubicBezTo>
                  <a:pt x="11272" y="12811"/>
                  <a:pt x="11472" y="13018"/>
                  <a:pt x="11557" y="13094"/>
                </a:cubicBezTo>
                <a:cubicBezTo>
                  <a:pt x="11643" y="13169"/>
                  <a:pt x="11817" y="13337"/>
                  <a:pt x="11940" y="13469"/>
                </a:cubicBezTo>
                <a:cubicBezTo>
                  <a:pt x="12063" y="13601"/>
                  <a:pt x="12216" y="13760"/>
                  <a:pt x="12282" y="13822"/>
                </a:cubicBezTo>
                <a:cubicBezTo>
                  <a:pt x="12349" y="13884"/>
                  <a:pt x="12539" y="14083"/>
                  <a:pt x="12706" y="14257"/>
                </a:cubicBezTo>
                <a:cubicBezTo>
                  <a:pt x="13111" y="14678"/>
                  <a:pt x="14195" y="15751"/>
                  <a:pt x="14675" y="16215"/>
                </a:cubicBezTo>
                <a:cubicBezTo>
                  <a:pt x="14832" y="16366"/>
                  <a:pt x="15116" y="16654"/>
                  <a:pt x="15311" y="16853"/>
                </a:cubicBezTo>
                <a:cubicBezTo>
                  <a:pt x="15507" y="17051"/>
                  <a:pt x="15785" y="17321"/>
                  <a:pt x="15927" y="17453"/>
                </a:cubicBezTo>
                <a:cubicBezTo>
                  <a:pt x="16068" y="17585"/>
                  <a:pt x="16296" y="17814"/>
                  <a:pt x="16439" y="17955"/>
                </a:cubicBezTo>
                <a:cubicBezTo>
                  <a:pt x="16931" y="18440"/>
                  <a:pt x="17091" y="18588"/>
                  <a:pt x="17157" y="18638"/>
                </a:cubicBezTo>
                <a:cubicBezTo>
                  <a:pt x="17194" y="18666"/>
                  <a:pt x="17302" y="18773"/>
                  <a:pt x="17397" y="18878"/>
                </a:cubicBezTo>
                <a:cubicBezTo>
                  <a:pt x="17491" y="18983"/>
                  <a:pt x="17617" y="19110"/>
                  <a:pt x="17677" y="19156"/>
                </a:cubicBezTo>
                <a:cubicBezTo>
                  <a:pt x="17737" y="19201"/>
                  <a:pt x="17830" y="19285"/>
                  <a:pt x="17882" y="19343"/>
                </a:cubicBezTo>
                <a:cubicBezTo>
                  <a:pt x="17934" y="19401"/>
                  <a:pt x="18020" y="19485"/>
                  <a:pt x="18080" y="19531"/>
                </a:cubicBezTo>
                <a:cubicBezTo>
                  <a:pt x="18141" y="19577"/>
                  <a:pt x="18256" y="19685"/>
                  <a:pt x="18333" y="19771"/>
                </a:cubicBezTo>
                <a:cubicBezTo>
                  <a:pt x="18411" y="19856"/>
                  <a:pt x="18532" y="19970"/>
                  <a:pt x="18600" y="20026"/>
                </a:cubicBezTo>
                <a:cubicBezTo>
                  <a:pt x="18750" y="20149"/>
                  <a:pt x="18844" y="20242"/>
                  <a:pt x="19113" y="20514"/>
                </a:cubicBezTo>
                <a:cubicBezTo>
                  <a:pt x="19660" y="21065"/>
                  <a:pt x="20334" y="21519"/>
                  <a:pt x="20597" y="21519"/>
                </a:cubicBezTo>
                <a:cubicBezTo>
                  <a:pt x="20675" y="21519"/>
                  <a:pt x="20750" y="21538"/>
                  <a:pt x="20761" y="21556"/>
                </a:cubicBezTo>
                <a:cubicBezTo>
                  <a:pt x="20772" y="21576"/>
                  <a:pt x="20912" y="21594"/>
                  <a:pt x="21082" y="21594"/>
                </a:cubicBezTo>
                <a:cubicBezTo>
                  <a:pt x="21346" y="21594"/>
                  <a:pt x="21399" y="21579"/>
                  <a:pt x="21458" y="21519"/>
                </a:cubicBezTo>
                <a:cubicBezTo>
                  <a:pt x="21581" y="21393"/>
                  <a:pt x="21547" y="21282"/>
                  <a:pt x="21328" y="21061"/>
                </a:cubicBezTo>
                <a:cubicBezTo>
                  <a:pt x="21221" y="20953"/>
                  <a:pt x="21037" y="20762"/>
                  <a:pt x="20918" y="20641"/>
                </a:cubicBezTo>
                <a:cubicBezTo>
                  <a:pt x="20799" y="20520"/>
                  <a:pt x="20687" y="20424"/>
                  <a:pt x="20672" y="20424"/>
                </a:cubicBezTo>
                <a:cubicBezTo>
                  <a:pt x="20656" y="20424"/>
                  <a:pt x="20570" y="20343"/>
                  <a:pt x="20480" y="20244"/>
                </a:cubicBezTo>
                <a:cubicBezTo>
                  <a:pt x="20391" y="20144"/>
                  <a:pt x="20274" y="20019"/>
                  <a:pt x="20214" y="19974"/>
                </a:cubicBezTo>
                <a:cubicBezTo>
                  <a:pt x="20154" y="19928"/>
                  <a:pt x="20055" y="19838"/>
                  <a:pt x="19995" y="19771"/>
                </a:cubicBezTo>
                <a:cubicBezTo>
                  <a:pt x="19935" y="19704"/>
                  <a:pt x="19830" y="19610"/>
                  <a:pt x="19769" y="19561"/>
                </a:cubicBezTo>
                <a:cubicBezTo>
                  <a:pt x="19709" y="19512"/>
                  <a:pt x="19563" y="19358"/>
                  <a:pt x="19441" y="19223"/>
                </a:cubicBezTo>
                <a:cubicBezTo>
                  <a:pt x="19319" y="19089"/>
                  <a:pt x="19208" y="18983"/>
                  <a:pt x="19195" y="18983"/>
                </a:cubicBezTo>
                <a:cubicBezTo>
                  <a:pt x="19182" y="18983"/>
                  <a:pt x="19090" y="18894"/>
                  <a:pt x="18990" y="18788"/>
                </a:cubicBezTo>
                <a:cubicBezTo>
                  <a:pt x="18889" y="18682"/>
                  <a:pt x="18777" y="18570"/>
                  <a:pt x="18737" y="18541"/>
                </a:cubicBezTo>
                <a:cubicBezTo>
                  <a:pt x="18697" y="18511"/>
                  <a:pt x="18532" y="18358"/>
                  <a:pt x="18374" y="18195"/>
                </a:cubicBezTo>
                <a:cubicBezTo>
                  <a:pt x="18217" y="18033"/>
                  <a:pt x="17976" y="17795"/>
                  <a:pt x="17834" y="17663"/>
                </a:cubicBezTo>
                <a:cubicBezTo>
                  <a:pt x="17693" y="17531"/>
                  <a:pt x="17409" y="17248"/>
                  <a:pt x="17205" y="17040"/>
                </a:cubicBezTo>
                <a:cubicBezTo>
                  <a:pt x="17001" y="16832"/>
                  <a:pt x="16678" y="16509"/>
                  <a:pt x="16487" y="16320"/>
                </a:cubicBezTo>
                <a:cubicBezTo>
                  <a:pt x="16003" y="15840"/>
                  <a:pt x="15413" y="15238"/>
                  <a:pt x="14983" y="14789"/>
                </a:cubicBezTo>
                <a:cubicBezTo>
                  <a:pt x="14782" y="14580"/>
                  <a:pt x="14578" y="14384"/>
                  <a:pt x="14538" y="14354"/>
                </a:cubicBezTo>
                <a:cubicBezTo>
                  <a:pt x="14499" y="14325"/>
                  <a:pt x="14271" y="14077"/>
                  <a:pt x="14026" y="13807"/>
                </a:cubicBezTo>
                <a:cubicBezTo>
                  <a:pt x="13780" y="13537"/>
                  <a:pt x="13521" y="13274"/>
                  <a:pt x="13458" y="13221"/>
                </a:cubicBezTo>
                <a:cubicBezTo>
                  <a:pt x="13395" y="13169"/>
                  <a:pt x="13144" y="12905"/>
                  <a:pt x="12897" y="12636"/>
                </a:cubicBezTo>
                <a:cubicBezTo>
                  <a:pt x="12651" y="12367"/>
                  <a:pt x="12434" y="12149"/>
                  <a:pt x="12419" y="12149"/>
                </a:cubicBezTo>
                <a:cubicBezTo>
                  <a:pt x="12390" y="12149"/>
                  <a:pt x="11701" y="11407"/>
                  <a:pt x="11701" y="11376"/>
                </a:cubicBezTo>
                <a:cubicBezTo>
                  <a:pt x="11701" y="11344"/>
                  <a:pt x="12136" y="10881"/>
                  <a:pt x="12166" y="10881"/>
                </a:cubicBezTo>
                <a:cubicBezTo>
                  <a:pt x="12183" y="10881"/>
                  <a:pt x="12491" y="10561"/>
                  <a:pt x="12850" y="10168"/>
                </a:cubicBezTo>
                <a:cubicBezTo>
                  <a:pt x="13208" y="9775"/>
                  <a:pt x="13523" y="9437"/>
                  <a:pt x="13554" y="9418"/>
                </a:cubicBezTo>
                <a:cubicBezTo>
                  <a:pt x="13585" y="9399"/>
                  <a:pt x="14012" y="8948"/>
                  <a:pt x="14497" y="8420"/>
                </a:cubicBezTo>
                <a:cubicBezTo>
                  <a:pt x="14983" y="7892"/>
                  <a:pt x="15429" y="7435"/>
                  <a:pt x="15489" y="7400"/>
                </a:cubicBezTo>
                <a:cubicBezTo>
                  <a:pt x="15549" y="7365"/>
                  <a:pt x="15668" y="7260"/>
                  <a:pt x="15756" y="7167"/>
                </a:cubicBezTo>
                <a:cubicBezTo>
                  <a:pt x="15909" y="7004"/>
                  <a:pt x="15916" y="6999"/>
                  <a:pt x="15968" y="7062"/>
                </a:cubicBezTo>
                <a:cubicBezTo>
                  <a:pt x="16053" y="7166"/>
                  <a:pt x="16475" y="7377"/>
                  <a:pt x="16597" y="7377"/>
                </a:cubicBezTo>
                <a:cubicBezTo>
                  <a:pt x="16618" y="7377"/>
                  <a:pt x="16674" y="7337"/>
                  <a:pt x="16720" y="7287"/>
                </a:cubicBezTo>
                <a:cubicBezTo>
                  <a:pt x="16839" y="7156"/>
                  <a:pt x="16834" y="6928"/>
                  <a:pt x="16706" y="6650"/>
                </a:cubicBezTo>
                <a:lnTo>
                  <a:pt x="16610" y="6439"/>
                </a:lnTo>
                <a:lnTo>
                  <a:pt x="17226" y="5742"/>
                </a:lnTo>
                <a:cubicBezTo>
                  <a:pt x="17567" y="5357"/>
                  <a:pt x="18594" y="4213"/>
                  <a:pt x="19509" y="3198"/>
                </a:cubicBezTo>
                <a:cubicBezTo>
                  <a:pt x="20424" y="2184"/>
                  <a:pt x="21204" y="1297"/>
                  <a:pt x="21239" y="1225"/>
                </a:cubicBezTo>
                <a:cubicBezTo>
                  <a:pt x="21275" y="1154"/>
                  <a:pt x="21308" y="1067"/>
                  <a:pt x="21308" y="1030"/>
                </a:cubicBezTo>
                <a:cubicBezTo>
                  <a:pt x="21308" y="945"/>
                  <a:pt x="21199" y="728"/>
                  <a:pt x="21089" y="595"/>
                </a:cubicBezTo>
                <a:cubicBezTo>
                  <a:pt x="21042" y="539"/>
                  <a:pt x="20969" y="444"/>
                  <a:pt x="20925" y="378"/>
                </a:cubicBezTo>
                <a:cubicBezTo>
                  <a:pt x="20881" y="312"/>
                  <a:pt x="20754" y="194"/>
                  <a:pt x="20645" y="123"/>
                </a:cubicBezTo>
                <a:cubicBezTo>
                  <a:pt x="20467" y="7"/>
                  <a:pt x="20428" y="-6"/>
                  <a:pt x="20268" y="3"/>
                </a:cubicBezTo>
                <a:lnTo>
                  <a:pt x="20084" y="18"/>
                </a:lnTo>
                <a:lnTo>
                  <a:pt x="18716" y="1503"/>
                </a:lnTo>
                <a:cubicBezTo>
                  <a:pt x="17963" y="2319"/>
                  <a:pt x="16906" y="3462"/>
                  <a:pt x="16364" y="4046"/>
                </a:cubicBezTo>
                <a:lnTo>
                  <a:pt x="15380" y="5104"/>
                </a:lnTo>
                <a:lnTo>
                  <a:pt x="15140" y="4977"/>
                </a:lnTo>
                <a:cubicBezTo>
                  <a:pt x="14868" y="4822"/>
                  <a:pt x="14727" y="4800"/>
                  <a:pt x="14621" y="4909"/>
                </a:cubicBezTo>
                <a:cubicBezTo>
                  <a:pt x="14525" y="5007"/>
                  <a:pt x="14523" y="5265"/>
                  <a:pt x="14614" y="5442"/>
                </a:cubicBezTo>
                <a:cubicBezTo>
                  <a:pt x="14716" y="5642"/>
                  <a:pt x="14776" y="5746"/>
                  <a:pt x="14839" y="5824"/>
                </a:cubicBezTo>
                <a:cubicBezTo>
                  <a:pt x="14898" y="5898"/>
                  <a:pt x="14893" y="5899"/>
                  <a:pt x="14696" y="6117"/>
                </a:cubicBezTo>
                <a:cubicBezTo>
                  <a:pt x="14587" y="6237"/>
                  <a:pt x="14462" y="6387"/>
                  <a:pt x="14415" y="6454"/>
                </a:cubicBezTo>
                <a:cubicBezTo>
                  <a:pt x="14310" y="6608"/>
                  <a:pt x="11421" y="9778"/>
                  <a:pt x="11386" y="9778"/>
                </a:cubicBezTo>
                <a:cubicBezTo>
                  <a:pt x="11372" y="9778"/>
                  <a:pt x="11232" y="9922"/>
                  <a:pt x="11072" y="10093"/>
                </a:cubicBezTo>
                <a:lnTo>
                  <a:pt x="10785" y="10408"/>
                </a:lnTo>
                <a:lnTo>
                  <a:pt x="10703" y="10311"/>
                </a:lnTo>
                <a:cubicBezTo>
                  <a:pt x="10658" y="10257"/>
                  <a:pt x="10558" y="10149"/>
                  <a:pt x="10477" y="10078"/>
                </a:cubicBezTo>
                <a:cubicBezTo>
                  <a:pt x="10302" y="9924"/>
                  <a:pt x="7038" y="6350"/>
                  <a:pt x="7038" y="6312"/>
                </a:cubicBezTo>
                <a:cubicBezTo>
                  <a:pt x="7038" y="6298"/>
                  <a:pt x="6962" y="6203"/>
                  <a:pt x="6867" y="6094"/>
                </a:cubicBezTo>
                <a:lnTo>
                  <a:pt x="6689" y="5892"/>
                </a:lnTo>
                <a:lnTo>
                  <a:pt x="6785" y="5787"/>
                </a:lnTo>
                <a:cubicBezTo>
                  <a:pt x="6911" y="5642"/>
                  <a:pt x="7038" y="5335"/>
                  <a:pt x="7038" y="5179"/>
                </a:cubicBezTo>
                <a:cubicBezTo>
                  <a:pt x="7038" y="5082"/>
                  <a:pt x="7015" y="5027"/>
                  <a:pt x="6942" y="4947"/>
                </a:cubicBezTo>
                <a:cubicBezTo>
                  <a:pt x="6816" y="4808"/>
                  <a:pt x="6732" y="4813"/>
                  <a:pt x="6443" y="4977"/>
                </a:cubicBezTo>
                <a:lnTo>
                  <a:pt x="6210" y="5104"/>
                </a:lnTo>
                <a:lnTo>
                  <a:pt x="5608" y="4466"/>
                </a:lnTo>
                <a:cubicBezTo>
                  <a:pt x="5277" y="4114"/>
                  <a:pt x="4213" y="2971"/>
                  <a:pt x="3249" y="1923"/>
                </a:cubicBezTo>
                <a:lnTo>
                  <a:pt x="1499" y="18"/>
                </a:lnTo>
                <a:lnTo>
                  <a:pt x="1328" y="3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Screenshot 2026-04-22 at 10.22.47.png" id="553" name="Google Shape;553;p30"/>
          <p:cNvPicPr preferRelativeResize="0"/>
          <p:nvPr/>
        </p:nvPicPr>
        <p:blipFill rotWithShape="1">
          <a:blip r:embed="rId4">
            <a:alphaModFix/>
          </a:blip>
          <a:srcRect b="1898" l="13029" r="7796" t="4438"/>
          <a:stretch/>
        </p:blipFill>
        <p:spPr>
          <a:xfrm>
            <a:off x="4029481" y="196988"/>
            <a:ext cx="1249127" cy="1412046"/>
          </a:xfrm>
          <a:custGeom>
            <a:rect b="b" l="l" r="r" t="t"/>
            <a:pathLst>
              <a:path extrusionOk="0" h="21555" w="21592">
                <a:moveTo>
                  <a:pt x="9511" y="24"/>
                </a:moveTo>
                <a:cubicBezTo>
                  <a:pt x="9495" y="38"/>
                  <a:pt x="9435" y="48"/>
                  <a:pt x="9381" y="48"/>
                </a:cubicBezTo>
                <a:cubicBezTo>
                  <a:pt x="9176" y="49"/>
                  <a:pt x="8662" y="236"/>
                  <a:pt x="8359" y="418"/>
                </a:cubicBezTo>
                <a:cubicBezTo>
                  <a:pt x="8132" y="553"/>
                  <a:pt x="7829" y="843"/>
                  <a:pt x="7720" y="1024"/>
                </a:cubicBezTo>
                <a:cubicBezTo>
                  <a:pt x="7668" y="1110"/>
                  <a:pt x="7595" y="1221"/>
                  <a:pt x="7563" y="1272"/>
                </a:cubicBezTo>
                <a:cubicBezTo>
                  <a:pt x="7530" y="1322"/>
                  <a:pt x="7501" y="1391"/>
                  <a:pt x="7501" y="1423"/>
                </a:cubicBezTo>
                <a:cubicBezTo>
                  <a:pt x="7501" y="1456"/>
                  <a:pt x="7494" y="1489"/>
                  <a:pt x="7480" y="1496"/>
                </a:cubicBezTo>
                <a:cubicBezTo>
                  <a:pt x="7467" y="1503"/>
                  <a:pt x="7449" y="1554"/>
                  <a:pt x="7439" y="1611"/>
                </a:cubicBezTo>
                <a:cubicBezTo>
                  <a:pt x="7389" y="1905"/>
                  <a:pt x="7363" y="2103"/>
                  <a:pt x="7350" y="2296"/>
                </a:cubicBezTo>
                <a:cubicBezTo>
                  <a:pt x="7342" y="2417"/>
                  <a:pt x="7325" y="2508"/>
                  <a:pt x="7309" y="2508"/>
                </a:cubicBezTo>
                <a:cubicBezTo>
                  <a:pt x="7253" y="2508"/>
                  <a:pt x="7118" y="2609"/>
                  <a:pt x="7076" y="2683"/>
                </a:cubicBezTo>
                <a:cubicBezTo>
                  <a:pt x="7047" y="2735"/>
                  <a:pt x="7034" y="2824"/>
                  <a:pt x="7034" y="2962"/>
                </a:cubicBezTo>
                <a:cubicBezTo>
                  <a:pt x="7034" y="3141"/>
                  <a:pt x="7055" y="3216"/>
                  <a:pt x="7165" y="3513"/>
                </a:cubicBezTo>
                <a:cubicBezTo>
                  <a:pt x="7234" y="3702"/>
                  <a:pt x="7301" y="3897"/>
                  <a:pt x="7316" y="3944"/>
                </a:cubicBezTo>
                <a:cubicBezTo>
                  <a:pt x="7364" y="4094"/>
                  <a:pt x="7458" y="4236"/>
                  <a:pt x="7535" y="4277"/>
                </a:cubicBezTo>
                <a:cubicBezTo>
                  <a:pt x="7577" y="4298"/>
                  <a:pt x="7627" y="4345"/>
                  <a:pt x="7645" y="4380"/>
                </a:cubicBezTo>
                <a:cubicBezTo>
                  <a:pt x="7663" y="4414"/>
                  <a:pt x="7687" y="4460"/>
                  <a:pt x="7700" y="4483"/>
                </a:cubicBezTo>
                <a:cubicBezTo>
                  <a:pt x="7713" y="4506"/>
                  <a:pt x="7727" y="4537"/>
                  <a:pt x="7727" y="4555"/>
                </a:cubicBezTo>
                <a:cubicBezTo>
                  <a:pt x="7727" y="4574"/>
                  <a:pt x="7776" y="4673"/>
                  <a:pt x="7837" y="4774"/>
                </a:cubicBezTo>
                <a:cubicBezTo>
                  <a:pt x="7898" y="4874"/>
                  <a:pt x="7947" y="4974"/>
                  <a:pt x="7947" y="4998"/>
                </a:cubicBezTo>
                <a:cubicBezTo>
                  <a:pt x="7947" y="5021"/>
                  <a:pt x="7895" y="5092"/>
                  <a:pt x="7830" y="5155"/>
                </a:cubicBezTo>
                <a:cubicBezTo>
                  <a:pt x="7766" y="5218"/>
                  <a:pt x="7653" y="5337"/>
                  <a:pt x="7583" y="5416"/>
                </a:cubicBezTo>
                <a:cubicBezTo>
                  <a:pt x="7451" y="5566"/>
                  <a:pt x="7404" y="5593"/>
                  <a:pt x="7199" y="5646"/>
                </a:cubicBezTo>
                <a:cubicBezTo>
                  <a:pt x="7131" y="5664"/>
                  <a:pt x="7029" y="5706"/>
                  <a:pt x="6973" y="5737"/>
                </a:cubicBezTo>
                <a:cubicBezTo>
                  <a:pt x="6916" y="5768"/>
                  <a:pt x="6858" y="5791"/>
                  <a:pt x="6842" y="5791"/>
                </a:cubicBezTo>
                <a:cubicBezTo>
                  <a:pt x="6827" y="5791"/>
                  <a:pt x="6815" y="5798"/>
                  <a:pt x="6815" y="5810"/>
                </a:cubicBezTo>
                <a:cubicBezTo>
                  <a:pt x="6815" y="5821"/>
                  <a:pt x="6793" y="5838"/>
                  <a:pt x="6767" y="5846"/>
                </a:cubicBezTo>
                <a:cubicBezTo>
                  <a:pt x="6740" y="5853"/>
                  <a:pt x="6688" y="5875"/>
                  <a:pt x="6650" y="5894"/>
                </a:cubicBezTo>
                <a:cubicBezTo>
                  <a:pt x="6612" y="5914"/>
                  <a:pt x="6490" y="5962"/>
                  <a:pt x="6376" y="5997"/>
                </a:cubicBezTo>
                <a:cubicBezTo>
                  <a:pt x="6262" y="6033"/>
                  <a:pt x="6148" y="6070"/>
                  <a:pt x="6122" y="6082"/>
                </a:cubicBezTo>
                <a:cubicBezTo>
                  <a:pt x="6096" y="6095"/>
                  <a:pt x="6049" y="6106"/>
                  <a:pt x="6019" y="6106"/>
                </a:cubicBezTo>
                <a:cubicBezTo>
                  <a:pt x="5989" y="6106"/>
                  <a:pt x="5953" y="6117"/>
                  <a:pt x="5944" y="6131"/>
                </a:cubicBezTo>
                <a:cubicBezTo>
                  <a:pt x="5934" y="6144"/>
                  <a:pt x="5905" y="6155"/>
                  <a:pt x="5875" y="6155"/>
                </a:cubicBezTo>
                <a:cubicBezTo>
                  <a:pt x="5845" y="6155"/>
                  <a:pt x="5799" y="6167"/>
                  <a:pt x="5772" y="6179"/>
                </a:cubicBezTo>
                <a:cubicBezTo>
                  <a:pt x="5746" y="6191"/>
                  <a:pt x="5663" y="6219"/>
                  <a:pt x="5587" y="6240"/>
                </a:cubicBezTo>
                <a:cubicBezTo>
                  <a:pt x="5362" y="6301"/>
                  <a:pt x="5260" y="6334"/>
                  <a:pt x="5182" y="6379"/>
                </a:cubicBezTo>
                <a:cubicBezTo>
                  <a:pt x="5142" y="6402"/>
                  <a:pt x="5102" y="6421"/>
                  <a:pt x="5093" y="6421"/>
                </a:cubicBezTo>
                <a:cubicBezTo>
                  <a:pt x="5084" y="6421"/>
                  <a:pt x="5003" y="6466"/>
                  <a:pt x="4915" y="6518"/>
                </a:cubicBezTo>
                <a:cubicBezTo>
                  <a:pt x="4729" y="6630"/>
                  <a:pt x="4357" y="6974"/>
                  <a:pt x="4174" y="7203"/>
                </a:cubicBezTo>
                <a:cubicBezTo>
                  <a:pt x="4104" y="7290"/>
                  <a:pt x="4039" y="7366"/>
                  <a:pt x="4030" y="7373"/>
                </a:cubicBezTo>
                <a:cubicBezTo>
                  <a:pt x="3998" y="7395"/>
                  <a:pt x="3848" y="7601"/>
                  <a:pt x="3810" y="7675"/>
                </a:cubicBezTo>
                <a:cubicBezTo>
                  <a:pt x="3790" y="7716"/>
                  <a:pt x="3762" y="7767"/>
                  <a:pt x="3748" y="7791"/>
                </a:cubicBezTo>
                <a:cubicBezTo>
                  <a:pt x="3735" y="7814"/>
                  <a:pt x="3728" y="7849"/>
                  <a:pt x="3728" y="7869"/>
                </a:cubicBezTo>
                <a:cubicBezTo>
                  <a:pt x="3728" y="7890"/>
                  <a:pt x="3714" y="7925"/>
                  <a:pt x="3700" y="7948"/>
                </a:cubicBezTo>
                <a:cubicBezTo>
                  <a:pt x="3650" y="8031"/>
                  <a:pt x="3563" y="8223"/>
                  <a:pt x="3563" y="8245"/>
                </a:cubicBezTo>
                <a:cubicBezTo>
                  <a:pt x="3563" y="8270"/>
                  <a:pt x="3529" y="8326"/>
                  <a:pt x="3296" y="8736"/>
                </a:cubicBezTo>
                <a:cubicBezTo>
                  <a:pt x="3208" y="8890"/>
                  <a:pt x="3106" y="9061"/>
                  <a:pt x="3062" y="9117"/>
                </a:cubicBezTo>
                <a:cubicBezTo>
                  <a:pt x="3019" y="9173"/>
                  <a:pt x="2980" y="9225"/>
                  <a:pt x="2980" y="9232"/>
                </a:cubicBezTo>
                <a:cubicBezTo>
                  <a:pt x="2980" y="9240"/>
                  <a:pt x="2961" y="9263"/>
                  <a:pt x="2939" y="9287"/>
                </a:cubicBezTo>
                <a:cubicBezTo>
                  <a:pt x="2916" y="9311"/>
                  <a:pt x="2834" y="9415"/>
                  <a:pt x="2754" y="9517"/>
                </a:cubicBezTo>
                <a:cubicBezTo>
                  <a:pt x="2570" y="9752"/>
                  <a:pt x="2541" y="9737"/>
                  <a:pt x="2541" y="9408"/>
                </a:cubicBezTo>
                <a:cubicBezTo>
                  <a:pt x="2541" y="9281"/>
                  <a:pt x="2529" y="9168"/>
                  <a:pt x="2514" y="9160"/>
                </a:cubicBezTo>
                <a:cubicBezTo>
                  <a:pt x="2498" y="9152"/>
                  <a:pt x="2486" y="9114"/>
                  <a:pt x="2486" y="9075"/>
                </a:cubicBezTo>
                <a:cubicBezTo>
                  <a:pt x="2486" y="9035"/>
                  <a:pt x="2472" y="8983"/>
                  <a:pt x="2459" y="8960"/>
                </a:cubicBezTo>
                <a:cubicBezTo>
                  <a:pt x="2445" y="8937"/>
                  <a:pt x="2374" y="8806"/>
                  <a:pt x="2301" y="8675"/>
                </a:cubicBezTo>
                <a:cubicBezTo>
                  <a:pt x="2193" y="8482"/>
                  <a:pt x="2136" y="8412"/>
                  <a:pt x="1992" y="8293"/>
                </a:cubicBezTo>
                <a:cubicBezTo>
                  <a:pt x="1894" y="8213"/>
                  <a:pt x="1797" y="8122"/>
                  <a:pt x="1779" y="8094"/>
                </a:cubicBezTo>
                <a:cubicBezTo>
                  <a:pt x="1762" y="8065"/>
                  <a:pt x="1741" y="8017"/>
                  <a:pt x="1725" y="7991"/>
                </a:cubicBezTo>
                <a:cubicBezTo>
                  <a:pt x="1698" y="7945"/>
                  <a:pt x="1671" y="7895"/>
                  <a:pt x="1608" y="7754"/>
                </a:cubicBezTo>
                <a:cubicBezTo>
                  <a:pt x="1394" y="7279"/>
                  <a:pt x="1193" y="7106"/>
                  <a:pt x="874" y="7106"/>
                </a:cubicBezTo>
                <a:cubicBezTo>
                  <a:pt x="732" y="7106"/>
                  <a:pt x="719" y="7110"/>
                  <a:pt x="600" y="7215"/>
                </a:cubicBezTo>
                <a:lnTo>
                  <a:pt x="469" y="7324"/>
                </a:lnTo>
                <a:lnTo>
                  <a:pt x="469" y="7536"/>
                </a:lnTo>
                <a:cubicBezTo>
                  <a:pt x="469" y="7653"/>
                  <a:pt x="484" y="7760"/>
                  <a:pt x="497" y="7772"/>
                </a:cubicBezTo>
                <a:cubicBezTo>
                  <a:pt x="509" y="7785"/>
                  <a:pt x="538" y="7845"/>
                  <a:pt x="558" y="7906"/>
                </a:cubicBezTo>
                <a:cubicBezTo>
                  <a:pt x="597" y="8017"/>
                  <a:pt x="723" y="8203"/>
                  <a:pt x="805" y="8269"/>
                </a:cubicBezTo>
                <a:cubicBezTo>
                  <a:pt x="948" y="8383"/>
                  <a:pt x="929" y="8493"/>
                  <a:pt x="771" y="8493"/>
                </a:cubicBezTo>
                <a:cubicBezTo>
                  <a:pt x="712" y="8493"/>
                  <a:pt x="629" y="8511"/>
                  <a:pt x="579" y="8536"/>
                </a:cubicBezTo>
                <a:cubicBezTo>
                  <a:pt x="190" y="8730"/>
                  <a:pt x="5" y="8899"/>
                  <a:pt x="3" y="9081"/>
                </a:cubicBezTo>
                <a:cubicBezTo>
                  <a:pt x="2" y="9142"/>
                  <a:pt x="20" y="9203"/>
                  <a:pt x="58" y="9269"/>
                </a:cubicBezTo>
                <a:cubicBezTo>
                  <a:pt x="127" y="9389"/>
                  <a:pt x="127" y="9464"/>
                  <a:pt x="58" y="9584"/>
                </a:cubicBezTo>
                <a:cubicBezTo>
                  <a:pt x="12" y="9662"/>
                  <a:pt x="-8" y="9732"/>
                  <a:pt x="3" y="9802"/>
                </a:cubicBezTo>
                <a:cubicBezTo>
                  <a:pt x="13" y="9872"/>
                  <a:pt x="55" y="9944"/>
                  <a:pt x="126" y="10038"/>
                </a:cubicBezTo>
                <a:cubicBezTo>
                  <a:pt x="194" y="10128"/>
                  <a:pt x="250" y="10229"/>
                  <a:pt x="250" y="10262"/>
                </a:cubicBezTo>
                <a:cubicBezTo>
                  <a:pt x="250" y="10296"/>
                  <a:pt x="288" y="10381"/>
                  <a:pt x="332" y="10456"/>
                </a:cubicBezTo>
                <a:cubicBezTo>
                  <a:pt x="410" y="10589"/>
                  <a:pt x="431" y="10650"/>
                  <a:pt x="462" y="10820"/>
                </a:cubicBezTo>
                <a:cubicBezTo>
                  <a:pt x="490" y="10970"/>
                  <a:pt x="835" y="11214"/>
                  <a:pt x="1018" y="11214"/>
                </a:cubicBezTo>
                <a:cubicBezTo>
                  <a:pt x="1069" y="11214"/>
                  <a:pt x="1058" y="11294"/>
                  <a:pt x="970" y="11632"/>
                </a:cubicBezTo>
                <a:cubicBezTo>
                  <a:pt x="906" y="11878"/>
                  <a:pt x="905" y="12153"/>
                  <a:pt x="970" y="12401"/>
                </a:cubicBezTo>
                <a:cubicBezTo>
                  <a:pt x="1066" y="12766"/>
                  <a:pt x="1112" y="12898"/>
                  <a:pt x="1141" y="12928"/>
                </a:cubicBezTo>
                <a:cubicBezTo>
                  <a:pt x="1154" y="12941"/>
                  <a:pt x="1162" y="12970"/>
                  <a:pt x="1162" y="12995"/>
                </a:cubicBezTo>
                <a:cubicBezTo>
                  <a:pt x="1162" y="13019"/>
                  <a:pt x="1170" y="13062"/>
                  <a:pt x="1183" y="13086"/>
                </a:cubicBezTo>
                <a:cubicBezTo>
                  <a:pt x="1297" y="13294"/>
                  <a:pt x="1327" y="13351"/>
                  <a:pt x="1327" y="13376"/>
                </a:cubicBezTo>
                <a:cubicBezTo>
                  <a:pt x="1327" y="13408"/>
                  <a:pt x="1429" y="13574"/>
                  <a:pt x="1471" y="13613"/>
                </a:cubicBezTo>
                <a:cubicBezTo>
                  <a:pt x="1485" y="13625"/>
                  <a:pt x="1491" y="13650"/>
                  <a:pt x="1491" y="13673"/>
                </a:cubicBezTo>
                <a:cubicBezTo>
                  <a:pt x="1491" y="13696"/>
                  <a:pt x="1516" y="13761"/>
                  <a:pt x="1546" y="13813"/>
                </a:cubicBezTo>
                <a:cubicBezTo>
                  <a:pt x="1611" y="13924"/>
                  <a:pt x="1793" y="14407"/>
                  <a:pt x="1793" y="14467"/>
                </a:cubicBezTo>
                <a:cubicBezTo>
                  <a:pt x="1793" y="14506"/>
                  <a:pt x="1835" y="14624"/>
                  <a:pt x="1882" y="14733"/>
                </a:cubicBezTo>
                <a:cubicBezTo>
                  <a:pt x="1894" y="14760"/>
                  <a:pt x="1919" y="14820"/>
                  <a:pt x="1937" y="14867"/>
                </a:cubicBezTo>
                <a:cubicBezTo>
                  <a:pt x="2027" y="15096"/>
                  <a:pt x="2174" y="15303"/>
                  <a:pt x="2253" y="15303"/>
                </a:cubicBezTo>
                <a:cubicBezTo>
                  <a:pt x="2273" y="15303"/>
                  <a:pt x="2294" y="15310"/>
                  <a:pt x="2294" y="15321"/>
                </a:cubicBezTo>
                <a:cubicBezTo>
                  <a:pt x="2294" y="15332"/>
                  <a:pt x="2371" y="15380"/>
                  <a:pt x="2466" y="15424"/>
                </a:cubicBezTo>
                <a:cubicBezTo>
                  <a:pt x="2709" y="15538"/>
                  <a:pt x="2713" y="15545"/>
                  <a:pt x="2520" y="15545"/>
                </a:cubicBezTo>
                <a:cubicBezTo>
                  <a:pt x="2427" y="15545"/>
                  <a:pt x="2345" y="15556"/>
                  <a:pt x="2335" y="15569"/>
                </a:cubicBezTo>
                <a:cubicBezTo>
                  <a:pt x="2326" y="15583"/>
                  <a:pt x="2277" y="15594"/>
                  <a:pt x="2225" y="15594"/>
                </a:cubicBezTo>
                <a:cubicBezTo>
                  <a:pt x="2174" y="15594"/>
                  <a:pt x="2125" y="15605"/>
                  <a:pt x="2116" y="15618"/>
                </a:cubicBezTo>
                <a:cubicBezTo>
                  <a:pt x="2106" y="15631"/>
                  <a:pt x="2070" y="15642"/>
                  <a:pt x="2040" y="15642"/>
                </a:cubicBezTo>
                <a:cubicBezTo>
                  <a:pt x="1984" y="15642"/>
                  <a:pt x="1727" y="15750"/>
                  <a:pt x="1594" y="15830"/>
                </a:cubicBezTo>
                <a:cubicBezTo>
                  <a:pt x="1511" y="15880"/>
                  <a:pt x="1280" y="16073"/>
                  <a:pt x="1217" y="16145"/>
                </a:cubicBezTo>
                <a:cubicBezTo>
                  <a:pt x="1109" y="16268"/>
                  <a:pt x="949" y="16550"/>
                  <a:pt x="888" y="16727"/>
                </a:cubicBezTo>
                <a:cubicBezTo>
                  <a:pt x="869" y="16780"/>
                  <a:pt x="846" y="16845"/>
                  <a:pt x="833" y="16872"/>
                </a:cubicBezTo>
                <a:cubicBezTo>
                  <a:pt x="808" y="16923"/>
                  <a:pt x="782" y="17013"/>
                  <a:pt x="757" y="17145"/>
                </a:cubicBezTo>
                <a:cubicBezTo>
                  <a:pt x="749" y="17188"/>
                  <a:pt x="730" y="17228"/>
                  <a:pt x="716" y="17235"/>
                </a:cubicBezTo>
                <a:cubicBezTo>
                  <a:pt x="703" y="17243"/>
                  <a:pt x="696" y="17270"/>
                  <a:pt x="696" y="17296"/>
                </a:cubicBezTo>
                <a:cubicBezTo>
                  <a:pt x="696" y="17322"/>
                  <a:pt x="681" y="17364"/>
                  <a:pt x="668" y="17387"/>
                </a:cubicBezTo>
                <a:cubicBezTo>
                  <a:pt x="561" y="17575"/>
                  <a:pt x="531" y="17651"/>
                  <a:pt x="531" y="17690"/>
                </a:cubicBezTo>
                <a:cubicBezTo>
                  <a:pt x="531" y="17715"/>
                  <a:pt x="512" y="17736"/>
                  <a:pt x="497" y="17744"/>
                </a:cubicBezTo>
                <a:cubicBezTo>
                  <a:pt x="481" y="17753"/>
                  <a:pt x="469" y="17791"/>
                  <a:pt x="469" y="17829"/>
                </a:cubicBezTo>
                <a:cubicBezTo>
                  <a:pt x="469" y="17868"/>
                  <a:pt x="457" y="17912"/>
                  <a:pt x="442" y="17920"/>
                </a:cubicBezTo>
                <a:cubicBezTo>
                  <a:pt x="405" y="17940"/>
                  <a:pt x="410" y="18084"/>
                  <a:pt x="449" y="18168"/>
                </a:cubicBezTo>
                <a:cubicBezTo>
                  <a:pt x="571" y="18433"/>
                  <a:pt x="620" y="18498"/>
                  <a:pt x="840" y="18726"/>
                </a:cubicBezTo>
                <a:cubicBezTo>
                  <a:pt x="943" y="18833"/>
                  <a:pt x="1052" y="18998"/>
                  <a:pt x="1052" y="19047"/>
                </a:cubicBezTo>
                <a:cubicBezTo>
                  <a:pt x="1052" y="19094"/>
                  <a:pt x="1174" y="19305"/>
                  <a:pt x="1286" y="19453"/>
                </a:cubicBezTo>
                <a:cubicBezTo>
                  <a:pt x="1385" y="19585"/>
                  <a:pt x="1594" y="19780"/>
                  <a:pt x="1635" y="19780"/>
                </a:cubicBezTo>
                <a:cubicBezTo>
                  <a:pt x="1644" y="19780"/>
                  <a:pt x="1681" y="19800"/>
                  <a:pt x="1718" y="19828"/>
                </a:cubicBezTo>
                <a:cubicBezTo>
                  <a:pt x="1754" y="19857"/>
                  <a:pt x="1844" y="19916"/>
                  <a:pt x="1924" y="19956"/>
                </a:cubicBezTo>
                <a:cubicBezTo>
                  <a:pt x="2058" y="20023"/>
                  <a:pt x="2106" y="20079"/>
                  <a:pt x="2054" y="20125"/>
                </a:cubicBezTo>
                <a:cubicBezTo>
                  <a:pt x="2025" y="20151"/>
                  <a:pt x="1965" y="20319"/>
                  <a:pt x="1965" y="20374"/>
                </a:cubicBezTo>
                <a:cubicBezTo>
                  <a:pt x="1965" y="20428"/>
                  <a:pt x="2025" y="20596"/>
                  <a:pt x="2054" y="20622"/>
                </a:cubicBezTo>
                <a:cubicBezTo>
                  <a:pt x="2064" y="20631"/>
                  <a:pt x="2074" y="20658"/>
                  <a:pt x="2074" y="20683"/>
                </a:cubicBezTo>
                <a:cubicBezTo>
                  <a:pt x="2074" y="20746"/>
                  <a:pt x="2126" y="20824"/>
                  <a:pt x="2219" y="20895"/>
                </a:cubicBezTo>
                <a:cubicBezTo>
                  <a:pt x="2262" y="20928"/>
                  <a:pt x="2376" y="21024"/>
                  <a:pt x="2472" y="21101"/>
                </a:cubicBezTo>
                <a:lnTo>
                  <a:pt x="2651" y="21240"/>
                </a:lnTo>
                <a:lnTo>
                  <a:pt x="2953" y="21240"/>
                </a:lnTo>
                <a:cubicBezTo>
                  <a:pt x="3121" y="21240"/>
                  <a:pt x="3283" y="21228"/>
                  <a:pt x="3309" y="21216"/>
                </a:cubicBezTo>
                <a:cubicBezTo>
                  <a:pt x="3335" y="21203"/>
                  <a:pt x="3591" y="21188"/>
                  <a:pt x="3879" y="21179"/>
                </a:cubicBezTo>
                <a:cubicBezTo>
                  <a:pt x="4166" y="21171"/>
                  <a:pt x="4451" y="21152"/>
                  <a:pt x="4510" y="21137"/>
                </a:cubicBezTo>
                <a:cubicBezTo>
                  <a:pt x="4603" y="21112"/>
                  <a:pt x="4616" y="21111"/>
                  <a:pt x="4640" y="21149"/>
                </a:cubicBezTo>
                <a:cubicBezTo>
                  <a:pt x="4687" y="21222"/>
                  <a:pt x="4925" y="21407"/>
                  <a:pt x="4990" y="21422"/>
                </a:cubicBezTo>
                <a:cubicBezTo>
                  <a:pt x="5024" y="21429"/>
                  <a:pt x="5116" y="21431"/>
                  <a:pt x="5196" y="21422"/>
                </a:cubicBezTo>
                <a:cubicBezTo>
                  <a:pt x="5421" y="21395"/>
                  <a:pt x="6878" y="21403"/>
                  <a:pt x="7432" y="21434"/>
                </a:cubicBezTo>
                <a:cubicBezTo>
                  <a:pt x="8068" y="21469"/>
                  <a:pt x="8387" y="21469"/>
                  <a:pt x="8866" y="21434"/>
                </a:cubicBezTo>
                <a:cubicBezTo>
                  <a:pt x="9346" y="21399"/>
                  <a:pt x="9578" y="21396"/>
                  <a:pt x="9861" y="21428"/>
                </a:cubicBezTo>
                <a:cubicBezTo>
                  <a:pt x="10282" y="21474"/>
                  <a:pt x="10638" y="21505"/>
                  <a:pt x="10835" y="21507"/>
                </a:cubicBezTo>
                <a:cubicBezTo>
                  <a:pt x="10944" y="21507"/>
                  <a:pt x="11038" y="21517"/>
                  <a:pt x="11048" y="21531"/>
                </a:cubicBezTo>
                <a:cubicBezTo>
                  <a:pt x="11057" y="21544"/>
                  <a:pt x="11168" y="21555"/>
                  <a:pt x="11295" y="21555"/>
                </a:cubicBezTo>
                <a:cubicBezTo>
                  <a:pt x="11571" y="21555"/>
                  <a:pt x="11699" y="21501"/>
                  <a:pt x="11768" y="21361"/>
                </a:cubicBezTo>
                <a:cubicBezTo>
                  <a:pt x="11792" y="21312"/>
                  <a:pt x="11818" y="21260"/>
                  <a:pt x="11830" y="21240"/>
                </a:cubicBezTo>
                <a:cubicBezTo>
                  <a:pt x="11854" y="21199"/>
                  <a:pt x="11957" y="21194"/>
                  <a:pt x="12317" y="21234"/>
                </a:cubicBezTo>
                <a:cubicBezTo>
                  <a:pt x="12438" y="21247"/>
                  <a:pt x="12598" y="21269"/>
                  <a:pt x="12674" y="21276"/>
                </a:cubicBezTo>
                <a:cubicBezTo>
                  <a:pt x="12749" y="21284"/>
                  <a:pt x="12835" y="21301"/>
                  <a:pt x="12866" y="21313"/>
                </a:cubicBezTo>
                <a:cubicBezTo>
                  <a:pt x="12896" y="21324"/>
                  <a:pt x="12957" y="21336"/>
                  <a:pt x="13003" y="21343"/>
                </a:cubicBezTo>
                <a:cubicBezTo>
                  <a:pt x="13048" y="21350"/>
                  <a:pt x="13140" y="21370"/>
                  <a:pt x="13209" y="21385"/>
                </a:cubicBezTo>
                <a:cubicBezTo>
                  <a:pt x="13349" y="21416"/>
                  <a:pt x="13498" y="21441"/>
                  <a:pt x="13778" y="21482"/>
                </a:cubicBezTo>
                <a:cubicBezTo>
                  <a:pt x="13884" y="21498"/>
                  <a:pt x="13992" y="21518"/>
                  <a:pt x="14018" y="21531"/>
                </a:cubicBezTo>
                <a:cubicBezTo>
                  <a:pt x="14045" y="21543"/>
                  <a:pt x="14152" y="21555"/>
                  <a:pt x="14258" y="21555"/>
                </a:cubicBezTo>
                <a:cubicBezTo>
                  <a:pt x="14437" y="21555"/>
                  <a:pt x="14480" y="21545"/>
                  <a:pt x="14766" y="21422"/>
                </a:cubicBezTo>
                <a:cubicBezTo>
                  <a:pt x="15063" y="21294"/>
                  <a:pt x="15228" y="21258"/>
                  <a:pt x="15267" y="21313"/>
                </a:cubicBezTo>
                <a:cubicBezTo>
                  <a:pt x="15276" y="21326"/>
                  <a:pt x="15364" y="21337"/>
                  <a:pt x="15459" y="21337"/>
                </a:cubicBezTo>
                <a:cubicBezTo>
                  <a:pt x="15554" y="21337"/>
                  <a:pt x="15637" y="21343"/>
                  <a:pt x="15651" y="21355"/>
                </a:cubicBezTo>
                <a:cubicBezTo>
                  <a:pt x="15665" y="21367"/>
                  <a:pt x="15764" y="21386"/>
                  <a:pt x="15871" y="21391"/>
                </a:cubicBezTo>
                <a:cubicBezTo>
                  <a:pt x="15977" y="21397"/>
                  <a:pt x="16149" y="21417"/>
                  <a:pt x="16248" y="21440"/>
                </a:cubicBezTo>
                <a:cubicBezTo>
                  <a:pt x="16346" y="21462"/>
                  <a:pt x="16517" y="21487"/>
                  <a:pt x="16632" y="21494"/>
                </a:cubicBezTo>
                <a:cubicBezTo>
                  <a:pt x="16809" y="21506"/>
                  <a:pt x="16858" y="21501"/>
                  <a:pt x="16954" y="21458"/>
                </a:cubicBezTo>
                <a:cubicBezTo>
                  <a:pt x="17069" y="21406"/>
                  <a:pt x="17236" y="21253"/>
                  <a:pt x="17236" y="21198"/>
                </a:cubicBezTo>
                <a:cubicBezTo>
                  <a:pt x="17236" y="21181"/>
                  <a:pt x="17260" y="21130"/>
                  <a:pt x="17291" y="21082"/>
                </a:cubicBezTo>
                <a:cubicBezTo>
                  <a:pt x="17331" y="21019"/>
                  <a:pt x="17345" y="20950"/>
                  <a:pt x="17345" y="20828"/>
                </a:cubicBezTo>
                <a:cubicBezTo>
                  <a:pt x="17345" y="20683"/>
                  <a:pt x="17332" y="20639"/>
                  <a:pt x="17249" y="20501"/>
                </a:cubicBezTo>
                <a:lnTo>
                  <a:pt x="17153" y="20337"/>
                </a:lnTo>
                <a:lnTo>
                  <a:pt x="17311" y="20252"/>
                </a:lnTo>
                <a:cubicBezTo>
                  <a:pt x="17395" y="20205"/>
                  <a:pt x="17471" y="20168"/>
                  <a:pt x="17483" y="20168"/>
                </a:cubicBezTo>
                <a:cubicBezTo>
                  <a:pt x="17495" y="20168"/>
                  <a:pt x="17529" y="20150"/>
                  <a:pt x="17558" y="20125"/>
                </a:cubicBezTo>
                <a:cubicBezTo>
                  <a:pt x="17588" y="20101"/>
                  <a:pt x="17679" y="20040"/>
                  <a:pt x="17764" y="19992"/>
                </a:cubicBezTo>
                <a:cubicBezTo>
                  <a:pt x="18158" y="19770"/>
                  <a:pt x="18449" y="19535"/>
                  <a:pt x="18635" y="19289"/>
                </a:cubicBezTo>
                <a:cubicBezTo>
                  <a:pt x="18797" y="19075"/>
                  <a:pt x="19006" y="18707"/>
                  <a:pt x="19006" y="18629"/>
                </a:cubicBezTo>
                <a:cubicBezTo>
                  <a:pt x="19006" y="18598"/>
                  <a:pt x="19017" y="18558"/>
                  <a:pt x="19033" y="18544"/>
                </a:cubicBezTo>
                <a:cubicBezTo>
                  <a:pt x="19079" y="18503"/>
                  <a:pt x="19025" y="17848"/>
                  <a:pt x="18971" y="17799"/>
                </a:cubicBezTo>
                <a:cubicBezTo>
                  <a:pt x="18958" y="17786"/>
                  <a:pt x="18951" y="17712"/>
                  <a:pt x="18951" y="17635"/>
                </a:cubicBezTo>
                <a:cubicBezTo>
                  <a:pt x="18951" y="17558"/>
                  <a:pt x="18939" y="17486"/>
                  <a:pt x="18923" y="17478"/>
                </a:cubicBezTo>
                <a:cubicBezTo>
                  <a:pt x="18908" y="17470"/>
                  <a:pt x="18896" y="17415"/>
                  <a:pt x="18896" y="17357"/>
                </a:cubicBezTo>
                <a:cubicBezTo>
                  <a:pt x="18896" y="17298"/>
                  <a:pt x="18884" y="17244"/>
                  <a:pt x="18868" y="17235"/>
                </a:cubicBezTo>
                <a:cubicBezTo>
                  <a:pt x="18853" y="17227"/>
                  <a:pt x="18834" y="17178"/>
                  <a:pt x="18834" y="17126"/>
                </a:cubicBezTo>
                <a:cubicBezTo>
                  <a:pt x="18834" y="17074"/>
                  <a:pt x="18822" y="17026"/>
                  <a:pt x="18807" y="17017"/>
                </a:cubicBezTo>
                <a:cubicBezTo>
                  <a:pt x="18792" y="17009"/>
                  <a:pt x="18779" y="16971"/>
                  <a:pt x="18779" y="16933"/>
                </a:cubicBezTo>
                <a:cubicBezTo>
                  <a:pt x="18779" y="16894"/>
                  <a:pt x="18767" y="16856"/>
                  <a:pt x="18752" y="16848"/>
                </a:cubicBezTo>
                <a:cubicBezTo>
                  <a:pt x="18720" y="16830"/>
                  <a:pt x="18714" y="16713"/>
                  <a:pt x="18745" y="16714"/>
                </a:cubicBezTo>
                <a:cubicBezTo>
                  <a:pt x="18756" y="16715"/>
                  <a:pt x="18796" y="16732"/>
                  <a:pt x="18834" y="16751"/>
                </a:cubicBezTo>
                <a:cubicBezTo>
                  <a:pt x="18938" y="16803"/>
                  <a:pt x="19230" y="16795"/>
                  <a:pt x="19335" y="16739"/>
                </a:cubicBezTo>
                <a:cubicBezTo>
                  <a:pt x="19407" y="16700"/>
                  <a:pt x="19460" y="16697"/>
                  <a:pt x="19644" y="16708"/>
                </a:cubicBezTo>
                <a:cubicBezTo>
                  <a:pt x="19857" y="16721"/>
                  <a:pt x="19861" y="16717"/>
                  <a:pt x="19966" y="16642"/>
                </a:cubicBezTo>
                <a:cubicBezTo>
                  <a:pt x="20025" y="16600"/>
                  <a:pt x="20107" y="16569"/>
                  <a:pt x="20144" y="16569"/>
                </a:cubicBezTo>
                <a:cubicBezTo>
                  <a:pt x="20182" y="16569"/>
                  <a:pt x="20217" y="16558"/>
                  <a:pt x="20227" y="16545"/>
                </a:cubicBezTo>
                <a:cubicBezTo>
                  <a:pt x="20236" y="16531"/>
                  <a:pt x="20279" y="16521"/>
                  <a:pt x="20316" y="16521"/>
                </a:cubicBezTo>
                <a:cubicBezTo>
                  <a:pt x="20399" y="16521"/>
                  <a:pt x="20561" y="16391"/>
                  <a:pt x="20618" y="16284"/>
                </a:cubicBezTo>
                <a:cubicBezTo>
                  <a:pt x="20652" y="16220"/>
                  <a:pt x="20683" y="16203"/>
                  <a:pt x="20782" y="16181"/>
                </a:cubicBezTo>
                <a:cubicBezTo>
                  <a:pt x="20851" y="16166"/>
                  <a:pt x="20938" y="16136"/>
                  <a:pt x="20975" y="16115"/>
                </a:cubicBezTo>
                <a:cubicBezTo>
                  <a:pt x="21053" y="16070"/>
                  <a:pt x="21235" y="15806"/>
                  <a:pt x="21235" y="15739"/>
                </a:cubicBezTo>
                <a:cubicBezTo>
                  <a:pt x="21235" y="15714"/>
                  <a:pt x="21248" y="15687"/>
                  <a:pt x="21263" y="15678"/>
                </a:cubicBezTo>
                <a:cubicBezTo>
                  <a:pt x="21279" y="15670"/>
                  <a:pt x="21290" y="15540"/>
                  <a:pt x="21290" y="15376"/>
                </a:cubicBezTo>
                <a:cubicBezTo>
                  <a:pt x="21290" y="15090"/>
                  <a:pt x="21292" y="15089"/>
                  <a:pt x="21366" y="15054"/>
                </a:cubicBezTo>
                <a:cubicBezTo>
                  <a:pt x="21406" y="15035"/>
                  <a:pt x="21474" y="14979"/>
                  <a:pt x="21517" y="14927"/>
                </a:cubicBezTo>
                <a:cubicBezTo>
                  <a:pt x="21586" y="14843"/>
                  <a:pt x="21592" y="14810"/>
                  <a:pt x="21592" y="14643"/>
                </a:cubicBezTo>
                <a:lnTo>
                  <a:pt x="21592" y="14455"/>
                </a:lnTo>
                <a:lnTo>
                  <a:pt x="21475" y="14358"/>
                </a:lnTo>
                <a:cubicBezTo>
                  <a:pt x="21319" y="14231"/>
                  <a:pt x="21157" y="14207"/>
                  <a:pt x="20837" y="14267"/>
                </a:cubicBezTo>
                <a:cubicBezTo>
                  <a:pt x="20454" y="14339"/>
                  <a:pt x="20284" y="14340"/>
                  <a:pt x="20028" y="14267"/>
                </a:cubicBezTo>
                <a:cubicBezTo>
                  <a:pt x="19818" y="14207"/>
                  <a:pt x="19774" y="14206"/>
                  <a:pt x="19390" y="14212"/>
                </a:cubicBezTo>
                <a:lnTo>
                  <a:pt x="18971" y="14218"/>
                </a:lnTo>
                <a:lnTo>
                  <a:pt x="18910" y="14134"/>
                </a:lnTo>
                <a:cubicBezTo>
                  <a:pt x="18874" y="14088"/>
                  <a:pt x="18818" y="14032"/>
                  <a:pt x="18786" y="14012"/>
                </a:cubicBezTo>
                <a:cubicBezTo>
                  <a:pt x="18754" y="13993"/>
                  <a:pt x="18724" y="13970"/>
                  <a:pt x="18724" y="13958"/>
                </a:cubicBezTo>
                <a:cubicBezTo>
                  <a:pt x="18724" y="13946"/>
                  <a:pt x="18685" y="13893"/>
                  <a:pt x="18635" y="13843"/>
                </a:cubicBezTo>
                <a:cubicBezTo>
                  <a:pt x="18416" y="13621"/>
                  <a:pt x="18268" y="13438"/>
                  <a:pt x="18182" y="13298"/>
                </a:cubicBezTo>
                <a:cubicBezTo>
                  <a:pt x="18131" y="13214"/>
                  <a:pt x="18080" y="13145"/>
                  <a:pt x="18066" y="13140"/>
                </a:cubicBezTo>
                <a:cubicBezTo>
                  <a:pt x="18052" y="13136"/>
                  <a:pt x="18038" y="13119"/>
                  <a:pt x="18038" y="13104"/>
                </a:cubicBezTo>
                <a:cubicBezTo>
                  <a:pt x="18038" y="13088"/>
                  <a:pt x="17936" y="12990"/>
                  <a:pt x="17812" y="12880"/>
                </a:cubicBezTo>
                <a:cubicBezTo>
                  <a:pt x="17562" y="12657"/>
                  <a:pt x="17571" y="12676"/>
                  <a:pt x="17517" y="12201"/>
                </a:cubicBezTo>
                <a:cubicBezTo>
                  <a:pt x="17490" y="11968"/>
                  <a:pt x="17462" y="11876"/>
                  <a:pt x="17373" y="11722"/>
                </a:cubicBezTo>
                <a:cubicBezTo>
                  <a:pt x="17360" y="11699"/>
                  <a:pt x="17345" y="11659"/>
                  <a:pt x="17345" y="11638"/>
                </a:cubicBezTo>
                <a:cubicBezTo>
                  <a:pt x="17345" y="11617"/>
                  <a:pt x="17321" y="11560"/>
                  <a:pt x="17291" y="11504"/>
                </a:cubicBezTo>
                <a:cubicBezTo>
                  <a:pt x="17260" y="11449"/>
                  <a:pt x="17236" y="11389"/>
                  <a:pt x="17236" y="11371"/>
                </a:cubicBezTo>
                <a:cubicBezTo>
                  <a:pt x="17236" y="11353"/>
                  <a:pt x="17223" y="11313"/>
                  <a:pt x="17208" y="11286"/>
                </a:cubicBezTo>
                <a:cubicBezTo>
                  <a:pt x="17193" y="11260"/>
                  <a:pt x="17169" y="11216"/>
                  <a:pt x="17153" y="11189"/>
                </a:cubicBezTo>
                <a:cubicBezTo>
                  <a:pt x="17138" y="11163"/>
                  <a:pt x="17126" y="11123"/>
                  <a:pt x="17126" y="11098"/>
                </a:cubicBezTo>
                <a:cubicBezTo>
                  <a:pt x="17126" y="11074"/>
                  <a:pt x="17118" y="11044"/>
                  <a:pt x="17105" y="11032"/>
                </a:cubicBezTo>
                <a:cubicBezTo>
                  <a:pt x="17093" y="11019"/>
                  <a:pt x="17069" y="10959"/>
                  <a:pt x="17050" y="10898"/>
                </a:cubicBezTo>
                <a:cubicBezTo>
                  <a:pt x="17032" y="10838"/>
                  <a:pt x="17004" y="10757"/>
                  <a:pt x="16989" y="10717"/>
                </a:cubicBezTo>
                <a:cubicBezTo>
                  <a:pt x="16973" y="10677"/>
                  <a:pt x="16922" y="10546"/>
                  <a:pt x="16879" y="10426"/>
                </a:cubicBezTo>
                <a:cubicBezTo>
                  <a:pt x="16767" y="10115"/>
                  <a:pt x="16646" y="9809"/>
                  <a:pt x="16625" y="9790"/>
                </a:cubicBezTo>
                <a:cubicBezTo>
                  <a:pt x="16615" y="9781"/>
                  <a:pt x="16605" y="9754"/>
                  <a:pt x="16605" y="9729"/>
                </a:cubicBezTo>
                <a:cubicBezTo>
                  <a:pt x="16605" y="9686"/>
                  <a:pt x="16590" y="9658"/>
                  <a:pt x="16522" y="9541"/>
                </a:cubicBezTo>
                <a:cubicBezTo>
                  <a:pt x="16505" y="9512"/>
                  <a:pt x="16495" y="9469"/>
                  <a:pt x="16495" y="9445"/>
                </a:cubicBezTo>
                <a:cubicBezTo>
                  <a:pt x="16495" y="9420"/>
                  <a:pt x="16486" y="9391"/>
                  <a:pt x="16474" y="9378"/>
                </a:cubicBezTo>
                <a:cubicBezTo>
                  <a:pt x="16462" y="9365"/>
                  <a:pt x="16432" y="9310"/>
                  <a:pt x="16412" y="9257"/>
                </a:cubicBezTo>
                <a:cubicBezTo>
                  <a:pt x="16376" y="9155"/>
                  <a:pt x="16337" y="9067"/>
                  <a:pt x="16296" y="8996"/>
                </a:cubicBezTo>
                <a:cubicBezTo>
                  <a:pt x="16282" y="8973"/>
                  <a:pt x="16275" y="8937"/>
                  <a:pt x="16275" y="8917"/>
                </a:cubicBezTo>
                <a:cubicBezTo>
                  <a:pt x="16275" y="8898"/>
                  <a:pt x="16250" y="8835"/>
                  <a:pt x="16220" y="8778"/>
                </a:cubicBezTo>
                <a:cubicBezTo>
                  <a:pt x="16191" y="8721"/>
                  <a:pt x="16131" y="8599"/>
                  <a:pt x="16090" y="8505"/>
                </a:cubicBezTo>
                <a:cubicBezTo>
                  <a:pt x="15896" y="8057"/>
                  <a:pt x="15630" y="7566"/>
                  <a:pt x="15555" y="7518"/>
                </a:cubicBezTo>
                <a:cubicBezTo>
                  <a:pt x="15545" y="7511"/>
                  <a:pt x="15519" y="7463"/>
                  <a:pt x="15493" y="7415"/>
                </a:cubicBezTo>
                <a:cubicBezTo>
                  <a:pt x="15358" y="7158"/>
                  <a:pt x="14985" y="6772"/>
                  <a:pt x="14725" y="6615"/>
                </a:cubicBezTo>
                <a:cubicBezTo>
                  <a:pt x="14638" y="6563"/>
                  <a:pt x="14556" y="6518"/>
                  <a:pt x="14540" y="6518"/>
                </a:cubicBezTo>
                <a:cubicBezTo>
                  <a:pt x="14524" y="6518"/>
                  <a:pt x="14505" y="6512"/>
                  <a:pt x="14505" y="6500"/>
                </a:cubicBezTo>
                <a:cubicBezTo>
                  <a:pt x="14505" y="6488"/>
                  <a:pt x="14429" y="6443"/>
                  <a:pt x="14334" y="6403"/>
                </a:cubicBezTo>
                <a:cubicBezTo>
                  <a:pt x="14097" y="6303"/>
                  <a:pt x="13735" y="6154"/>
                  <a:pt x="13668" y="6131"/>
                </a:cubicBezTo>
                <a:cubicBezTo>
                  <a:pt x="13548" y="6088"/>
                  <a:pt x="13411" y="6032"/>
                  <a:pt x="13181" y="5937"/>
                </a:cubicBezTo>
                <a:cubicBezTo>
                  <a:pt x="13049" y="5882"/>
                  <a:pt x="12927" y="5840"/>
                  <a:pt x="12914" y="5840"/>
                </a:cubicBezTo>
                <a:cubicBezTo>
                  <a:pt x="12891" y="5840"/>
                  <a:pt x="12591" y="5718"/>
                  <a:pt x="12379" y="5622"/>
                </a:cubicBezTo>
                <a:cubicBezTo>
                  <a:pt x="12320" y="5595"/>
                  <a:pt x="12246" y="5573"/>
                  <a:pt x="12221" y="5573"/>
                </a:cubicBezTo>
                <a:cubicBezTo>
                  <a:pt x="12195" y="5573"/>
                  <a:pt x="12126" y="5500"/>
                  <a:pt x="12056" y="5410"/>
                </a:cubicBezTo>
                <a:cubicBezTo>
                  <a:pt x="11988" y="5321"/>
                  <a:pt x="11905" y="5227"/>
                  <a:pt x="11871" y="5204"/>
                </a:cubicBezTo>
                <a:cubicBezTo>
                  <a:pt x="11837" y="5180"/>
                  <a:pt x="11803" y="5155"/>
                  <a:pt x="11802" y="5143"/>
                </a:cubicBezTo>
                <a:cubicBezTo>
                  <a:pt x="11802" y="5132"/>
                  <a:pt x="11765" y="5080"/>
                  <a:pt x="11720" y="5034"/>
                </a:cubicBezTo>
                <a:cubicBezTo>
                  <a:pt x="11640" y="4952"/>
                  <a:pt x="11617" y="4850"/>
                  <a:pt x="11665" y="4804"/>
                </a:cubicBezTo>
                <a:cubicBezTo>
                  <a:pt x="11718" y="4753"/>
                  <a:pt x="11864" y="4495"/>
                  <a:pt x="11864" y="4452"/>
                </a:cubicBezTo>
                <a:cubicBezTo>
                  <a:pt x="11864" y="4427"/>
                  <a:pt x="11876" y="4400"/>
                  <a:pt x="11892" y="4392"/>
                </a:cubicBezTo>
                <a:cubicBezTo>
                  <a:pt x="11907" y="4384"/>
                  <a:pt x="11919" y="4358"/>
                  <a:pt x="11919" y="4337"/>
                </a:cubicBezTo>
                <a:cubicBezTo>
                  <a:pt x="11919" y="4316"/>
                  <a:pt x="11968" y="4255"/>
                  <a:pt x="12036" y="4198"/>
                </a:cubicBezTo>
                <a:cubicBezTo>
                  <a:pt x="12103" y="4141"/>
                  <a:pt x="12166" y="4066"/>
                  <a:pt x="12173" y="4034"/>
                </a:cubicBezTo>
                <a:cubicBezTo>
                  <a:pt x="12223" y="3800"/>
                  <a:pt x="12288" y="3589"/>
                  <a:pt x="12324" y="3526"/>
                </a:cubicBezTo>
                <a:cubicBezTo>
                  <a:pt x="12375" y="3435"/>
                  <a:pt x="12415" y="3306"/>
                  <a:pt x="12434" y="3174"/>
                </a:cubicBezTo>
                <a:cubicBezTo>
                  <a:pt x="12441" y="3121"/>
                  <a:pt x="12454" y="3066"/>
                  <a:pt x="12468" y="3053"/>
                </a:cubicBezTo>
                <a:cubicBezTo>
                  <a:pt x="12502" y="3022"/>
                  <a:pt x="12502" y="2829"/>
                  <a:pt x="12468" y="2811"/>
                </a:cubicBezTo>
                <a:cubicBezTo>
                  <a:pt x="12453" y="2802"/>
                  <a:pt x="12440" y="2772"/>
                  <a:pt x="12440" y="2744"/>
                </a:cubicBezTo>
                <a:cubicBezTo>
                  <a:pt x="12440" y="2688"/>
                  <a:pt x="12241" y="2508"/>
                  <a:pt x="12180" y="2508"/>
                </a:cubicBezTo>
                <a:cubicBezTo>
                  <a:pt x="12150" y="2508"/>
                  <a:pt x="12135" y="2449"/>
                  <a:pt x="12125" y="2247"/>
                </a:cubicBezTo>
                <a:cubicBezTo>
                  <a:pt x="12118" y="2103"/>
                  <a:pt x="12100" y="1921"/>
                  <a:pt x="12084" y="1847"/>
                </a:cubicBezTo>
                <a:cubicBezTo>
                  <a:pt x="12067" y="1774"/>
                  <a:pt x="12045" y="1674"/>
                  <a:pt x="12036" y="1623"/>
                </a:cubicBezTo>
                <a:cubicBezTo>
                  <a:pt x="12026" y="1573"/>
                  <a:pt x="12008" y="1528"/>
                  <a:pt x="11994" y="1520"/>
                </a:cubicBezTo>
                <a:cubicBezTo>
                  <a:pt x="11981" y="1513"/>
                  <a:pt x="11974" y="1486"/>
                  <a:pt x="11974" y="1460"/>
                </a:cubicBezTo>
                <a:cubicBezTo>
                  <a:pt x="11974" y="1434"/>
                  <a:pt x="11960" y="1392"/>
                  <a:pt x="11946" y="1369"/>
                </a:cubicBezTo>
                <a:cubicBezTo>
                  <a:pt x="11933" y="1346"/>
                  <a:pt x="11880" y="1250"/>
                  <a:pt x="11830" y="1157"/>
                </a:cubicBezTo>
                <a:cubicBezTo>
                  <a:pt x="11696" y="908"/>
                  <a:pt x="11407" y="608"/>
                  <a:pt x="11171" y="472"/>
                </a:cubicBezTo>
                <a:cubicBezTo>
                  <a:pt x="11019" y="385"/>
                  <a:pt x="10760" y="248"/>
                  <a:pt x="10705" y="230"/>
                </a:cubicBezTo>
                <a:cubicBezTo>
                  <a:pt x="10682" y="222"/>
                  <a:pt x="10621" y="196"/>
                  <a:pt x="10568" y="175"/>
                </a:cubicBezTo>
                <a:cubicBezTo>
                  <a:pt x="10234" y="46"/>
                  <a:pt x="9589" y="-45"/>
                  <a:pt x="9511" y="24"/>
                </a:cubicBezTo>
                <a:close/>
                <a:moveTo>
                  <a:pt x="5621" y="13182"/>
                </a:moveTo>
                <a:cubicBezTo>
                  <a:pt x="5628" y="13199"/>
                  <a:pt x="5599" y="13291"/>
                  <a:pt x="5560" y="13388"/>
                </a:cubicBezTo>
                <a:cubicBezTo>
                  <a:pt x="5503" y="13529"/>
                  <a:pt x="5491" y="13610"/>
                  <a:pt x="5491" y="13782"/>
                </a:cubicBezTo>
                <a:cubicBezTo>
                  <a:pt x="5491" y="14013"/>
                  <a:pt x="5517" y="14080"/>
                  <a:pt x="5669" y="14224"/>
                </a:cubicBezTo>
                <a:cubicBezTo>
                  <a:pt x="5728" y="14280"/>
                  <a:pt x="5738" y="14313"/>
                  <a:pt x="5738" y="14461"/>
                </a:cubicBezTo>
                <a:cubicBezTo>
                  <a:pt x="5738" y="14604"/>
                  <a:pt x="5729" y="14646"/>
                  <a:pt x="5676" y="14697"/>
                </a:cubicBezTo>
                <a:cubicBezTo>
                  <a:pt x="5567" y="14802"/>
                  <a:pt x="5436" y="14971"/>
                  <a:pt x="5436" y="15006"/>
                </a:cubicBezTo>
                <a:cubicBezTo>
                  <a:pt x="5436" y="15067"/>
                  <a:pt x="5361" y="15109"/>
                  <a:pt x="5251" y="15109"/>
                </a:cubicBezTo>
                <a:cubicBezTo>
                  <a:pt x="5135" y="15109"/>
                  <a:pt x="4919" y="15177"/>
                  <a:pt x="4791" y="15260"/>
                </a:cubicBezTo>
                <a:cubicBezTo>
                  <a:pt x="4735" y="15297"/>
                  <a:pt x="4652" y="15320"/>
                  <a:pt x="4489" y="15333"/>
                </a:cubicBezTo>
                <a:cubicBezTo>
                  <a:pt x="4365" y="15343"/>
                  <a:pt x="4195" y="15356"/>
                  <a:pt x="4112" y="15363"/>
                </a:cubicBezTo>
                <a:lnTo>
                  <a:pt x="3961" y="15376"/>
                </a:lnTo>
                <a:lnTo>
                  <a:pt x="4043" y="15333"/>
                </a:lnTo>
                <a:cubicBezTo>
                  <a:pt x="4136" y="15279"/>
                  <a:pt x="4550" y="14920"/>
                  <a:pt x="4771" y="14703"/>
                </a:cubicBezTo>
                <a:cubicBezTo>
                  <a:pt x="4996" y="14481"/>
                  <a:pt x="5108" y="14330"/>
                  <a:pt x="5210" y="14134"/>
                </a:cubicBezTo>
                <a:cubicBezTo>
                  <a:pt x="5261" y="14034"/>
                  <a:pt x="5313" y="13933"/>
                  <a:pt x="5326" y="13909"/>
                </a:cubicBezTo>
                <a:cubicBezTo>
                  <a:pt x="5339" y="13886"/>
                  <a:pt x="5354" y="13845"/>
                  <a:pt x="5354" y="13819"/>
                </a:cubicBezTo>
                <a:cubicBezTo>
                  <a:pt x="5354" y="13792"/>
                  <a:pt x="5366" y="13766"/>
                  <a:pt x="5381" y="13758"/>
                </a:cubicBezTo>
                <a:cubicBezTo>
                  <a:pt x="5396" y="13750"/>
                  <a:pt x="5408" y="13721"/>
                  <a:pt x="5409" y="13691"/>
                </a:cubicBezTo>
                <a:cubicBezTo>
                  <a:pt x="5409" y="13633"/>
                  <a:pt x="5468" y="13464"/>
                  <a:pt x="5498" y="13437"/>
                </a:cubicBezTo>
                <a:cubicBezTo>
                  <a:pt x="5508" y="13428"/>
                  <a:pt x="5518" y="13401"/>
                  <a:pt x="5518" y="13376"/>
                </a:cubicBezTo>
                <a:cubicBezTo>
                  <a:pt x="5518" y="13352"/>
                  <a:pt x="5532" y="13315"/>
                  <a:pt x="5546" y="13292"/>
                </a:cubicBezTo>
                <a:cubicBezTo>
                  <a:pt x="5560" y="13268"/>
                  <a:pt x="5576" y="13227"/>
                  <a:pt x="5587" y="13201"/>
                </a:cubicBezTo>
                <a:cubicBezTo>
                  <a:pt x="5599" y="13169"/>
                  <a:pt x="5613" y="13163"/>
                  <a:pt x="5621" y="13182"/>
                </a:cubicBezTo>
                <a:close/>
                <a:moveTo>
                  <a:pt x="14094" y="14430"/>
                </a:moveTo>
                <a:lnTo>
                  <a:pt x="14341" y="14661"/>
                </a:lnTo>
                <a:cubicBezTo>
                  <a:pt x="14477" y="14787"/>
                  <a:pt x="14594" y="14904"/>
                  <a:pt x="14595" y="14921"/>
                </a:cubicBezTo>
                <a:cubicBezTo>
                  <a:pt x="14595" y="14938"/>
                  <a:pt x="14620" y="14979"/>
                  <a:pt x="14649" y="15012"/>
                </a:cubicBezTo>
                <a:cubicBezTo>
                  <a:pt x="14679" y="15046"/>
                  <a:pt x="14697" y="15086"/>
                  <a:pt x="14697" y="15103"/>
                </a:cubicBezTo>
                <a:cubicBezTo>
                  <a:pt x="14698" y="15120"/>
                  <a:pt x="14695" y="15130"/>
                  <a:pt x="14684" y="15127"/>
                </a:cubicBezTo>
                <a:cubicBezTo>
                  <a:pt x="14672" y="15125"/>
                  <a:pt x="14604" y="15120"/>
                  <a:pt x="14540" y="15115"/>
                </a:cubicBezTo>
                <a:cubicBezTo>
                  <a:pt x="14475" y="15110"/>
                  <a:pt x="14423" y="15096"/>
                  <a:pt x="14423" y="15085"/>
                </a:cubicBezTo>
                <a:cubicBezTo>
                  <a:pt x="14423" y="15074"/>
                  <a:pt x="14349" y="14999"/>
                  <a:pt x="14258" y="14921"/>
                </a:cubicBezTo>
                <a:lnTo>
                  <a:pt x="14094" y="14782"/>
                </a:lnTo>
                <a:lnTo>
                  <a:pt x="14094" y="14606"/>
                </a:lnTo>
                <a:lnTo>
                  <a:pt x="14094" y="1443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1"/>
          <p:cNvSpPr/>
          <p:nvPr/>
        </p:nvSpPr>
        <p:spPr>
          <a:xfrm>
            <a:off x="354707" y="735540"/>
            <a:ext cx="2857550" cy="4102516"/>
          </a:xfrm>
          <a:prstGeom prst="roundRect">
            <a:avLst>
              <a:gd fmla="val 38399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1"/>
          <p:cNvSpPr/>
          <p:nvPr/>
        </p:nvSpPr>
        <p:spPr>
          <a:xfrm>
            <a:off x="3436066" y="734326"/>
            <a:ext cx="2724826" cy="4065809"/>
          </a:xfrm>
          <a:prstGeom prst="roundRect">
            <a:avLst>
              <a:gd fmla="val 4027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1"/>
          <p:cNvSpPr txBox="1"/>
          <p:nvPr/>
        </p:nvSpPr>
        <p:spPr>
          <a:xfrm>
            <a:off x="374903" y="218071"/>
            <a:ext cx="8394194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000"/>
              <a:buFont typeface="Playfair Display"/>
              <a:buNone/>
            </a:pPr>
            <a:r>
              <a:rPr b="1" i="0" lang="en-US" sz="20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Почему Сравни.ру и Банки.ру не сделают тоже самое завтра?</a:t>
            </a:r>
            <a:endParaRPr/>
          </a:p>
        </p:txBody>
      </p:sp>
      <p:sp>
        <p:nvSpPr>
          <p:cNvPr id="561" name="Google Shape;561;p31"/>
          <p:cNvSpPr txBox="1"/>
          <p:nvPr/>
        </p:nvSpPr>
        <p:spPr>
          <a:xfrm>
            <a:off x="850601" y="971804"/>
            <a:ext cx="1761213" cy="413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Системный конфликт интересов</a:t>
            </a:r>
            <a:endParaRPr/>
          </a:p>
        </p:txBody>
      </p:sp>
      <p:sp>
        <p:nvSpPr>
          <p:cNvPr id="562" name="Google Shape;562;p31"/>
          <p:cNvSpPr txBox="1"/>
          <p:nvPr/>
        </p:nvSpPr>
        <p:spPr>
          <a:xfrm>
            <a:off x="837624" y="1547086"/>
            <a:ext cx="1891716" cy="2775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Бизнес-модель гигантов построена на аукционе: верхние строчки покупают те МФО/Банки, кто больше платит за лид (часто это самые «токсичные» кредиты со скрытыми страховками). Если Банки.ру внедрит наш «Индекс токсичности» и честный AI-подбор, они обрушат собственную выручку. Они не могут встать на сторону клиента, не сломав свою экономику</a:t>
            </a:r>
            <a:endParaRPr/>
          </a:p>
        </p:txBody>
      </p:sp>
      <p:sp>
        <p:nvSpPr>
          <p:cNvPr id="563" name="Google Shape;563;p31"/>
          <p:cNvSpPr txBox="1"/>
          <p:nvPr/>
        </p:nvSpPr>
        <p:spPr>
          <a:xfrm>
            <a:off x="3910383" y="1027673"/>
            <a:ext cx="1891716" cy="385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Уникальный актив, 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который нельзя купить</a:t>
            </a:r>
            <a:endParaRPr/>
          </a:p>
        </p:txBody>
      </p:sp>
      <p:sp>
        <p:nvSpPr>
          <p:cNvPr id="564" name="Google Shape;564;p31"/>
          <p:cNvSpPr txBox="1"/>
          <p:nvPr/>
        </p:nvSpPr>
        <p:spPr>
          <a:xfrm>
            <a:off x="3899526" y="1555364"/>
            <a:ext cx="1913431" cy="2573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Любой стартап умирает на «холодном старте» без данных. Наш эксклюзивный рычаг — база Центрофинанс (миллионы профилей, исходов скоринга, возвратов). Мы обучаем модель не на спарсенных текстах, а на реальных финансовых данных. Конкурентам придется потратить миллиарды рублей и годы работы, чтобы собрать такой массив данных.</a:t>
            </a:r>
            <a:endParaRPr/>
          </a:p>
        </p:txBody>
      </p:sp>
      <p:sp>
        <p:nvSpPr>
          <p:cNvPr id="565" name="Google Shape;565;p31"/>
          <p:cNvSpPr/>
          <p:nvPr/>
        </p:nvSpPr>
        <p:spPr>
          <a:xfrm>
            <a:off x="6316099" y="753894"/>
            <a:ext cx="2724826" cy="4175955"/>
          </a:xfrm>
          <a:prstGeom prst="roundRect">
            <a:avLst>
              <a:gd fmla="val 4027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1"/>
          <p:cNvSpPr txBox="1"/>
          <p:nvPr/>
        </p:nvSpPr>
        <p:spPr>
          <a:xfrm>
            <a:off x="6797439" y="1084150"/>
            <a:ext cx="1891715" cy="385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Решение проблемы «холодного старта AI»</a:t>
            </a:r>
            <a:endParaRPr/>
          </a:p>
        </p:txBody>
      </p:sp>
      <p:sp>
        <p:nvSpPr>
          <p:cNvPr id="567" name="Google Shape;567;p31"/>
          <p:cNvSpPr txBox="1"/>
          <p:nvPr/>
        </p:nvSpPr>
        <p:spPr>
          <a:xfrm>
            <a:off x="6786581" y="1617316"/>
            <a:ext cx="1913431" cy="2977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Пока у нас мало собственных поведенческих данных, мы не играем в опасные нейросети. На старте работает Детерминированный прескоринг (Rule-based) — жесткие фильтры от риск-аналитиков. AI используется только в интерфейсе (эмпатичный диалог, объяснение причин), а не в ядре принятия решений. Это гарантирует отсутствие ошибок и защищает бизнес от репутационных потерь.</a:t>
            </a:r>
            <a:endParaRPr/>
          </a:p>
        </p:txBody>
      </p:sp>
      <p:pic>
        <p:nvPicPr>
          <p:cNvPr descr="orange-ball-illustration_177761-167.avif" id="568" name="Google Shape;568;p31"/>
          <p:cNvPicPr preferRelativeResize="0"/>
          <p:nvPr/>
        </p:nvPicPr>
        <p:blipFill rotWithShape="1">
          <a:blip r:embed="rId3">
            <a:alphaModFix/>
          </a:blip>
          <a:srcRect b="20693" l="17634" r="17622" t="14388"/>
          <a:stretch/>
        </p:blipFill>
        <p:spPr>
          <a:xfrm>
            <a:off x="2530750" y="649038"/>
            <a:ext cx="367366" cy="368358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69" name="Google Shape;569;p31"/>
          <p:cNvSpPr txBox="1"/>
          <p:nvPr/>
        </p:nvSpPr>
        <p:spPr>
          <a:xfrm>
            <a:off x="2586670" y="605663"/>
            <a:ext cx="255525" cy="411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pic>
        <p:nvPicPr>
          <p:cNvPr descr="orange-ball-illustration_177761-167.avif" id="570" name="Google Shape;570;p31"/>
          <p:cNvPicPr preferRelativeResize="0"/>
          <p:nvPr/>
        </p:nvPicPr>
        <p:blipFill rotWithShape="1">
          <a:blip r:embed="rId3">
            <a:alphaModFix/>
          </a:blip>
          <a:srcRect b="20693" l="17634" r="17622" t="14388"/>
          <a:stretch/>
        </p:blipFill>
        <p:spPr>
          <a:xfrm>
            <a:off x="5593382" y="670725"/>
            <a:ext cx="367365" cy="368358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71" name="Google Shape;571;p31"/>
          <p:cNvSpPr txBox="1"/>
          <p:nvPr/>
        </p:nvSpPr>
        <p:spPr>
          <a:xfrm>
            <a:off x="5649302" y="627350"/>
            <a:ext cx="255525" cy="411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pic>
        <p:nvPicPr>
          <p:cNvPr descr="orange-ball-illustration_177761-167.avif" id="572" name="Google Shape;572;p31"/>
          <p:cNvPicPr preferRelativeResize="0"/>
          <p:nvPr/>
        </p:nvPicPr>
        <p:blipFill rotWithShape="1">
          <a:blip r:embed="rId3">
            <a:alphaModFix/>
          </a:blip>
          <a:srcRect b="20693" l="17634" r="17622" t="14388"/>
          <a:stretch/>
        </p:blipFill>
        <p:spPr>
          <a:xfrm>
            <a:off x="8451759" y="670725"/>
            <a:ext cx="367366" cy="368358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73" name="Google Shape;573;p31"/>
          <p:cNvSpPr txBox="1"/>
          <p:nvPr/>
        </p:nvSpPr>
        <p:spPr>
          <a:xfrm>
            <a:off x="8507680" y="627350"/>
            <a:ext cx="255525" cy="411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2"/>
          <p:cNvSpPr txBox="1"/>
          <p:nvPr/>
        </p:nvSpPr>
        <p:spPr>
          <a:xfrm>
            <a:off x="1686278" y="1847416"/>
            <a:ext cx="6330352" cy="952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500"/>
              <a:buFont typeface="Playfair Display"/>
              <a:buNone/>
            </a:pPr>
            <a:r>
              <a:rPr b="1" i="0" lang="en-US" sz="25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Блок 2: Экономика, трафик и масштабирование (P&amp;L и Go-To-Market)</a:t>
            </a:r>
            <a:endParaRPr/>
          </a:p>
        </p:txBody>
      </p:sp>
      <p:pic>
        <p:nvPicPr>
          <p:cNvPr descr="Screenshot 2026-04-22 at 10.22.47.png" id="579" name="Google Shape;579;p32"/>
          <p:cNvPicPr preferRelativeResize="0"/>
          <p:nvPr/>
        </p:nvPicPr>
        <p:blipFill rotWithShape="1">
          <a:blip r:embed="rId3">
            <a:alphaModFix/>
          </a:blip>
          <a:srcRect b="1898" l="13029" r="7796" t="4438"/>
          <a:stretch/>
        </p:blipFill>
        <p:spPr>
          <a:xfrm>
            <a:off x="4029481" y="196988"/>
            <a:ext cx="1249127" cy="1412046"/>
          </a:xfrm>
          <a:custGeom>
            <a:rect b="b" l="l" r="r" t="t"/>
            <a:pathLst>
              <a:path extrusionOk="0" h="21555" w="21592">
                <a:moveTo>
                  <a:pt x="9511" y="24"/>
                </a:moveTo>
                <a:cubicBezTo>
                  <a:pt x="9495" y="38"/>
                  <a:pt x="9435" y="48"/>
                  <a:pt x="9381" y="48"/>
                </a:cubicBezTo>
                <a:cubicBezTo>
                  <a:pt x="9176" y="49"/>
                  <a:pt x="8662" y="236"/>
                  <a:pt x="8359" y="418"/>
                </a:cubicBezTo>
                <a:cubicBezTo>
                  <a:pt x="8132" y="553"/>
                  <a:pt x="7829" y="843"/>
                  <a:pt x="7720" y="1024"/>
                </a:cubicBezTo>
                <a:cubicBezTo>
                  <a:pt x="7668" y="1110"/>
                  <a:pt x="7595" y="1221"/>
                  <a:pt x="7563" y="1272"/>
                </a:cubicBezTo>
                <a:cubicBezTo>
                  <a:pt x="7530" y="1322"/>
                  <a:pt x="7501" y="1391"/>
                  <a:pt x="7501" y="1423"/>
                </a:cubicBezTo>
                <a:cubicBezTo>
                  <a:pt x="7501" y="1456"/>
                  <a:pt x="7494" y="1489"/>
                  <a:pt x="7480" y="1496"/>
                </a:cubicBezTo>
                <a:cubicBezTo>
                  <a:pt x="7467" y="1503"/>
                  <a:pt x="7449" y="1554"/>
                  <a:pt x="7439" y="1611"/>
                </a:cubicBezTo>
                <a:cubicBezTo>
                  <a:pt x="7389" y="1905"/>
                  <a:pt x="7363" y="2103"/>
                  <a:pt x="7350" y="2296"/>
                </a:cubicBezTo>
                <a:cubicBezTo>
                  <a:pt x="7342" y="2417"/>
                  <a:pt x="7325" y="2508"/>
                  <a:pt x="7309" y="2508"/>
                </a:cubicBezTo>
                <a:cubicBezTo>
                  <a:pt x="7253" y="2508"/>
                  <a:pt x="7118" y="2609"/>
                  <a:pt x="7076" y="2683"/>
                </a:cubicBezTo>
                <a:cubicBezTo>
                  <a:pt x="7047" y="2735"/>
                  <a:pt x="7034" y="2824"/>
                  <a:pt x="7034" y="2962"/>
                </a:cubicBezTo>
                <a:cubicBezTo>
                  <a:pt x="7034" y="3141"/>
                  <a:pt x="7055" y="3216"/>
                  <a:pt x="7165" y="3513"/>
                </a:cubicBezTo>
                <a:cubicBezTo>
                  <a:pt x="7234" y="3702"/>
                  <a:pt x="7301" y="3897"/>
                  <a:pt x="7316" y="3944"/>
                </a:cubicBezTo>
                <a:cubicBezTo>
                  <a:pt x="7364" y="4094"/>
                  <a:pt x="7458" y="4236"/>
                  <a:pt x="7535" y="4277"/>
                </a:cubicBezTo>
                <a:cubicBezTo>
                  <a:pt x="7577" y="4298"/>
                  <a:pt x="7627" y="4345"/>
                  <a:pt x="7645" y="4380"/>
                </a:cubicBezTo>
                <a:cubicBezTo>
                  <a:pt x="7663" y="4414"/>
                  <a:pt x="7687" y="4460"/>
                  <a:pt x="7700" y="4483"/>
                </a:cubicBezTo>
                <a:cubicBezTo>
                  <a:pt x="7713" y="4506"/>
                  <a:pt x="7727" y="4537"/>
                  <a:pt x="7727" y="4555"/>
                </a:cubicBezTo>
                <a:cubicBezTo>
                  <a:pt x="7727" y="4574"/>
                  <a:pt x="7776" y="4673"/>
                  <a:pt x="7837" y="4774"/>
                </a:cubicBezTo>
                <a:cubicBezTo>
                  <a:pt x="7898" y="4874"/>
                  <a:pt x="7947" y="4974"/>
                  <a:pt x="7947" y="4998"/>
                </a:cubicBezTo>
                <a:cubicBezTo>
                  <a:pt x="7947" y="5021"/>
                  <a:pt x="7895" y="5092"/>
                  <a:pt x="7830" y="5155"/>
                </a:cubicBezTo>
                <a:cubicBezTo>
                  <a:pt x="7766" y="5218"/>
                  <a:pt x="7653" y="5337"/>
                  <a:pt x="7583" y="5416"/>
                </a:cubicBezTo>
                <a:cubicBezTo>
                  <a:pt x="7451" y="5566"/>
                  <a:pt x="7404" y="5593"/>
                  <a:pt x="7199" y="5646"/>
                </a:cubicBezTo>
                <a:cubicBezTo>
                  <a:pt x="7131" y="5664"/>
                  <a:pt x="7029" y="5706"/>
                  <a:pt x="6973" y="5737"/>
                </a:cubicBezTo>
                <a:cubicBezTo>
                  <a:pt x="6916" y="5768"/>
                  <a:pt x="6858" y="5791"/>
                  <a:pt x="6842" y="5791"/>
                </a:cubicBezTo>
                <a:cubicBezTo>
                  <a:pt x="6827" y="5791"/>
                  <a:pt x="6815" y="5798"/>
                  <a:pt x="6815" y="5810"/>
                </a:cubicBezTo>
                <a:cubicBezTo>
                  <a:pt x="6815" y="5821"/>
                  <a:pt x="6793" y="5838"/>
                  <a:pt x="6767" y="5846"/>
                </a:cubicBezTo>
                <a:cubicBezTo>
                  <a:pt x="6740" y="5853"/>
                  <a:pt x="6688" y="5875"/>
                  <a:pt x="6650" y="5894"/>
                </a:cubicBezTo>
                <a:cubicBezTo>
                  <a:pt x="6612" y="5914"/>
                  <a:pt x="6490" y="5962"/>
                  <a:pt x="6376" y="5997"/>
                </a:cubicBezTo>
                <a:cubicBezTo>
                  <a:pt x="6262" y="6033"/>
                  <a:pt x="6148" y="6070"/>
                  <a:pt x="6122" y="6082"/>
                </a:cubicBezTo>
                <a:cubicBezTo>
                  <a:pt x="6096" y="6095"/>
                  <a:pt x="6049" y="6106"/>
                  <a:pt x="6019" y="6106"/>
                </a:cubicBezTo>
                <a:cubicBezTo>
                  <a:pt x="5990" y="6106"/>
                  <a:pt x="5953" y="6117"/>
                  <a:pt x="5944" y="6131"/>
                </a:cubicBezTo>
                <a:cubicBezTo>
                  <a:pt x="5934" y="6144"/>
                  <a:pt x="5905" y="6155"/>
                  <a:pt x="5875" y="6155"/>
                </a:cubicBezTo>
                <a:cubicBezTo>
                  <a:pt x="5845" y="6155"/>
                  <a:pt x="5799" y="6167"/>
                  <a:pt x="5772" y="6179"/>
                </a:cubicBezTo>
                <a:cubicBezTo>
                  <a:pt x="5746" y="6191"/>
                  <a:pt x="5663" y="6219"/>
                  <a:pt x="5587" y="6240"/>
                </a:cubicBezTo>
                <a:cubicBezTo>
                  <a:pt x="5362" y="6301"/>
                  <a:pt x="5260" y="6334"/>
                  <a:pt x="5182" y="6379"/>
                </a:cubicBezTo>
                <a:cubicBezTo>
                  <a:pt x="5142" y="6402"/>
                  <a:pt x="5102" y="6421"/>
                  <a:pt x="5093" y="6421"/>
                </a:cubicBezTo>
                <a:cubicBezTo>
                  <a:pt x="5084" y="6421"/>
                  <a:pt x="5003" y="6466"/>
                  <a:pt x="4915" y="6518"/>
                </a:cubicBezTo>
                <a:cubicBezTo>
                  <a:pt x="4729" y="6630"/>
                  <a:pt x="4357" y="6974"/>
                  <a:pt x="4174" y="7203"/>
                </a:cubicBezTo>
                <a:cubicBezTo>
                  <a:pt x="4104" y="7290"/>
                  <a:pt x="4039" y="7366"/>
                  <a:pt x="4030" y="7373"/>
                </a:cubicBezTo>
                <a:cubicBezTo>
                  <a:pt x="3998" y="7395"/>
                  <a:pt x="3848" y="7601"/>
                  <a:pt x="3810" y="7675"/>
                </a:cubicBezTo>
                <a:cubicBezTo>
                  <a:pt x="3790" y="7716"/>
                  <a:pt x="3762" y="7767"/>
                  <a:pt x="3748" y="7791"/>
                </a:cubicBezTo>
                <a:cubicBezTo>
                  <a:pt x="3735" y="7814"/>
                  <a:pt x="3728" y="7849"/>
                  <a:pt x="3728" y="7869"/>
                </a:cubicBezTo>
                <a:cubicBezTo>
                  <a:pt x="3728" y="7890"/>
                  <a:pt x="3714" y="7925"/>
                  <a:pt x="3700" y="7948"/>
                </a:cubicBezTo>
                <a:cubicBezTo>
                  <a:pt x="3650" y="8031"/>
                  <a:pt x="3563" y="8223"/>
                  <a:pt x="3563" y="8245"/>
                </a:cubicBezTo>
                <a:cubicBezTo>
                  <a:pt x="3563" y="8270"/>
                  <a:pt x="3529" y="8326"/>
                  <a:pt x="3296" y="8736"/>
                </a:cubicBezTo>
                <a:cubicBezTo>
                  <a:pt x="3208" y="8890"/>
                  <a:pt x="3106" y="9061"/>
                  <a:pt x="3062" y="9117"/>
                </a:cubicBezTo>
                <a:cubicBezTo>
                  <a:pt x="3019" y="9173"/>
                  <a:pt x="2980" y="9225"/>
                  <a:pt x="2980" y="9232"/>
                </a:cubicBezTo>
                <a:cubicBezTo>
                  <a:pt x="2980" y="9240"/>
                  <a:pt x="2961" y="9263"/>
                  <a:pt x="2939" y="9287"/>
                </a:cubicBezTo>
                <a:cubicBezTo>
                  <a:pt x="2916" y="9311"/>
                  <a:pt x="2834" y="9415"/>
                  <a:pt x="2754" y="9517"/>
                </a:cubicBezTo>
                <a:cubicBezTo>
                  <a:pt x="2570" y="9752"/>
                  <a:pt x="2541" y="9737"/>
                  <a:pt x="2541" y="9408"/>
                </a:cubicBezTo>
                <a:cubicBezTo>
                  <a:pt x="2541" y="9281"/>
                  <a:pt x="2529" y="9168"/>
                  <a:pt x="2514" y="9160"/>
                </a:cubicBezTo>
                <a:cubicBezTo>
                  <a:pt x="2498" y="9152"/>
                  <a:pt x="2486" y="9114"/>
                  <a:pt x="2486" y="9075"/>
                </a:cubicBezTo>
                <a:cubicBezTo>
                  <a:pt x="2486" y="9035"/>
                  <a:pt x="2472" y="8983"/>
                  <a:pt x="2459" y="8960"/>
                </a:cubicBezTo>
                <a:cubicBezTo>
                  <a:pt x="2445" y="8937"/>
                  <a:pt x="2374" y="8806"/>
                  <a:pt x="2301" y="8675"/>
                </a:cubicBezTo>
                <a:cubicBezTo>
                  <a:pt x="2193" y="8482"/>
                  <a:pt x="2136" y="8412"/>
                  <a:pt x="1992" y="8293"/>
                </a:cubicBezTo>
                <a:cubicBezTo>
                  <a:pt x="1894" y="8213"/>
                  <a:pt x="1797" y="8122"/>
                  <a:pt x="1779" y="8094"/>
                </a:cubicBezTo>
                <a:cubicBezTo>
                  <a:pt x="1762" y="8065"/>
                  <a:pt x="1741" y="8017"/>
                  <a:pt x="1725" y="7991"/>
                </a:cubicBezTo>
                <a:cubicBezTo>
                  <a:pt x="1698" y="7945"/>
                  <a:pt x="1671" y="7895"/>
                  <a:pt x="1608" y="7754"/>
                </a:cubicBezTo>
                <a:cubicBezTo>
                  <a:pt x="1394" y="7279"/>
                  <a:pt x="1193" y="7106"/>
                  <a:pt x="874" y="7106"/>
                </a:cubicBezTo>
                <a:cubicBezTo>
                  <a:pt x="732" y="7106"/>
                  <a:pt x="719" y="7110"/>
                  <a:pt x="600" y="7215"/>
                </a:cubicBezTo>
                <a:lnTo>
                  <a:pt x="469" y="7324"/>
                </a:lnTo>
                <a:lnTo>
                  <a:pt x="469" y="7536"/>
                </a:lnTo>
                <a:cubicBezTo>
                  <a:pt x="469" y="7653"/>
                  <a:pt x="484" y="7760"/>
                  <a:pt x="497" y="7772"/>
                </a:cubicBezTo>
                <a:cubicBezTo>
                  <a:pt x="509" y="7785"/>
                  <a:pt x="538" y="7845"/>
                  <a:pt x="558" y="7906"/>
                </a:cubicBezTo>
                <a:cubicBezTo>
                  <a:pt x="597" y="8017"/>
                  <a:pt x="723" y="8203"/>
                  <a:pt x="805" y="8269"/>
                </a:cubicBezTo>
                <a:cubicBezTo>
                  <a:pt x="948" y="8383"/>
                  <a:pt x="929" y="8493"/>
                  <a:pt x="771" y="8493"/>
                </a:cubicBezTo>
                <a:cubicBezTo>
                  <a:pt x="712" y="8493"/>
                  <a:pt x="629" y="8511"/>
                  <a:pt x="579" y="8536"/>
                </a:cubicBezTo>
                <a:cubicBezTo>
                  <a:pt x="190" y="8730"/>
                  <a:pt x="5" y="8899"/>
                  <a:pt x="3" y="9081"/>
                </a:cubicBezTo>
                <a:cubicBezTo>
                  <a:pt x="2" y="9142"/>
                  <a:pt x="20" y="9203"/>
                  <a:pt x="58" y="9269"/>
                </a:cubicBezTo>
                <a:cubicBezTo>
                  <a:pt x="127" y="9389"/>
                  <a:pt x="127" y="9464"/>
                  <a:pt x="58" y="9584"/>
                </a:cubicBezTo>
                <a:cubicBezTo>
                  <a:pt x="12" y="9662"/>
                  <a:pt x="-8" y="9732"/>
                  <a:pt x="3" y="9802"/>
                </a:cubicBezTo>
                <a:cubicBezTo>
                  <a:pt x="13" y="9872"/>
                  <a:pt x="55" y="9944"/>
                  <a:pt x="126" y="10038"/>
                </a:cubicBezTo>
                <a:cubicBezTo>
                  <a:pt x="194" y="10128"/>
                  <a:pt x="250" y="10229"/>
                  <a:pt x="250" y="10262"/>
                </a:cubicBezTo>
                <a:cubicBezTo>
                  <a:pt x="250" y="10296"/>
                  <a:pt x="288" y="10381"/>
                  <a:pt x="332" y="10456"/>
                </a:cubicBezTo>
                <a:cubicBezTo>
                  <a:pt x="410" y="10589"/>
                  <a:pt x="431" y="10650"/>
                  <a:pt x="462" y="10820"/>
                </a:cubicBezTo>
                <a:cubicBezTo>
                  <a:pt x="490" y="10970"/>
                  <a:pt x="835" y="11214"/>
                  <a:pt x="1018" y="11214"/>
                </a:cubicBezTo>
                <a:cubicBezTo>
                  <a:pt x="1069" y="11214"/>
                  <a:pt x="1058" y="11294"/>
                  <a:pt x="970" y="11632"/>
                </a:cubicBezTo>
                <a:cubicBezTo>
                  <a:pt x="906" y="11878"/>
                  <a:pt x="905" y="12153"/>
                  <a:pt x="970" y="12401"/>
                </a:cubicBezTo>
                <a:cubicBezTo>
                  <a:pt x="1066" y="12766"/>
                  <a:pt x="1112" y="12898"/>
                  <a:pt x="1141" y="12928"/>
                </a:cubicBezTo>
                <a:cubicBezTo>
                  <a:pt x="1154" y="12941"/>
                  <a:pt x="1162" y="12970"/>
                  <a:pt x="1162" y="12995"/>
                </a:cubicBezTo>
                <a:cubicBezTo>
                  <a:pt x="1162" y="13019"/>
                  <a:pt x="1170" y="13062"/>
                  <a:pt x="1183" y="13086"/>
                </a:cubicBezTo>
                <a:cubicBezTo>
                  <a:pt x="1297" y="13294"/>
                  <a:pt x="1327" y="13351"/>
                  <a:pt x="1327" y="13376"/>
                </a:cubicBezTo>
                <a:cubicBezTo>
                  <a:pt x="1327" y="13408"/>
                  <a:pt x="1429" y="13574"/>
                  <a:pt x="1471" y="13613"/>
                </a:cubicBezTo>
                <a:cubicBezTo>
                  <a:pt x="1485" y="13625"/>
                  <a:pt x="1491" y="13650"/>
                  <a:pt x="1491" y="13673"/>
                </a:cubicBezTo>
                <a:cubicBezTo>
                  <a:pt x="1491" y="13696"/>
                  <a:pt x="1516" y="13761"/>
                  <a:pt x="1546" y="13813"/>
                </a:cubicBezTo>
                <a:cubicBezTo>
                  <a:pt x="1611" y="13924"/>
                  <a:pt x="1793" y="14407"/>
                  <a:pt x="1793" y="14467"/>
                </a:cubicBezTo>
                <a:cubicBezTo>
                  <a:pt x="1793" y="14506"/>
                  <a:pt x="1835" y="14624"/>
                  <a:pt x="1882" y="14733"/>
                </a:cubicBezTo>
                <a:cubicBezTo>
                  <a:pt x="1894" y="14760"/>
                  <a:pt x="1919" y="14820"/>
                  <a:pt x="1937" y="14867"/>
                </a:cubicBezTo>
                <a:cubicBezTo>
                  <a:pt x="2027" y="15096"/>
                  <a:pt x="2174" y="15303"/>
                  <a:pt x="2253" y="15303"/>
                </a:cubicBezTo>
                <a:cubicBezTo>
                  <a:pt x="2273" y="15303"/>
                  <a:pt x="2294" y="15310"/>
                  <a:pt x="2294" y="15321"/>
                </a:cubicBezTo>
                <a:cubicBezTo>
                  <a:pt x="2294" y="15332"/>
                  <a:pt x="2371" y="15380"/>
                  <a:pt x="2466" y="15424"/>
                </a:cubicBezTo>
                <a:cubicBezTo>
                  <a:pt x="2709" y="15538"/>
                  <a:pt x="2713" y="15545"/>
                  <a:pt x="2520" y="15545"/>
                </a:cubicBezTo>
                <a:cubicBezTo>
                  <a:pt x="2427" y="15545"/>
                  <a:pt x="2345" y="15556"/>
                  <a:pt x="2335" y="15569"/>
                </a:cubicBezTo>
                <a:cubicBezTo>
                  <a:pt x="2326" y="15583"/>
                  <a:pt x="2277" y="15594"/>
                  <a:pt x="2225" y="15594"/>
                </a:cubicBezTo>
                <a:cubicBezTo>
                  <a:pt x="2174" y="15594"/>
                  <a:pt x="2125" y="15605"/>
                  <a:pt x="2116" y="15618"/>
                </a:cubicBezTo>
                <a:cubicBezTo>
                  <a:pt x="2106" y="15631"/>
                  <a:pt x="2070" y="15642"/>
                  <a:pt x="2040" y="15642"/>
                </a:cubicBezTo>
                <a:cubicBezTo>
                  <a:pt x="1984" y="15642"/>
                  <a:pt x="1727" y="15750"/>
                  <a:pt x="1594" y="15830"/>
                </a:cubicBezTo>
                <a:cubicBezTo>
                  <a:pt x="1511" y="15880"/>
                  <a:pt x="1280" y="16073"/>
                  <a:pt x="1217" y="16145"/>
                </a:cubicBezTo>
                <a:cubicBezTo>
                  <a:pt x="1109" y="16268"/>
                  <a:pt x="949" y="16550"/>
                  <a:pt x="888" y="16727"/>
                </a:cubicBezTo>
                <a:cubicBezTo>
                  <a:pt x="869" y="16780"/>
                  <a:pt x="846" y="16845"/>
                  <a:pt x="833" y="16872"/>
                </a:cubicBezTo>
                <a:cubicBezTo>
                  <a:pt x="808" y="16923"/>
                  <a:pt x="782" y="17013"/>
                  <a:pt x="757" y="17145"/>
                </a:cubicBezTo>
                <a:cubicBezTo>
                  <a:pt x="749" y="17188"/>
                  <a:pt x="730" y="17228"/>
                  <a:pt x="716" y="17235"/>
                </a:cubicBezTo>
                <a:cubicBezTo>
                  <a:pt x="703" y="17243"/>
                  <a:pt x="696" y="17270"/>
                  <a:pt x="696" y="17296"/>
                </a:cubicBezTo>
                <a:cubicBezTo>
                  <a:pt x="696" y="17322"/>
                  <a:pt x="681" y="17364"/>
                  <a:pt x="668" y="17387"/>
                </a:cubicBezTo>
                <a:cubicBezTo>
                  <a:pt x="561" y="17575"/>
                  <a:pt x="531" y="17651"/>
                  <a:pt x="531" y="17690"/>
                </a:cubicBezTo>
                <a:cubicBezTo>
                  <a:pt x="531" y="17715"/>
                  <a:pt x="512" y="17736"/>
                  <a:pt x="497" y="17744"/>
                </a:cubicBezTo>
                <a:cubicBezTo>
                  <a:pt x="481" y="17753"/>
                  <a:pt x="469" y="17791"/>
                  <a:pt x="469" y="17829"/>
                </a:cubicBezTo>
                <a:cubicBezTo>
                  <a:pt x="469" y="17868"/>
                  <a:pt x="457" y="17912"/>
                  <a:pt x="442" y="17920"/>
                </a:cubicBezTo>
                <a:cubicBezTo>
                  <a:pt x="405" y="17940"/>
                  <a:pt x="410" y="18084"/>
                  <a:pt x="449" y="18168"/>
                </a:cubicBezTo>
                <a:cubicBezTo>
                  <a:pt x="571" y="18433"/>
                  <a:pt x="620" y="18498"/>
                  <a:pt x="840" y="18726"/>
                </a:cubicBezTo>
                <a:cubicBezTo>
                  <a:pt x="943" y="18833"/>
                  <a:pt x="1052" y="18998"/>
                  <a:pt x="1052" y="19047"/>
                </a:cubicBezTo>
                <a:cubicBezTo>
                  <a:pt x="1052" y="19094"/>
                  <a:pt x="1174" y="19305"/>
                  <a:pt x="1286" y="19453"/>
                </a:cubicBezTo>
                <a:cubicBezTo>
                  <a:pt x="1385" y="19585"/>
                  <a:pt x="1594" y="19780"/>
                  <a:pt x="1635" y="19780"/>
                </a:cubicBezTo>
                <a:cubicBezTo>
                  <a:pt x="1644" y="19780"/>
                  <a:pt x="1681" y="19800"/>
                  <a:pt x="1718" y="19828"/>
                </a:cubicBezTo>
                <a:cubicBezTo>
                  <a:pt x="1754" y="19857"/>
                  <a:pt x="1844" y="19916"/>
                  <a:pt x="1924" y="19956"/>
                </a:cubicBezTo>
                <a:cubicBezTo>
                  <a:pt x="2058" y="20023"/>
                  <a:pt x="2106" y="20079"/>
                  <a:pt x="2054" y="20125"/>
                </a:cubicBezTo>
                <a:cubicBezTo>
                  <a:pt x="2025" y="20151"/>
                  <a:pt x="1965" y="20319"/>
                  <a:pt x="1965" y="20374"/>
                </a:cubicBezTo>
                <a:cubicBezTo>
                  <a:pt x="1965" y="20428"/>
                  <a:pt x="2025" y="20596"/>
                  <a:pt x="2054" y="20622"/>
                </a:cubicBezTo>
                <a:cubicBezTo>
                  <a:pt x="2064" y="20631"/>
                  <a:pt x="2074" y="20658"/>
                  <a:pt x="2074" y="20683"/>
                </a:cubicBezTo>
                <a:cubicBezTo>
                  <a:pt x="2074" y="20746"/>
                  <a:pt x="2126" y="20824"/>
                  <a:pt x="2219" y="20895"/>
                </a:cubicBezTo>
                <a:cubicBezTo>
                  <a:pt x="2262" y="20928"/>
                  <a:pt x="2376" y="21024"/>
                  <a:pt x="2472" y="21101"/>
                </a:cubicBezTo>
                <a:lnTo>
                  <a:pt x="2651" y="21240"/>
                </a:lnTo>
                <a:lnTo>
                  <a:pt x="2953" y="21240"/>
                </a:lnTo>
                <a:cubicBezTo>
                  <a:pt x="3121" y="21240"/>
                  <a:pt x="3283" y="21228"/>
                  <a:pt x="3309" y="21216"/>
                </a:cubicBezTo>
                <a:cubicBezTo>
                  <a:pt x="3335" y="21203"/>
                  <a:pt x="3591" y="21188"/>
                  <a:pt x="3879" y="21179"/>
                </a:cubicBezTo>
                <a:cubicBezTo>
                  <a:pt x="4166" y="21171"/>
                  <a:pt x="4451" y="21152"/>
                  <a:pt x="4510" y="21137"/>
                </a:cubicBezTo>
                <a:cubicBezTo>
                  <a:pt x="4603" y="21112"/>
                  <a:pt x="4616" y="21111"/>
                  <a:pt x="4640" y="21149"/>
                </a:cubicBezTo>
                <a:cubicBezTo>
                  <a:pt x="4687" y="21222"/>
                  <a:pt x="4925" y="21407"/>
                  <a:pt x="4990" y="21422"/>
                </a:cubicBezTo>
                <a:cubicBezTo>
                  <a:pt x="5024" y="21429"/>
                  <a:pt x="5116" y="21431"/>
                  <a:pt x="5196" y="21422"/>
                </a:cubicBezTo>
                <a:cubicBezTo>
                  <a:pt x="5421" y="21395"/>
                  <a:pt x="6878" y="21403"/>
                  <a:pt x="7432" y="21434"/>
                </a:cubicBezTo>
                <a:cubicBezTo>
                  <a:pt x="8068" y="21469"/>
                  <a:pt x="8387" y="21469"/>
                  <a:pt x="8866" y="21434"/>
                </a:cubicBezTo>
                <a:cubicBezTo>
                  <a:pt x="9346" y="21399"/>
                  <a:pt x="9578" y="21396"/>
                  <a:pt x="9861" y="21428"/>
                </a:cubicBezTo>
                <a:cubicBezTo>
                  <a:pt x="10282" y="21474"/>
                  <a:pt x="10638" y="21505"/>
                  <a:pt x="10835" y="21507"/>
                </a:cubicBezTo>
                <a:cubicBezTo>
                  <a:pt x="10944" y="21507"/>
                  <a:pt x="11038" y="21517"/>
                  <a:pt x="11048" y="21531"/>
                </a:cubicBezTo>
                <a:cubicBezTo>
                  <a:pt x="11057" y="21544"/>
                  <a:pt x="11168" y="21555"/>
                  <a:pt x="11295" y="21555"/>
                </a:cubicBezTo>
                <a:cubicBezTo>
                  <a:pt x="11571" y="21555"/>
                  <a:pt x="11699" y="21501"/>
                  <a:pt x="11768" y="21361"/>
                </a:cubicBezTo>
                <a:cubicBezTo>
                  <a:pt x="11792" y="21312"/>
                  <a:pt x="11818" y="21260"/>
                  <a:pt x="11830" y="21240"/>
                </a:cubicBezTo>
                <a:cubicBezTo>
                  <a:pt x="11854" y="21199"/>
                  <a:pt x="11957" y="21194"/>
                  <a:pt x="12317" y="21234"/>
                </a:cubicBezTo>
                <a:cubicBezTo>
                  <a:pt x="12438" y="21247"/>
                  <a:pt x="12598" y="21269"/>
                  <a:pt x="12674" y="21276"/>
                </a:cubicBezTo>
                <a:cubicBezTo>
                  <a:pt x="12749" y="21284"/>
                  <a:pt x="12835" y="21301"/>
                  <a:pt x="12866" y="21313"/>
                </a:cubicBezTo>
                <a:cubicBezTo>
                  <a:pt x="12896" y="21324"/>
                  <a:pt x="12957" y="21336"/>
                  <a:pt x="13003" y="21343"/>
                </a:cubicBezTo>
                <a:cubicBezTo>
                  <a:pt x="13048" y="21350"/>
                  <a:pt x="13140" y="21370"/>
                  <a:pt x="13209" y="21385"/>
                </a:cubicBezTo>
                <a:cubicBezTo>
                  <a:pt x="13349" y="21416"/>
                  <a:pt x="13498" y="21441"/>
                  <a:pt x="13778" y="21482"/>
                </a:cubicBezTo>
                <a:cubicBezTo>
                  <a:pt x="13884" y="21498"/>
                  <a:pt x="13992" y="21518"/>
                  <a:pt x="14018" y="21531"/>
                </a:cubicBezTo>
                <a:cubicBezTo>
                  <a:pt x="14045" y="21543"/>
                  <a:pt x="14152" y="21555"/>
                  <a:pt x="14258" y="21555"/>
                </a:cubicBezTo>
                <a:cubicBezTo>
                  <a:pt x="14437" y="21555"/>
                  <a:pt x="14480" y="21545"/>
                  <a:pt x="14766" y="21422"/>
                </a:cubicBezTo>
                <a:cubicBezTo>
                  <a:pt x="15063" y="21294"/>
                  <a:pt x="15228" y="21258"/>
                  <a:pt x="15267" y="21313"/>
                </a:cubicBezTo>
                <a:cubicBezTo>
                  <a:pt x="15276" y="21326"/>
                  <a:pt x="15364" y="21337"/>
                  <a:pt x="15459" y="21337"/>
                </a:cubicBezTo>
                <a:cubicBezTo>
                  <a:pt x="15554" y="21337"/>
                  <a:pt x="15637" y="21343"/>
                  <a:pt x="15651" y="21355"/>
                </a:cubicBezTo>
                <a:cubicBezTo>
                  <a:pt x="15665" y="21367"/>
                  <a:pt x="15764" y="21386"/>
                  <a:pt x="15871" y="21391"/>
                </a:cubicBezTo>
                <a:cubicBezTo>
                  <a:pt x="15977" y="21397"/>
                  <a:pt x="16149" y="21417"/>
                  <a:pt x="16248" y="21440"/>
                </a:cubicBezTo>
                <a:cubicBezTo>
                  <a:pt x="16346" y="21462"/>
                  <a:pt x="16517" y="21487"/>
                  <a:pt x="16632" y="21494"/>
                </a:cubicBezTo>
                <a:cubicBezTo>
                  <a:pt x="16809" y="21506"/>
                  <a:pt x="16858" y="21501"/>
                  <a:pt x="16954" y="21458"/>
                </a:cubicBezTo>
                <a:cubicBezTo>
                  <a:pt x="17069" y="21406"/>
                  <a:pt x="17236" y="21253"/>
                  <a:pt x="17236" y="21198"/>
                </a:cubicBezTo>
                <a:cubicBezTo>
                  <a:pt x="17236" y="21181"/>
                  <a:pt x="17260" y="21130"/>
                  <a:pt x="17291" y="21082"/>
                </a:cubicBezTo>
                <a:cubicBezTo>
                  <a:pt x="17331" y="21019"/>
                  <a:pt x="17345" y="20950"/>
                  <a:pt x="17345" y="20828"/>
                </a:cubicBezTo>
                <a:cubicBezTo>
                  <a:pt x="17345" y="20683"/>
                  <a:pt x="17332" y="20639"/>
                  <a:pt x="17249" y="20501"/>
                </a:cubicBezTo>
                <a:lnTo>
                  <a:pt x="17153" y="20337"/>
                </a:lnTo>
                <a:lnTo>
                  <a:pt x="17311" y="20252"/>
                </a:lnTo>
                <a:cubicBezTo>
                  <a:pt x="17395" y="20205"/>
                  <a:pt x="17471" y="20168"/>
                  <a:pt x="17483" y="20168"/>
                </a:cubicBezTo>
                <a:cubicBezTo>
                  <a:pt x="17495" y="20168"/>
                  <a:pt x="17529" y="20150"/>
                  <a:pt x="17558" y="20125"/>
                </a:cubicBezTo>
                <a:cubicBezTo>
                  <a:pt x="17588" y="20101"/>
                  <a:pt x="17679" y="20040"/>
                  <a:pt x="17764" y="19992"/>
                </a:cubicBezTo>
                <a:cubicBezTo>
                  <a:pt x="18158" y="19770"/>
                  <a:pt x="18449" y="19535"/>
                  <a:pt x="18635" y="19289"/>
                </a:cubicBezTo>
                <a:cubicBezTo>
                  <a:pt x="18797" y="19075"/>
                  <a:pt x="19006" y="18707"/>
                  <a:pt x="19006" y="18629"/>
                </a:cubicBezTo>
                <a:cubicBezTo>
                  <a:pt x="19006" y="18598"/>
                  <a:pt x="19017" y="18558"/>
                  <a:pt x="19033" y="18544"/>
                </a:cubicBezTo>
                <a:cubicBezTo>
                  <a:pt x="19079" y="18503"/>
                  <a:pt x="19025" y="17848"/>
                  <a:pt x="18971" y="17799"/>
                </a:cubicBezTo>
                <a:cubicBezTo>
                  <a:pt x="18958" y="17786"/>
                  <a:pt x="18951" y="17712"/>
                  <a:pt x="18951" y="17635"/>
                </a:cubicBezTo>
                <a:cubicBezTo>
                  <a:pt x="18951" y="17558"/>
                  <a:pt x="18939" y="17486"/>
                  <a:pt x="18923" y="17478"/>
                </a:cubicBezTo>
                <a:cubicBezTo>
                  <a:pt x="18908" y="17470"/>
                  <a:pt x="18896" y="17415"/>
                  <a:pt x="18896" y="17357"/>
                </a:cubicBezTo>
                <a:cubicBezTo>
                  <a:pt x="18896" y="17298"/>
                  <a:pt x="18884" y="17244"/>
                  <a:pt x="18868" y="17235"/>
                </a:cubicBezTo>
                <a:cubicBezTo>
                  <a:pt x="18853" y="17227"/>
                  <a:pt x="18834" y="17178"/>
                  <a:pt x="18834" y="17126"/>
                </a:cubicBezTo>
                <a:cubicBezTo>
                  <a:pt x="18834" y="17074"/>
                  <a:pt x="18822" y="17026"/>
                  <a:pt x="18807" y="17017"/>
                </a:cubicBezTo>
                <a:cubicBezTo>
                  <a:pt x="18792" y="17009"/>
                  <a:pt x="18779" y="16971"/>
                  <a:pt x="18779" y="16933"/>
                </a:cubicBezTo>
                <a:cubicBezTo>
                  <a:pt x="18779" y="16894"/>
                  <a:pt x="18767" y="16856"/>
                  <a:pt x="18752" y="16848"/>
                </a:cubicBezTo>
                <a:cubicBezTo>
                  <a:pt x="18720" y="16830"/>
                  <a:pt x="18714" y="16713"/>
                  <a:pt x="18745" y="16714"/>
                </a:cubicBezTo>
                <a:cubicBezTo>
                  <a:pt x="18756" y="16715"/>
                  <a:pt x="18796" y="16732"/>
                  <a:pt x="18834" y="16751"/>
                </a:cubicBezTo>
                <a:cubicBezTo>
                  <a:pt x="18938" y="16803"/>
                  <a:pt x="19230" y="16795"/>
                  <a:pt x="19335" y="16739"/>
                </a:cubicBezTo>
                <a:cubicBezTo>
                  <a:pt x="19407" y="16700"/>
                  <a:pt x="19460" y="16697"/>
                  <a:pt x="19644" y="16708"/>
                </a:cubicBezTo>
                <a:cubicBezTo>
                  <a:pt x="19857" y="16721"/>
                  <a:pt x="19861" y="16717"/>
                  <a:pt x="19966" y="16642"/>
                </a:cubicBezTo>
                <a:cubicBezTo>
                  <a:pt x="20025" y="16600"/>
                  <a:pt x="20107" y="16569"/>
                  <a:pt x="20144" y="16569"/>
                </a:cubicBezTo>
                <a:cubicBezTo>
                  <a:pt x="20182" y="16569"/>
                  <a:pt x="20217" y="16558"/>
                  <a:pt x="20227" y="16545"/>
                </a:cubicBezTo>
                <a:cubicBezTo>
                  <a:pt x="20236" y="16531"/>
                  <a:pt x="20279" y="16521"/>
                  <a:pt x="20316" y="16521"/>
                </a:cubicBezTo>
                <a:cubicBezTo>
                  <a:pt x="20399" y="16521"/>
                  <a:pt x="20561" y="16391"/>
                  <a:pt x="20618" y="16284"/>
                </a:cubicBezTo>
                <a:cubicBezTo>
                  <a:pt x="20652" y="16220"/>
                  <a:pt x="20683" y="16203"/>
                  <a:pt x="20782" y="16181"/>
                </a:cubicBezTo>
                <a:cubicBezTo>
                  <a:pt x="20851" y="16166"/>
                  <a:pt x="20938" y="16136"/>
                  <a:pt x="20975" y="16115"/>
                </a:cubicBezTo>
                <a:cubicBezTo>
                  <a:pt x="21053" y="16070"/>
                  <a:pt x="21235" y="15806"/>
                  <a:pt x="21235" y="15739"/>
                </a:cubicBezTo>
                <a:cubicBezTo>
                  <a:pt x="21235" y="15714"/>
                  <a:pt x="21248" y="15687"/>
                  <a:pt x="21263" y="15678"/>
                </a:cubicBezTo>
                <a:cubicBezTo>
                  <a:pt x="21279" y="15670"/>
                  <a:pt x="21290" y="15540"/>
                  <a:pt x="21290" y="15376"/>
                </a:cubicBezTo>
                <a:cubicBezTo>
                  <a:pt x="21290" y="15090"/>
                  <a:pt x="21292" y="15089"/>
                  <a:pt x="21366" y="15054"/>
                </a:cubicBezTo>
                <a:cubicBezTo>
                  <a:pt x="21406" y="15035"/>
                  <a:pt x="21474" y="14979"/>
                  <a:pt x="21517" y="14927"/>
                </a:cubicBezTo>
                <a:cubicBezTo>
                  <a:pt x="21586" y="14843"/>
                  <a:pt x="21592" y="14810"/>
                  <a:pt x="21592" y="14643"/>
                </a:cubicBezTo>
                <a:lnTo>
                  <a:pt x="21592" y="14455"/>
                </a:lnTo>
                <a:lnTo>
                  <a:pt x="21475" y="14358"/>
                </a:lnTo>
                <a:cubicBezTo>
                  <a:pt x="21319" y="14231"/>
                  <a:pt x="21157" y="14207"/>
                  <a:pt x="20837" y="14267"/>
                </a:cubicBezTo>
                <a:cubicBezTo>
                  <a:pt x="20454" y="14339"/>
                  <a:pt x="20284" y="14340"/>
                  <a:pt x="20028" y="14267"/>
                </a:cubicBezTo>
                <a:cubicBezTo>
                  <a:pt x="19818" y="14207"/>
                  <a:pt x="19774" y="14206"/>
                  <a:pt x="19390" y="14212"/>
                </a:cubicBezTo>
                <a:lnTo>
                  <a:pt x="18971" y="14218"/>
                </a:lnTo>
                <a:lnTo>
                  <a:pt x="18910" y="14134"/>
                </a:lnTo>
                <a:cubicBezTo>
                  <a:pt x="18874" y="14088"/>
                  <a:pt x="18818" y="14032"/>
                  <a:pt x="18786" y="14012"/>
                </a:cubicBezTo>
                <a:cubicBezTo>
                  <a:pt x="18754" y="13993"/>
                  <a:pt x="18724" y="13970"/>
                  <a:pt x="18724" y="13958"/>
                </a:cubicBezTo>
                <a:cubicBezTo>
                  <a:pt x="18724" y="13946"/>
                  <a:pt x="18685" y="13893"/>
                  <a:pt x="18635" y="13843"/>
                </a:cubicBezTo>
                <a:cubicBezTo>
                  <a:pt x="18416" y="13621"/>
                  <a:pt x="18268" y="13438"/>
                  <a:pt x="18182" y="13298"/>
                </a:cubicBezTo>
                <a:cubicBezTo>
                  <a:pt x="18131" y="13214"/>
                  <a:pt x="18080" y="13145"/>
                  <a:pt x="18066" y="13140"/>
                </a:cubicBezTo>
                <a:cubicBezTo>
                  <a:pt x="18052" y="13136"/>
                  <a:pt x="18038" y="13119"/>
                  <a:pt x="18038" y="13104"/>
                </a:cubicBezTo>
                <a:cubicBezTo>
                  <a:pt x="18038" y="13088"/>
                  <a:pt x="17936" y="12990"/>
                  <a:pt x="17812" y="12880"/>
                </a:cubicBezTo>
                <a:cubicBezTo>
                  <a:pt x="17562" y="12657"/>
                  <a:pt x="17571" y="12676"/>
                  <a:pt x="17517" y="12201"/>
                </a:cubicBezTo>
                <a:cubicBezTo>
                  <a:pt x="17490" y="11968"/>
                  <a:pt x="17462" y="11876"/>
                  <a:pt x="17373" y="11722"/>
                </a:cubicBezTo>
                <a:cubicBezTo>
                  <a:pt x="17360" y="11699"/>
                  <a:pt x="17345" y="11659"/>
                  <a:pt x="17345" y="11638"/>
                </a:cubicBezTo>
                <a:cubicBezTo>
                  <a:pt x="17345" y="11617"/>
                  <a:pt x="17321" y="11560"/>
                  <a:pt x="17291" y="11504"/>
                </a:cubicBezTo>
                <a:cubicBezTo>
                  <a:pt x="17260" y="11449"/>
                  <a:pt x="17236" y="11389"/>
                  <a:pt x="17236" y="11371"/>
                </a:cubicBezTo>
                <a:cubicBezTo>
                  <a:pt x="17236" y="11353"/>
                  <a:pt x="17223" y="11313"/>
                  <a:pt x="17208" y="11286"/>
                </a:cubicBezTo>
                <a:cubicBezTo>
                  <a:pt x="17193" y="11260"/>
                  <a:pt x="17169" y="11216"/>
                  <a:pt x="17153" y="11189"/>
                </a:cubicBezTo>
                <a:cubicBezTo>
                  <a:pt x="17138" y="11163"/>
                  <a:pt x="17126" y="11123"/>
                  <a:pt x="17126" y="11098"/>
                </a:cubicBezTo>
                <a:cubicBezTo>
                  <a:pt x="17126" y="11074"/>
                  <a:pt x="17118" y="11044"/>
                  <a:pt x="17105" y="11032"/>
                </a:cubicBezTo>
                <a:cubicBezTo>
                  <a:pt x="17093" y="11019"/>
                  <a:pt x="17069" y="10959"/>
                  <a:pt x="17050" y="10898"/>
                </a:cubicBezTo>
                <a:cubicBezTo>
                  <a:pt x="17032" y="10838"/>
                  <a:pt x="17004" y="10757"/>
                  <a:pt x="16989" y="10717"/>
                </a:cubicBezTo>
                <a:cubicBezTo>
                  <a:pt x="16973" y="10677"/>
                  <a:pt x="16922" y="10546"/>
                  <a:pt x="16879" y="10426"/>
                </a:cubicBezTo>
                <a:cubicBezTo>
                  <a:pt x="16767" y="10115"/>
                  <a:pt x="16646" y="9809"/>
                  <a:pt x="16625" y="9790"/>
                </a:cubicBezTo>
                <a:cubicBezTo>
                  <a:pt x="16615" y="9781"/>
                  <a:pt x="16605" y="9754"/>
                  <a:pt x="16605" y="9729"/>
                </a:cubicBezTo>
                <a:cubicBezTo>
                  <a:pt x="16605" y="9686"/>
                  <a:pt x="16590" y="9658"/>
                  <a:pt x="16522" y="9541"/>
                </a:cubicBezTo>
                <a:cubicBezTo>
                  <a:pt x="16505" y="9512"/>
                  <a:pt x="16495" y="9469"/>
                  <a:pt x="16495" y="9445"/>
                </a:cubicBezTo>
                <a:cubicBezTo>
                  <a:pt x="16495" y="9420"/>
                  <a:pt x="16486" y="9391"/>
                  <a:pt x="16474" y="9378"/>
                </a:cubicBezTo>
                <a:cubicBezTo>
                  <a:pt x="16462" y="9365"/>
                  <a:pt x="16432" y="9310"/>
                  <a:pt x="16412" y="9257"/>
                </a:cubicBezTo>
                <a:cubicBezTo>
                  <a:pt x="16376" y="9155"/>
                  <a:pt x="16337" y="9067"/>
                  <a:pt x="16296" y="8996"/>
                </a:cubicBezTo>
                <a:cubicBezTo>
                  <a:pt x="16282" y="8973"/>
                  <a:pt x="16275" y="8937"/>
                  <a:pt x="16275" y="8917"/>
                </a:cubicBezTo>
                <a:cubicBezTo>
                  <a:pt x="16275" y="8898"/>
                  <a:pt x="16250" y="8835"/>
                  <a:pt x="16220" y="8778"/>
                </a:cubicBezTo>
                <a:cubicBezTo>
                  <a:pt x="16191" y="8721"/>
                  <a:pt x="16131" y="8599"/>
                  <a:pt x="16090" y="8505"/>
                </a:cubicBezTo>
                <a:cubicBezTo>
                  <a:pt x="15896" y="8057"/>
                  <a:pt x="15630" y="7566"/>
                  <a:pt x="15555" y="7518"/>
                </a:cubicBezTo>
                <a:cubicBezTo>
                  <a:pt x="15545" y="7511"/>
                  <a:pt x="15519" y="7463"/>
                  <a:pt x="15493" y="7415"/>
                </a:cubicBezTo>
                <a:cubicBezTo>
                  <a:pt x="15358" y="7158"/>
                  <a:pt x="14985" y="6772"/>
                  <a:pt x="14725" y="6615"/>
                </a:cubicBezTo>
                <a:cubicBezTo>
                  <a:pt x="14638" y="6563"/>
                  <a:pt x="14556" y="6518"/>
                  <a:pt x="14540" y="6518"/>
                </a:cubicBezTo>
                <a:cubicBezTo>
                  <a:pt x="14524" y="6518"/>
                  <a:pt x="14505" y="6512"/>
                  <a:pt x="14505" y="6500"/>
                </a:cubicBezTo>
                <a:cubicBezTo>
                  <a:pt x="14505" y="6488"/>
                  <a:pt x="14429" y="6443"/>
                  <a:pt x="14334" y="6403"/>
                </a:cubicBezTo>
                <a:cubicBezTo>
                  <a:pt x="14097" y="6303"/>
                  <a:pt x="13735" y="6154"/>
                  <a:pt x="13668" y="6131"/>
                </a:cubicBezTo>
                <a:cubicBezTo>
                  <a:pt x="13548" y="6088"/>
                  <a:pt x="13411" y="6032"/>
                  <a:pt x="13181" y="5937"/>
                </a:cubicBezTo>
                <a:cubicBezTo>
                  <a:pt x="13049" y="5882"/>
                  <a:pt x="12927" y="5840"/>
                  <a:pt x="12914" y="5840"/>
                </a:cubicBezTo>
                <a:cubicBezTo>
                  <a:pt x="12891" y="5840"/>
                  <a:pt x="12591" y="5718"/>
                  <a:pt x="12379" y="5622"/>
                </a:cubicBezTo>
                <a:cubicBezTo>
                  <a:pt x="12320" y="5595"/>
                  <a:pt x="12246" y="5573"/>
                  <a:pt x="12221" y="5573"/>
                </a:cubicBezTo>
                <a:cubicBezTo>
                  <a:pt x="12195" y="5573"/>
                  <a:pt x="12126" y="5500"/>
                  <a:pt x="12056" y="5410"/>
                </a:cubicBezTo>
                <a:cubicBezTo>
                  <a:pt x="11988" y="5321"/>
                  <a:pt x="11905" y="5227"/>
                  <a:pt x="11871" y="5204"/>
                </a:cubicBezTo>
                <a:cubicBezTo>
                  <a:pt x="11837" y="5180"/>
                  <a:pt x="11803" y="5155"/>
                  <a:pt x="11802" y="5143"/>
                </a:cubicBezTo>
                <a:cubicBezTo>
                  <a:pt x="11802" y="5132"/>
                  <a:pt x="11765" y="5080"/>
                  <a:pt x="11720" y="5034"/>
                </a:cubicBezTo>
                <a:cubicBezTo>
                  <a:pt x="11640" y="4952"/>
                  <a:pt x="11617" y="4850"/>
                  <a:pt x="11665" y="4804"/>
                </a:cubicBezTo>
                <a:cubicBezTo>
                  <a:pt x="11718" y="4753"/>
                  <a:pt x="11864" y="4495"/>
                  <a:pt x="11864" y="4452"/>
                </a:cubicBezTo>
                <a:cubicBezTo>
                  <a:pt x="11864" y="4427"/>
                  <a:pt x="11876" y="4400"/>
                  <a:pt x="11892" y="4392"/>
                </a:cubicBezTo>
                <a:cubicBezTo>
                  <a:pt x="11907" y="4384"/>
                  <a:pt x="11919" y="4358"/>
                  <a:pt x="11919" y="4337"/>
                </a:cubicBezTo>
                <a:cubicBezTo>
                  <a:pt x="11919" y="4316"/>
                  <a:pt x="11968" y="4255"/>
                  <a:pt x="12036" y="4198"/>
                </a:cubicBezTo>
                <a:cubicBezTo>
                  <a:pt x="12103" y="4141"/>
                  <a:pt x="12166" y="4066"/>
                  <a:pt x="12173" y="4034"/>
                </a:cubicBezTo>
                <a:cubicBezTo>
                  <a:pt x="12223" y="3800"/>
                  <a:pt x="12288" y="3589"/>
                  <a:pt x="12324" y="3526"/>
                </a:cubicBezTo>
                <a:cubicBezTo>
                  <a:pt x="12375" y="3435"/>
                  <a:pt x="12415" y="3306"/>
                  <a:pt x="12434" y="3174"/>
                </a:cubicBezTo>
                <a:cubicBezTo>
                  <a:pt x="12441" y="3121"/>
                  <a:pt x="12454" y="3066"/>
                  <a:pt x="12468" y="3053"/>
                </a:cubicBezTo>
                <a:cubicBezTo>
                  <a:pt x="12502" y="3022"/>
                  <a:pt x="12502" y="2829"/>
                  <a:pt x="12468" y="2811"/>
                </a:cubicBezTo>
                <a:cubicBezTo>
                  <a:pt x="12453" y="2802"/>
                  <a:pt x="12440" y="2772"/>
                  <a:pt x="12440" y="2744"/>
                </a:cubicBezTo>
                <a:cubicBezTo>
                  <a:pt x="12440" y="2688"/>
                  <a:pt x="12241" y="2508"/>
                  <a:pt x="12180" y="2508"/>
                </a:cubicBezTo>
                <a:cubicBezTo>
                  <a:pt x="12150" y="2508"/>
                  <a:pt x="12135" y="2449"/>
                  <a:pt x="12125" y="2247"/>
                </a:cubicBezTo>
                <a:cubicBezTo>
                  <a:pt x="12118" y="2103"/>
                  <a:pt x="12100" y="1921"/>
                  <a:pt x="12084" y="1847"/>
                </a:cubicBezTo>
                <a:cubicBezTo>
                  <a:pt x="12067" y="1774"/>
                  <a:pt x="12045" y="1674"/>
                  <a:pt x="12036" y="1623"/>
                </a:cubicBezTo>
                <a:cubicBezTo>
                  <a:pt x="12026" y="1573"/>
                  <a:pt x="12008" y="1528"/>
                  <a:pt x="11994" y="1520"/>
                </a:cubicBezTo>
                <a:cubicBezTo>
                  <a:pt x="11981" y="1513"/>
                  <a:pt x="11974" y="1486"/>
                  <a:pt x="11974" y="1460"/>
                </a:cubicBezTo>
                <a:cubicBezTo>
                  <a:pt x="11974" y="1434"/>
                  <a:pt x="11960" y="1392"/>
                  <a:pt x="11946" y="1369"/>
                </a:cubicBezTo>
                <a:cubicBezTo>
                  <a:pt x="11933" y="1346"/>
                  <a:pt x="11880" y="1250"/>
                  <a:pt x="11830" y="1157"/>
                </a:cubicBezTo>
                <a:cubicBezTo>
                  <a:pt x="11696" y="908"/>
                  <a:pt x="11407" y="608"/>
                  <a:pt x="11171" y="472"/>
                </a:cubicBezTo>
                <a:cubicBezTo>
                  <a:pt x="11019" y="385"/>
                  <a:pt x="10760" y="248"/>
                  <a:pt x="10705" y="230"/>
                </a:cubicBezTo>
                <a:cubicBezTo>
                  <a:pt x="10682" y="222"/>
                  <a:pt x="10621" y="196"/>
                  <a:pt x="10568" y="175"/>
                </a:cubicBezTo>
                <a:cubicBezTo>
                  <a:pt x="10234" y="46"/>
                  <a:pt x="9589" y="-45"/>
                  <a:pt x="9511" y="24"/>
                </a:cubicBezTo>
                <a:close/>
                <a:moveTo>
                  <a:pt x="5621" y="13182"/>
                </a:moveTo>
                <a:cubicBezTo>
                  <a:pt x="5628" y="13199"/>
                  <a:pt x="5599" y="13291"/>
                  <a:pt x="5560" y="13388"/>
                </a:cubicBezTo>
                <a:cubicBezTo>
                  <a:pt x="5503" y="13529"/>
                  <a:pt x="5491" y="13610"/>
                  <a:pt x="5491" y="13782"/>
                </a:cubicBezTo>
                <a:cubicBezTo>
                  <a:pt x="5491" y="14013"/>
                  <a:pt x="5517" y="14080"/>
                  <a:pt x="5669" y="14224"/>
                </a:cubicBezTo>
                <a:cubicBezTo>
                  <a:pt x="5728" y="14280"/>
                  <a:pt x="5738" y="14313"/>
                  <a:pt x="5738" y="14461"/>
                </a:cubicBezTo>
                <a:cubicBezTo>
                  <a:pt x="5738" y="14604"/>
                  <a:pt x="5729" y="14646"/>
                  <a:pt x="5676" y="14697"/>
                </a:cubicBezTo>
                <a:cubicBezTo>
                  <a:pt x="5567" y="14802"/>
                  <a:pt x="5436" y="14971"/>
                  <a:pt x="5436" y="15006"/>
                </a:cubicBezTo>
                <a:cubicBezTo>
                  <a:pt x="5436" y="15067"/>
                  <a:pt x="5361" y="15109"/>
                  <a:pt x="5251" y="15109"/>
                </a:cubicBezTo>
                <a:cubicBezTo>
                  <a:pt x="5135" y="15109"/>
                  <a:pt x="4919" y="15177"/>
                  <a:pt x="4791" y="15260"/>
                </a:cubicBezTo>
                <a:cubicBezTo>
                  <a:pt x="4735" y="15297"/>
                  <a:pt x="4652" y="15320"/>
                  <a:pt x="4489" y="15333"/>
                </a:cubicBezTo>
                <a:cubicBezTo>
                  <a:pt x="4365" y="15343"/>
                  <a:pt x="4195" y="15356"/>
                  <a:pt x="4112" y="15363"/>
                </a:cubicBezTo>
                <a:lnTo>
                  <a:pt x="3961" y="15376"/>
                </a:lnTo>
                <a:lnTo>
                  <a:pt x="4043" y="15333"/>
                </a:lnTo>
                <a:cubicBezTo>
                  <a:pt x="4136" y="15279"/>
                  <a:pt x="4550" y="14920"/>
                  <a:pt x="4771" y="14703"/>
                </a:cubicBezTo>
                <a:cubicBezTo>
                  <a:pt x="4996" y="14481"/>
                  <a:pt x="5108" y="14330"/>
                  <a:pt x="5210" y="14134"/>
                </a:cubicBezTo>
                <a:cubicBezTo>
                  <a:pt x="5261" y="14034"/>
                  <a:pt x="5313" y="13933"/>
                  <a:pt x="5326" y="13909"/>
                </a:cubicBezTo>
                <a:cubicBezTo>
                  <a:pt x="5339" y="13886"/>
                  <a:pt x="5354" y="13845"/>
                  <a:pt x="5354" y="13819"/>
                </a:cubicBezTo>
                <a:cubicBezTo>
                  <a:pt x="5354" y="13792"/>
                  <a:pt x="5366" y="13766"/>
                  <a:pt x="5381" y="13758"/>
                </a:cubicBezTo>
                <a:cubicBezTo>
                  <a:pt x="5396" y="13750"/>
                  <a:pt x="5408" y="13721"/>
                  <a:pt x="5409" y="13691"/>
                </a:cubicBezTo>
                <a:cubicBezTo>
                  <a:pt x="5409" y="13633"/>
                  <a:pt x="5468" y="13464"/>
                  <a:pt x="5498" y="13437"/>
                </a:cubicBezTo>
                <a:cubicBezTo>
                  <a:pt x="5508" y="13428"/>
                  <a:pt x="5518" y="13401"/>
                  <a:pt x="5518" y="13376"/>
                </a:cubicBezTo>
                <a:cubicBezTo>
                  <a:pt x="5518" y="13352"/>
                  <a:pt x="5532" y="13315"/>
                  <a:pt x="5546" y="13292"/>
                </a:cubicBezTo>
                <a:cubicBezTo>
                  <a:pt x="5560" y="13268"/>
                  <a:pt x="5576" y="13227"/>
                  <a:pt x="5587" y="13201"/>
                </a:cubicBezTo>
                <a:cubicBezTo>
                  <a:pt x="5599" y="13169"/>
                  <a:pt x="5613" y="13163"/>
                  <a:pt x="5621" y="13182"/>
                </a:cubicBezTo>
                <a:close/>
                <a:moveTo>
                  <a:pt x="14094" y="14430"/>
                </a:moveTo>
                <a:lnTo>
                  <a:pt x="14341" y="14661"/>
                </a:lnTo>
                <a:cubicBezTo>
                  <a:pt x="14477" y="14787"/>
                  <a:pt x="14594" y="14904"/>
                  <a:pt x="14595" y="14921"/>
                </a:cubicBezTo>
                <a:cubicBezTo>
                  <a:pt x="14595" y="14938"/>
                  <a:pt x="14620" y="14979"/>
                  <a:pt x="14649" y="15012"/>
                </a:cubicBezTo>
                <a:cubicBezTo>
                  <a:pt x="14679" y="15046"/>
                  <a:pt x="14697" y="15086"/>
                  <a:pt x="14697" y="15103"/>
                </a:cubicBezTo>
                <a:cubicBezTo>
                  <a:pt x="14698" y="15120"/>
                  <a:pt x="14695" y="15130"/>
                  <a:pt x="14684" y="15127"/>
                </a:cubicBezTo>
                <a:cubicBezTo>
                  <a:pt x="14672" y="15125"/>
                  <a:pt x="14604" y="15120"/>
                  <a:pt x="14540" y="15115"/>
                </a:cubicBezTo>
                <a:cubicBezTo>
                  <a:pt x="14475" y="15110"/>
                  <a:pt x="14423" y="15096"/>
                  <a:pt x="14423" y="15085"/>
                </a:cubicBezTo>
                <a:cubicBezTo>
                  <a:pt x="14423" y="15074"/>
                  <a:pt x="14349" y="14999"/>
                  <a:pt x="14258" y="14921"/>
                </a:cubicBezTo>
                <a:lnTo>
                  <a:pt x="14094" y="14782"/>
                </a:lnTo>
                <a:lnTo>
                  <a:pt x="14094" y="14606"/>
                </a:lnTo>
                <a:lnTo>
                  <a:pt x="14094" y="1443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orange-money-bag-ruble-3d-illustration_574171-782.avif" id="580" name="Google Shape;580;p32"/>
          <p:cNvPicPr preferRelativeResize="0"/>
          <p:nvPr/>
        </p:nvPicPr>
        <p:blipFill rotWithShape="1">
          <a:blip r:embed="rId4">
            <a:alphaModFix/>
          </a:blip>
          <a:srcRect b="8020" l="18241" r="18288" t="7971"/>
          <a:stretch/>
        </p:blipFill>
        <p:spPr>
          <a:xfrm>
            <a:off x="4111801" y="3133777"/>
            <a:ext cx="920398" cy="1218202"/>
          </a:xfrm>
          <a:custGeom>
            <a:rect b="b" l="l" r="r" t="t"/>
            <a:pathLst>
              <a:path extrusionOk="0" h="21571" w="21533">
                <a:moveTo>
                  <a:pt x="5108" y="15"/>
                </a:moveTo>
                <a:cubicBezTo>
                  <a:pt x="4942" y="46"/>
                  <a:pt x="4764" y="199"/>
                  <a:pt x="4765" y="310"/>
                </a:cubicBezTo>
                <a:cubicBezTo>
                  <a:pt x="4765" y="359"/>
                  <a:pt x="4803" y="465"/>
                  <a:pt x="4839" y="542"/>
                </a:cubicBezTo>
                <a:cubicBezTo>
                  <a:pt x="4919" y="712"/>
                  <a:pt x="5284" y="1240"/>
                  <a:pt x="5452" y="1434"/>
                </a:cubicBezTo>
                <a:cubicBezTo>
                  <a:pt x="5519" y="1513"/>
                  <a:pt x="5596" y="1614"/>
                  <a:pt x="5628" y="1652"/>
                </a:cubicBezTo>
                <a:cubicBezTo>
                  <a:pt x="5696" y="1733"/>
                  <a:pt x="5924" y="2074"/>
                  <a:pt x="6037" y="2270"/>
                </a:cubicBezTo>
                <a:cubicBezTo>
                  <a:pt x="6182" y="2524"/>
                  <a:pt x="7096" y="3563"/>
                  <a:pt x="7392" y="3809"/>
                </a:cubicBezTo>
                <a:cubicBezTo>
                  <a:pt x="7454" y="3861"/>
                  <a:pt x="7537" y="3942"/>
                  <a:pt x="7578" y="3992"/>
                </a:cubicBezTo>
                <a:cubicBezTo>
                  <a:pt x="7619" y="4042"/>
                  <a:pt x="7819" y="4222"/>
                  <a:pt x="8024" y="4386"/>
                </a:cubicBezTo>
                <a:lnTo>
                  <a:pt x="8395" y="4681"/>
                </a:lnTo>
                <a:lnTo>
                  <a:pt x="8246" y="4737"/>
                </a:lnTo>
                <a:cubicBezTo>
                  <a:pt x="7945" y="4855"/>
                  <a:pt x="7710" y="5143"/>
                  <a:pt x="7708" y="5384"/>
                </a:cubicBezTo>
                <a:cubicBezTo>
                  <a:pt x="7706" y="5629"/>
                  <a:pt x="7758" y="5738"/>
                  <a:pt x="7977" y="5904"/>
                </a:cubicBezTo>
                <a:lnTo>
                  <a:pt x="8191" y="6065"/>
                </a:lnTo>
                <a:lnTo>
                  <a:pt x="8033" y="6121"/>
                </a:lnTo>
                <a:cubicBezTo>
                  <a:pt x="7672" y="6239"/>
                  <a:pt x="7146" y="6469"/>
                  <a:pt x="6371" y="6859"/>
                </a:cubicBezTo>
                <a:cubicBezTo>
                  <a:pt x="5626" y="7234"/>
                  <a:pt x="5616" y="7237"/>
                  <a:pt x="5294" y="7436"/>
                </a:cubicBezTo>
                <a:cubicBezTo>
                  <a:pt x="5143" y="7529"/>
                  <a:pt x="4939" y="7657"/>
                  <a:pt x="4839" y="7717"/>
                </a:cubicBezTo>
                <a:cubicBezTo>
                  <a:pt x="4544" y="7892"/>
                  <a:pt x="3214" y="8894"/>
                  <a:pt x="3214" y="8940"/>
                </a:cubicBezTo>
                <a:cubicBezTo>
                  <a:pt x="3214" y="8963"/>
                  <a:pt x="3189" y="8989"/>
                  <a:pt x="3168" y="8996"/>
                </a:cubicBezTo>
                <a:cubicBezTo>
                  <a:pt x="3068" y="9025"/>
                  <a:pt x="2528" y="9583"/>
                  <a:pt x="2100" y="10099"/>
                </a:cubicBezTo>
                <a:cubicBezTo>
                  <a:pt x="1877" y="10368"/>
                  <a:pt x="1368" y="11162"/>
                  <a:pt x="1171" y="11554"/>
                </a:cubicBezTo>
                <a:cubicBezTo>
                  <a:pt x="1080" y="11735"/>
                  <a:pt x="975" y="11936"/>
                  <a:pt x="939" y="11996"/>
                </a:cubicBezTo>
                <a:cubicBezTo>
                  <a:pt x="904" y="12057"/>
                  <a:pt x="864" y="12162"/>
                  <a:pt x="846" y="12235"/>
                </a:cubicBezTo>
                <a:cubicBezTo>
                  <a:pt x="829" y="12309"/>
                  <a:pt x="800" y="12385"/>
                  <a:pt x="781" y="12404"/>
                </a:cubicBezTo>
                <a:cubicBezTo>
                  <a:pt x="762" y="12423"/>
                  <a:pt x="726" y="12492"/>
                  <a:pt x="707" y="12559"/>
                </a:cubicBezTo>
                <a:cubicBezTo>
                  <a:pt x="689" y="12625"/>
                  <a:pt x="661" y="12701"/>
                  <a:pt x="642" y="12720"/>
                </a:cubicBezTo>
                <a:cubicBezTo>
                  <a:pt x="623" y="12739"/>
                  <a:pt x="579" y="12829"/>
                  <a:pt x="549" y="12924"/>
                </a:cubicBezTo>
                <a:cubicBezTo>
                  <a:pt x="441" y="13269"/>
                  <a:pt x="315" y="13729"/>
                  <a:pt x="261" y="13950"/>
                </a:cubicBezTo>
                <a:cubicBezTo>
                  <a:pt x="231" y="14074"/>
                  <a:pt x="194" y="14191"/>
                  <a:pt x="178" y="14210"/>
                </a:cubicBezTo>
                <a:cubicBezTo>
                  <a:pt x="161" y="14229"/>
                  <a:pt x="131" y="14408"/>
                  <a:pt x="113" y="14604"/>
                </a:cubicBezTo>
                <a:cubicBezTo>
                  <a:pt x="95" y="14800"/>
                  <a:pt x="61" y="14966"/>
                  <a:pt x="39" y="14976"/>
                </a:cubicBezTo>
                <a:cubicBezTo>
                  <a:pt x="-13" y="15000"/>
                  <a:pt x="-13" y="16505"/>
                  <a:pt x="39" y="16529"/>
                </a:cubicBezTo>
                <a:cubicBezTo>
                  <a:pt x="60" y="16539"/>
                  <a:pt x="89" y="16662"/>
                  <a:pt x="104" y="16796"/>
                </a:cubicBezTo>
                <a:cubicBezTo>
                  <a:pt x="118" y="16931"/>
                  <a:pt x="152" y="17086"/>
                  <a:pt x="178" y="17148"/>
                </a:cubicBezTo>
                <a:cubicBezTo>
                  <a:pt x="204" y="17209"/>
                  <a:pt x="282" y="17391"/>
                  <a:pt x="345" y="17548"/>
                </a:cubicBezTo>
                <a:cubicBezTo>
                  <a:pt x="408" y="17705"/>
                  <a:pt x="471" y="17858"/>
                  <a:pt x="494" y="17892"/>
                </a:cubicBezTo>
                <a:cubicBezTo>
                  <a:pt x="517" y="17927"/>
                  <a:pt x="592" y="18033"/>
                  <a:pt x="651" y="18124"/>
                </a:cubicBezTo>
                <a:cubicBezTo>
                  <a:pt x="1008" y="18669"/>
                  <a:pt x="1297" y="18967"/>
                  <a:pt x="1942" y="19446"/>
                </a:cubicBezTo>
                <a:cubicBezTo>
                  <a:pt x="2674" y="19989"/>
                  <a:pt x="2988" y="20153"/>
                  <a:pt x="4105" y="20598"/>
                </a:cubicBezTo>
                <a:cubicBezTo>
                  <a:pt x="4311" y="20680"/>
                  <a:pt x="4617" y="20788"/>
                  <a:pt x="4662" y="20788"/>
                </a:cubicBezTo>
                <a:cubicBezTo>
                  <a:pt x="4689" y="20788"/>
                  <a:pt x="4777" y="20804"/>
                  <a:pt x="4848" y="20830"/>
                </a:cubicBezTo>
                <a:cubicBezTo>
                  <a:pt x="5103" y="20924"/>
                  <a:pt x="5302" y="20991"/>
                  <a:pt x="5415" y="21013"/>
                </a:cubicBezTo>
                <a:cubicBezTo>
                  <a:pt x="5478" y="21025"/>
                  <a:pt x="5568" y="21046"/>
                  <a:pt x="5619" y="21062"/>
                </a:cubicBezTo>
                <a:cubicBezTo>
                  <a:pt x="5669" y="21078"/>
                  <a:pt x="5802" y="21110"/>
                  <a:pt x="5916" y="21132"/>
                </a:cubicBezTo>
                <a:cubicBezTo>
                  <a:pt x="6464" y="21238"/>
                  <a:pt x="6689" y="21276"/>
                  <a:pt x="6900" y="21308"/>
                </a:cubicBezTo>
                <a:cubicBezTo>
                  <a:pt x="7026" y="21327"/>
                  <a:pt x="7265" y="21365"/>
                  <a:pt x="7429" y="21392"/>
                </a:cubicBezTo>
                <a:cubicBezTo>
                  <a:pt x="7593" y="21419"/>
                  <a:pt x="7908" y="21450"/>
                  <a:pt x="8135" y="21462"/>
                </a:cubicBezTo>
                <a:cubicBezTo>
                  <a:pt x="8362" y="21475"/>
                  <a:pt x="8573" y="21503"/>
                  <a:pt x="8599" y="21519"/>
                </a:cubicBezTo>
                <a:cubicBezTo>
                  <a:pt x="8626" y="21534"/>
                  <a:pt x="8823" y="21547"/>
                  <a:pt x="9036" y="21554"/>
                </a:cubicBezTo>
                <a:cubicBezTo>
                  <a:pt x="9863" y="21579"/>
                  <a:pt x="12101" y="21576"/>
                  <a:pt x="12471" y="21547"/>
                </a:cubicBezTo>
                <a:cubicBezTo>
                  <a:pt x="13788" y="21444"/>
                  <a:pt x="13866" y="21437"/>
                  <a:pt x="15071" y="21238"/>
                </a:cubicBezTo>
                <a:cubicBezTo>
                  <a:pt x="15191" y="21218"/>
                  <a:pt x="15324" y="21186"/>
                  <a:pt x="15368" y="21167"/>
                </a:cubicBezTo>
                <a:cubicBezTo>
                  <a:pt x="15412" y="21149"/>
                  <a:pt x="15481" y="21132"/>
                  <a:pt x="15516" y="21132"/>
                </a:cubicBezTo>
                <a:cubicBezTo>
                  <a:pt x="15615" y="21132"/>
                  <a:pt x="16702" y="20853"/>
                  <a:pt x="16751" y="20816"/>
                </a:cubicBezTo>
                <a:cubicBezTo>
                  <a:pt x="16775" y="20798"/>
                  <a:pt x="16827" y="20788"/>
                  <a:pt x="16863" y="20788"/>
                </a:cubicBezTo>
                <a:cubicBezTo>
                  <a:pt x="16950" y="20788"/>
                  <a:pt x="17956" y="20405"/>
                  <a:pt x="18302" y="20240"/>
                </a:cubicBezTo>
                <a:cubicBezTo>
                  <a:pt x="19187" y="19817"/>
                  <a:pt x="20048" y="19185"/>
                  <a:pt x="20521" y="18623"/>
                </a:cubicBezTo>
                <a:cubicBezTo>
                  <a:pt x="20848" y="18236"/>
                  <a:pt x="21250" y="17552"/>
                  <a:pt x="21301" y="17288"/>
                </a:cubicBezTo>
                <a:cubicBezTo>
                  <a:pt x="21318" y="17199"/>
                  <a:pt x="21345" y="17111"/>
                  <a:pt x="21366" y="17091"/>
                </a:cubicBezTo>
                <a:cubicBezTo>
                  <a:pt x="21387" y="17072"/>
                  <a:pt x="21415" y="16906"/>
                  <a:pt x="21431" y="16726"/>
                </a:cubicBezTo>
                <a:cubicBezTo>
                  <a:pt x="21447" y="16545"/>
                  <a:pt x="21480" y="16364"/>
                  <a:pt x="21505" y="16325"/>
                </a:cubicBezTo>
                <a:cubicBezTo>
                  <a:pt x="21587" y="16196"/>
                  <a:pt x="21469" y="14484"/>
                  <a:pt x="21366" y="14316"/>
                </a:cubicBezTo>
                <a:cubicBezTo>
                  <a:pt x="21343" y="14277"/>
                  <a:pt x="21308" y="14144"/>
                  <a:pt x="21292" y="14020"/>
                </a:cubicBezTo>
                <a:cubicBezTo>
                  <a:pt x="21275" y="13896"/>
                  <a:pt x="21248" y="13770"/>
                  <a:pt x="21227" y="13739"/>
                </a:cubicBezTo>
                <a:cubicBezTo>
                  <a:pt x="21205" y="13709"/>
                  <a:pt x="21160" y="13576"/>
                  <a:pt x="21134" y="13444"/>
                </a:cubicBezTo>
                <a:cubicBezTo>
                  <a:pt x="21107" y="13313"/>
                  <a:pt x="21072" y="13173"/>
                  <a:pt x="21050" y="13135"/>
                </a:cubicBezTo>
                <a:cubicBezTo>
                  <a:pt x="21010" y="13063"/>
                  <a:pt x="20938" y="12861"/>
                  <a:pt x="20855" y="12594"/>
                </a:cubicBezTo>
                <a:cubicBezTo>
                  <a:pt x="20828" y="12508"/>
                  <a:pt x="20791" y="12423"/>
                  <a:pt x="20772" y="12404"/>
                </a:cubicBezTo>
                <a:cubicBezTo>
                  <a:pt x="20752" y="12385"/>
                  <a:pt x="20716" y="12316"/>
                  <a:pt x="20697" y="12249"/>
                </a:cubicBezTo>
                <a:cubicBezTo>
                  <a:pt x="20679" y="12183"/>
                  <a:pt x="20651" y="12103"/>
                  <a:pt x="20632" y="12074"/>
                </a:cubicBezTo>
                <a:cubicBezTo>
                  <a:pt x="20613" y="12045"/>
                  <a:pt x="20548" y="11928"/>
                  <a:pt x="20493" y="11814"/>
                </a:cubicBezTo>
                <a:cubicBezTo>
                  <a:pt x="20438" y="11699"/>
                  <a:pt x="20368" y="11562"/>
                  <a:pt x="20335" y="11505"/>
                </a:cubicBezTo>
                <a:cubicBezTo>
                  <a:pt x="20302" y="11447"/>
                  <a:pt x="20226" y="11314"/>
                  <a:pt x="20168" y="11209"/>
                </a:cubicBezTo>
                <a:cubicBezTo>
                  <a:pt x="19797" y="10533"/>
                  <a:pt x="19164" y="9699"/>
                  <a:pt x="18664" y="9242"/>
                </a:cubicBezTo>
                <a:cubicBezTo>
                  <a:pt x="18599" y="9182"/>
                  <a:pt x="18479" y="9077"/>
                  <a:pt x="18404" y="9003"/>
                </a:cubicBezTo>
                <a:cubicBezTo>
                  <a:pt x="18233" y="8834"/>
                  <a:pt x="17163" y="8018"/>
                  <a:pt x="16826" y="7801"/>
                </a:cubicBezTo>
                <a:cubicBezTo>
                  <a:pt x="16361" y="7503"/>
                  <a:pt x="16257" y="7435"/>
                  <a:pt x="15981" y="7281"/>
                </a:cubicBezTo>
                <a:cubicBezTo>
                  <a:pt x="15651" y="7097"/>
                  <a:pt x="14779" y="6656"/>
                  <a:pt x="14597" y="6578"/>
                </a:cubicBezTo>
                <a:cubicBezTo>
                  <a:pt x="14526" y="6548"/>
                  <a:pt x="14382" y="6483"/>
                  <a:pt x="14282" y="6438"/>
                </a:cubicBezTo>
                <a:cubicBezTo>
                  <a:pt x="14181" y="6393"/>
                  <a:pt x="13932" y="6288"/>
                  <a:pt x="13724" y="6206"/>
                </a:cubicBezTo>
                <a:lnTo>
                  <a:pt x="13344" y="6058"/>
                </a:lnTo>
                <a:lnTo>
                  <a:pt x="13511" y="5953"/>
                </a:lnTo>
                <a:cubicBezTo>
                  <a:pt x="14030" y="5629"/>
                  <a:pt x="13914" y="4979"/>
                  <a:pt x="13297" y="4737"/>
                </a:cubicBezTo>
                <a:lnTo>
                  <a:pt x="13149" y="4681"/>
                </a:lnTo>
                <a:lnTo>
                  <a:pt x="13437" y="4449"/>
                </a:lnTo>
                <a:cubicBezTo>
                  <a:pt x="13597" y="4321"/>
                  <a:pt x="13782" y="4162"/>
                  <a:pt x="13845" y="4098"/>
                </a:cubicBezTo>
                <a:cubicBezTo>
                  <a:pt x="13908" y="4034"/>
                  <a:pt x="14026" y="3927"/>
                  <a:pt x="14105" y="3859"/>
                </a:cubicBezTo>
                <a:cubicBezTo>
                  <a:pt x="14276" y="3709"/>
                  <a:pt x="14410" y="3559"/>
                  <a:pt x="14913" y="2987"/>
                </a:cubicBezTo>
                <a:cubicBezTo>
                  <a:pt x="15490" y="2330"/>
                  <a:pt x="15520" y="2291"/>
                  <a:pt x="15619" y="2032"/>
                </a:cubicBezTo>
                <a:cubicBezTo>
                  <a:pt x="15633" y="1993"/>
                  <a:pt x="15672" y="1941"/>
                  <a:pt x="15702" y="1912"/>
                </a:cubicBezTo>
                <a:cubicBezTo>
                  <a:pt x="15790" y="1828"/>
                  <a:pt x="16397" y="1040"/>
                  <a:pt x="16547" y="816"/>
                </a:cubicBezTo>
                <a:cubicBezTo>
                  <a:pt x="16623" y="703"/>
                  <a:pt x="16686" y="576"/>
                  <a:pt x="16686" y="535"/>
                </a:cubicBezTo>
                <a:cubicBezTo>
                  <a:pt x="16687" y="493"/>
                  <a:pt x="16708" y="448"/>
                  <a:pt x="16733" y="436"/>
                </a:cubicBezTo>
                <a:cubicBezTo>
                  <a:pt x="16867" y="374"/>
                  <a:pt x="16732" y="118"/>
                  <a:pt x="16519" y="36"/>
                </a:cubicBezTo>
                <a:cubicBezTo>
                  <a:pt x="16402" y="-10"/>
                  <a:pt x="15149" y="-9"/>
                  <a:pt x="14764" y="36"/>
                </a:cubicBezTo>
                <a:cubicBezTo>
                  <a:pt x="14201" y="101"/>
                  <a:pt x="13484" y="234"/>
                  <a:pt x="13297" y="310"/>
                </a:cubicBezTo>
                <a:cubicBezTo>
                  <a:pt x="13259" y="325"/>
                  <a:pt x="13153" y="352"/>
                  <a:pt x="13065" y="366"/>
                </a:cubicBezTo>
                <a:cubicBezTo>
                  <a:pt x="12978" y="380"/>
                  <a:pt x="12886" y="401"/>
                  <a:pt x="12861" y="415"/>
                </a:cubicBezTo>
                <a:cubicBezTo>
                  <a:pt x="12836" y="429"/>
                  <a:pt x="12772" y="447"/>
                  <a:pt x="12722" y="457"/>
                </a:cubicBezTo>
                <a:cubicBezTo>
                  <a:pt x="12671" y="468"/>
                  <a:pt x="12517" y="515"/>
                  <a:pt x="12378" y="556"/>
                </a:cubicBezTo>
                <a:cubicBezTo>
                  <a:pt x="11885" y="701"/>
                  <a:pt x="11335" y="830"/>
                  <a:pt x="11227" y="830"/>
                </a:cubicBezTo>
                <a:cubicBezTo>
                  <a:pt x="11166" y="830"/>
                  <a:pt x="11087" y="851"/>
                  <a:pt x="11060" y="872"/>
                </a:cubicBezTo>
                <a:cubicBezTo>
                  <a:pt x="10946" y="958"/>
                  <a:pt x="10147" y="858"/>
                  <a:pt x="9556" y="682"/>
                </a:cubicBezTo>
                <a:cubicBezTo>
                  <a:pt x="9379" y="630"/>
                  <a:pt x="9128" y="554"/>
                  <a:pt x="8989" y="514"/>
                </a:cubicBezTo>
                <a:cubicBezTo>
                  <a:pt x="8850" y="473"/>
                  <a:pt x="8717" y="429"/>
                  <a:pt x="8692" y="415"/>
                </a:cubicBezTo>
                <a:cubicBezTo>
                  <a:pt x="8667" y="402"/>
                  <a:pt x="8564" y="379"/>
                  <a:pt x="8469" y="366"/>
                </a:cubicBezTo>
                <a:cubicBezTo>
                  <a:pt x="8374" y="353"/>
                  <a:pt x="8287" y="325"/>
                  <a:pt x="8274" y="310"/>
                </a:cubicBezTo>
                <a:cubicBezTo>
                  <a:pt x="8262" y="295"/>
                  <a:pt x="8165" y="274"/>
                  <a:pt x="8061" y="261"/>
                </a:cubicBezTo>
                <a:cubicBezTo>
                  <a:pt x="7956" y="247"/>
                  <a:pt x="7805" y="215"/>
                  <a:pt x="7726" y="190"/>
                </a:cubicBezTo>
                <a:cubicBezTo>
                  <a:pt x="7648" y="166"/>
                  <a:pt x="7460" y="134"/>
                  <a:pt x="7309" y="120"/>
                </a:cubicBezTo>
                <a:cubicBezTo>
                  <a:pt x="7157" y="106"/>
                  <a:pt x="7007" y="77"/>
                  <a:pt x="6974" y="57"/>
                </a:cubicBezTo>
                <a:cubicBezTo>
                  <a:pt x="6905" y="15"/>
                  <a:pt x="5296" y="-21"/>
                  <a:pt x="5108" y="15"/>
                </a:cubicBezTo>
                <a:close/>
                <a:moveTo>
                  <a:pt x="11589" y="15447"/>
                </a:moveTo>
                <a:cubicBezTo>
                  <a:pt x="11735" y="15436"/>
                  <a:pt x="11737" y="15437"/>
                  <a:pt x="11737" y="15595"/>
                </a:cubicBezTo>
                <a:cubicBezTo>
                  <a:pt x="11737" y="15751"/>
                  <a:pt x="11738" y="15756"/>
                  <a:pt x="11589" y="15756"/>
                </a:cubicBezTo>
                <a:cubicBezTo>
                  <a:pt x="11441" y="15756"/>
                  <a:pt x="11436" y="15753"/>
                  <a:pt x="11440" y="15609"/>
                </a:cubicBezTo>
                <a:cubicBezTo>
                  <a:pt x="11445" y="15469"/>
                  <a:pt x="11450" y="15457"/>
                  <a:pt x="11589" y="15447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3"/>
          <p:cNvSpPr/>
          <p:nvPr/>
        </p:nvSpPr>
        <p:spPr>
          <a:xfrm>
            <a:off x="354707" y="735540"/>
            <a:ext cx="2857550" cy="4223060"/>
          </a:xfrm>
          <a:prstGeom prst="roundRect">
            <a:avLst>
              <a:gd fmla="val 38399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3"/>
          <p:cNvSpPr/>
          <p:nvPr/>
        </p:nvSpPr>
        <p:spPr>
          <a:xfrm>
            <a:off x="3342213" y="753894"/>
            <a:ext cx="2724826" cy="4223059"/>
          </a:xfrm>
          <a:prstGeom prst="roundRect">
            <a:avLst>
              <a:gd fmla="val 4027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3"/>
          <p:cNvSpPr txBox="1"/>
          <p:nvPr/>
        </p:nvSpPr>
        <p:spPr>
          <a:xfrm>
            <a:off x="374903" y="218071"/>
            <a:ext cx="8394194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000"/>
              <a:buFont typeface="Playfair Display"/>
              <a:buNone/>
            </a:pPr>
            <a:r>
              <a:rPr b="1" i="0" lang="en-US" sz="20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Где деньги и как мы получим дешёвых клиентов?</a:t>
            </a:r>
            <a:endParaRPr/>
          </a:p>
        </p:txBody>
      </p:sp>
      <p:sp>
        <p:nvSpPr>
          <p:cNvPr id="588" name="Google Shape;588;p33"/>
          <p:cNvSpPr txBox="1"/>
          <p:nvPr/>
        </p:nvSpPr>
        <p:spPr>
          <a:xfrm>
            <a:off x="850601" y="971804"/>
            <a:ext cx="1761213" cy="413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Стратегия нулевого САС на старте</a:t>
            </a:r>
            <a:endParaRPr/>
          </a:p>
        </p:txBody>
      </p:sp>
      <p:sp>
        <p:nvSpPr>
          <p:cNvPr id="589" name="Google Shape;589;p33"/>
          <p:cNvSpPr txBox="1"/>
          <p:nvPr/>
        </p:nvSpPr>
        <p:spPr>
          <a:xfrm>
            <a:off x="868820" y="1721160"/>
            <a:ext cx="2164073" cy="2775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Мы не идем «жечь» бюджет в Яндекс.Директ, конкурируя ставками с гигантами. Главный драйвер запуска — омниканальная </a:t>
            </a:r>
            <a:r>
              <a:rPr b="1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активация готовой базы Центрофинанс</a:t>
            </a: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Клиентам, успешно закрывшим займ, предлагаются кредитные карты или рефинансирование на нашей платформе. Это дает мгновенный поток «теплых» лидов и первую выручку с нулевыми затратами на маркетинг.</a:t>
            </a:r>
            <a:endParaRPr/>
          </a:p>
        </p:txBody>
      </p:sp>
      <p:sp>
        <p:nvSpPr>
          <p:cNvPr id="590" name="Google Shape;590;p33"/>
          <p:cNvSpPr txBox="1"/>
          <p:nvPr/>
        </p:nvSpPr>
        <p:spPr>
          <a:xfrm>
            <a:off x="3702584" y="855999"/>
            <a:ext cx="1891716" cy="597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Выход из низкомаржинальной ниши</a:t>
            </a:r>
            <a:endParaRPr/>
          </a:p>
        </p:txBody>
      </p:sp>
      <p:sp>
        <p:nvSpPr>
          <p:cNvPr id="591" name="Google Shape;591;p33"/>
          <p:cNvSpPr txBox="1"/>
          <p:nvPr/>
        </p:nvSpPr>
        <p:spPr>
          <a:xfrm>
            <a:off x="3805673" y="1721160"/>
            <a:ext cx="2095673" cy="2977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Микрозаймы — это только «крючок» для захвата аудитории. Сильный сценарий строится на конвертации этих людей в продукты, где CPA (выплата за лид) в 5-10 раз выше: Кредитные карты. Рефинансирование. БФЛ (Банкротство физлиц — выплаты до 10-15 тыс. руб. за лид). 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Мы монетизируем весь жизненный цикл клиента, увеличивая LTV в 2-3 раза по сравнению с обычными витринами.</a:t>
            </a:r>
            <a:endParaRPr/>
          </a:p>
        </p:txBody>
      </p:sp>
      <p:sp>
        <p:nvSpPr>
          <p:cNvPr id="592" name="Google Shape;592;p33"/>
          <p:cNvSpPr/>
          <p:nvPr/>
        </p:nvSpPr>
        <p:spPr>
          <a:xfrm>
            <a:off x="6196995" y="660565"/>
            <a:ext cx="2724826" cy="4278530"/>
          </a:xfrm>
          <a:prstGeom prst="roundRect">
            <a:avLst>
              <a:gd fmla="val 4027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3"/>
          <p:cNvSpPr txBox="1"/>
          <p:nvPr/>
        </p:nvSpPr>
        <p:spPr>
          <a:xfrm>
            <a:off x="6613551" y="879931"/>
            <a:ext cx="1891715" cy="597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Ассиметричный маркетинг (SEO+партнёрства)</a:t>
            </a:r>
            <a:endParaRPr/>
          </a:p>
        </p:txBody>
      </p:sp>
      <p:sp>
        <p:nvSpPr>
          <p:cNvPr id="594" name="Google Shape;594;p33"/>
          <p:cNvSpPr txBox="1"/>
          <p:nvPr/>
        </p:nvSpPr>
        <p:spPr>
          <a:xfrm>
            <a:off x="6685070" y="1721542"/>
            <a:ext cx="1913431" cy="2775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Генерация 500+ локальных гео-страниц и страниц под узкие «боли» (Long-Tail SEO). 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Эксклюзив для партнеров: Мы даем МФО чистый, верифицированный и отскорингованный трафик (отсеивая фрод), а взамен требуем эксклюзивные сниженные ставки для наших пользователей. Это становится нашим главным маркетинговым УТП.</a:t>
            </a:r>
            <a:endParaRPr/>
          </a:p>
        </p:txBody>
      </p:sp>
      <p:pic>
        <p:nvPicPr>
          <p:cNvPr descr="orange-ball-illustration_177761-167.avif" id="595" name="Google Shape;595;p33"/>
          <p:cNvPicPr preferRelativeResize="0"/>
          <p:nvPr/>
        </p:nvPicPr>
        <p:blipFill rotWithShape="1">
          <a:blip r:embed="rId3">
            <a:alphaModFix/>
          </a:blip>
          <a:srcRect b="20693" l="17634" r="17622" t="14388"/>
          <a:stretch/>
        </p:blipFill>
        <p:spPr>
          <a:xfrm>
            <a:off x="2530750" y="649038"/>
            <a:ext cx="367366" cy="368358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96" name="Google Shape;596;p33"/>
          <p:cNvSpPr txBox="1"/>
          <p:nvPr/>
        </p:nvSpPr>
        <p:spPr>
          <a:xfrm>
            <a:off x="2586670" y="605663"/>
            <a:ext cx="255525" cy="411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pic>
        <p:nvPicPr>
          <p:cNvPr descr="orange-ball-illustration_177761-167.avif" id="597" name="Google Shape;597;p33"/>
          <p:cNvPicPr preferRelativeResize="0"/>
          <p:nvPr/>
        </p:nvPicPr>
        <p:blipFill rotWithShape="1">
          <a:blip r:embed="rId3">
            <a:alphaModFix/>
          </a:blip>
          <a:srcRect b="20693" l="17634" r="17622" t="14388"/>
          <a:stretch/>
        </p:blipFill>
        <p:spPr>
          <a:xfrm>
            <a:off x="5382105" y="649038"/>
            <a:ext cx="367366" cy="368358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98" name="Google Shape;598;p33"/>
          <p:cNvSpPr txBox="1"/>
          <p:nvPr/>
        </p:nvSpPr>
        <p:spPr>
          <a:xfrm>
            <a:off x="5438025" y="605663"/>
            <a:ext cx="255525" cy="411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pic>
        <p:nvPicPr>
          <p:cNvPr descr="orange-ball-illustration_177761-167.avif" id="599" name="Google Shape;599;p33"/>
          <p:cNvPicPr preferRelativeResize="0"/>
          <p:nvPr/>
        </p:nvPicPr>
        <p:blipFill rotWithShape="1">
          <a:blip r:embed="rId3">
            <a:alphaModFix/>
          </a:blip>
          <a:srcRect b="20693" l="17634" r="17622" t="14388"/>
          <a:stretch/>
        </p:blipFill>
        <p:spPr>
          <a:xfrm>
            <a:off x="8289380" y="578807"/>
            <a:ext cx="367366" cy="368359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600" name="Google Shape;600;p33"/>
          <p:cNvSpPr txBox="1"/>
          <p:nvPr/>
        </p:nvSpPr>
        <p:spPr>
          <a:xfrm>
            <a:off x="8345300" y="535433"/>
            <a:ext cx="255525" cy="411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4"/>
          <p:cNvSpPr txBox="1"/>
          <p:nvPr/>
        </p:nvSpPr>
        <p:spPr>
          <a:xfrm>
            <a:off x="1110293" y="1938716"/>
            <a:ext cx="6923414" cy="952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500"/>
              <a:buFont typeface="Playfair Display"/>
              <a:buNone/>
            </a:pPr>
            <a:r>
              <a:rPr b="1" i="0" lang="en-US" sz="25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Блок 3: Продукт и клиентская ценность </a:t>
            </a:r>
            <a:br>
              <a:rPr b="1" i="0" lang="en-US" sz="25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b="1" i="0" lang="en-US" sz="25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(Killer Features)</a:t>
            </a:r>
            <a:endParaRPr/>
          </a:p>
        </p:txBody>
      </p:sp>
      <p:pic>
        <p:nvPicPr>
          <p:cNvPr descr="Screenshot 2026-04-22 at 10.22.47.png" id="606" name="Google Shape;606;p34"/>
          <p:cNvPicPr preferRelativeResize="0"/>
          <p:nvPr/>
        </p:nvPicPr>
        <p:blipFill rotWithShape="1">
          <a:blip r:embed="rId3">
            <a:alphaModFix/>
          </a:blip>
          <a:srcRect b="1898" l="13029" r="7796" t="4438"/>
          <a:stretch/>
        </p:blipFill>
        <p:spPr>
          <a:xfrm>
            <a:off x="4029481" y="196988"/>
            <a:ext cx="1249127" cy="1412046"/>
          </a:xfrm>
          <a:custGeom>
            <a:rect b="b" l="l" r="r" t="t"/>
            <a:pathLst>
              <a:path extrusionOk="0" h="21555" w="21592">
                <a:moveTo>
                  <a:pt x="9511" y="24"/>
                </a:moveTo>
                <a:cubicBezTo>
                  <a:pt x="9495" y="38"/>
                  <a:pt x="9435" y="48"/>
                  <a:pt x="9381" y="48"/>
                </a:cubicBezTo>
                <a:cubicBezTo>
                  <a:pt x="9176" y="49"/>
                  <a:pt x="8662" y="236"/>
                  <a:pt x="8359" y="418"/>
                </a:cubicBezTo>
                <a:cubicBezTo>
                  <a:pt x="8132" y="553"/>
                  <a:pt x="7829" y="843"/>
                  <a:pt x="7720" y="1024"/>
                </a:cubicBezTo>
                <a:cubicBezTo>
                  <a:pt x="7668" y="1110"/>
                  <a:pt x="7595" y="1221"/>
                  <a:pt x="7563" y="1272"/>
                </a:cubicBezTo>
                <a:cubicBezTo>
                  <a:pt x="7530" y="1322"/>
                  <a:pt x="7501" y="1391"/>
                  <a:pt x="7501" y="1423"/>
                </a:cubicBezTo>
                <a:cubicBezTo>
                  <a:pt x="7501" y="1456"/>
                  <a:pt x="7494" y="1489"/>
                  <a:pt x="7480" y="1496"/>
                </a:cubicBezTo>
                <a:cubicBezTo>
                  <a:pt x="7467" y="1503"/>
                  <a:pt x="7449" y="1554"/>
                  <a:pt x="7439" y="1611"/>
                </a:cubicBezTo>
                <a:cubicBezTo>
                  <a:pt x="7389" y="1905"/>
                  <a:pt x="7363" y="2103"/>
                  <a:pt x="7350" y="2296"/>
                </a:cubicBezTo>
                <a:cubicBezTo>
                  <a:pt x="7342" y="2417"/>
                  <a:pt x="7325" y="2508"/>
                  <a:pt x="7309" y="2508"/>
                </a:cubicBezTo>
                <a:cubicBezTo>
                  <a:pt x="7253" y="2508"/>
                  <a:pt x="7118" y="2609"/>
                  <a:pt x="7076" y="2683"/>
                </a:cubicBezTo>
                <a:cubicBezTo>
                  <a:pt x="7047" y="2735"/>
                  <a:pt x="7034" y="2824"/>
                  <a:pt x="7034" y="2962"/>
                </a:cubicBezTo>
                <a:cubicBezTo>
                  <a:pt x="7034" y="3141"/>
                  <a:pt x="7055" y="3216"/>
                  <a:pt x="7165" y="3513"/>
                </a:cubicBezTo>
                <a:cubicBezTo>
                  <a:pt x="7234" y="3702"/>
                  <a:pt x="7301" y="3897"/>
                  <a:pt x="7316" y="3944"/>
                </a:cubicBezTo>
                <a:cubicBezTo>
                  <a:pt x="7364" y="4094"/>
                  <a:pt x="7458" y="4236"/>
                  <a:pt x="7535" y="4277"/>
                </a:cubicBezTo>
                <a:cubicBezTo>
                  <a:pt x="7577" y="4298"/>
                  <a:pt x="7627" y="4345"/>
                  <a:pt x="7645" y="4380"/>
                </a:cubicBezTo>
                <a:cubicBezTo>
                  <a:pt x="7663" y="4414"/>
                  <a:pt x="7687" y="4460"/>
                  <a:pt x="7700" y="4483"/>
                </a:cubicBezTo>
                <a:cubicBezTo>
                  <a:pt x="7713" y="4506"/>
                  <a:pt x="7727" y="4537"/>
                  <a:pt x="7727" y="4555"/>
                </a:cubicBezTo>
                <a:cubicBezTo>
                  <a:pt x="7727" y="4574"/>
                  <a:pt x="7776" y="4673"/>
                  <a:pt x="7837" y="4774"/>
                </a:cubicBezTo>
                <a:cubicBezTo>
                  <a:pt x="7898" y="4874"/>
                  <a:pt x="7947" y="4974"/>
                  <a:pt x="7947" y="4998"/>
                </a:cubicBezTo>
                <a:cubicBezTo>
                  <a:pt x="7947" y="5021"/>
                  <a:pt x="7895" y="5092"/>
                  <a:pt x="7830" y="5155"/>
                </a:cubicBezTo>
                <a:cubicBezTo>
                  <a:pt x="7766" y="5218"/>
                  <a:pt x="7653" y="5337"/>
                  <a:pt x="7583" y="5416"/>
                </a:cubicBezTo>
                <a:cubicBezTo>
                  <a:pt x="7451" y="5566"/>
                  <a:pt x="7404" y="5593"/>
                  <a:pt x="7199" y="5646"/>
                </a:cubicBezTo>
                <a:cubicBezTo>
                  <a:pt x="7131" y="5664"/>
                  <a:pt x="7029" y="5706"/>
                  <a:pt x="6973" y="5737"/>
                </a:cubicBezTo>
                <a:cubicBezTo>
                  <a:pt x="6916" y="5768"/>
                  <a:pt x="6858" y="5791"/>
                  <a:pt x="6842" y="5791"/>
                </a:cubicBezTo>
                <a:cubicBezTo>
                  <a:pt x="6827" y="5791"/>
                  <a:pt x="6815" y="5798"/>
                  <a:pt x="6815" y="5810"/>
                </a:cubicBezTo>
                <a:cubicBezTo>
                  <a:pt x="6815" y="5821"/>
                  <a:pt x="6793" y="5838"/>
                  <a:pt x="6767" y="5846"/>
                </a:cubicBezTo>
                <a:cubicBezTo>
                  <a:pt x="6740" y="5853"/>
                  <a:pt x="6688" y="5875"/>
                  <a:pt x="6650" y="5894"/>
                </a:cubicBezTo>
                <a:cubicBezTo>
                  <a:pt x="6612" y="5914"/>
                  <a:pt x="6490" y="5962"/>
                  <a:pt x="6376" y="5997"/>
                </a:cubicBezTo>
                <a:cubicBezTo>
                  <a:pt x="6262" y="6033"/>
                  <a:pt x="6148" y="6070"/>
                  <a:pt x="6122" y="6082"/>
                </a:cubicBezTo>
                <a:cubicBezTo>
                  <a:pt x="6096" y="6095"/>
                  <a:pt x="6049" y="6106"/>
                  <a:pt x="6019" y="6106"/>
                </a:cubicBezTo>
                <a:cubicBezTo>
                  <a:pt x="5990" y="6106"/>
                  <a:pt x="5953" y="6117"/>
                  <a:pt x="5944" y="6131"/>
                </a:cubicBezTo>
                <a:cubicBezTo>
                  <a:pt x="5934" y="6144"/>
                  <a:pt x="5905" y="6155"/>
                  <a:pt x="5875" y="6155"/>
                </a:cubicBezTo>
                <a:cubicBezTo>
                  <a:pt x="5845" y="6155"/>
                  <a:pt x="5799" y="6167"/>
                  <a:pt x="5772" y="6179"/>
                </a:cubicBezTo>
                <a:cubicBezTo>
                  <a:pt x="5746" y="6191"/>
                  <a:pt x="5663" y="6219"/>
                  <a:pt x="5587" y="6240"/>
                </a:cubicBezTo>
                <a:cubicBezTo>
                  <a:pt x="5362" y="6301"/>
                  <a:pt x="5260" y="6334"/>
                  <a:pt x="5182" y="6379"/>
                </a:cubicBezTo>
                <a:cubicBezTo>
                  <a:pt x="5142" y="6402"/>
                  <a:pt x="5102" y="6421"/>
                  <a:pt x="5093" y="6421"/>
                </a:cubicBezTo>
                <a:cubicBezTo>
                  <a:pt x="5084" y="6421"/>
                  <a:pt x="5003" y="6466"/>
                  <a:pt x="4915" y="6518"/>
                </a:cubicBezTo>
                <a:cubicBezTo>
                  <a:pt x="4729" y="6630"/>
                  <a:pt x="4357" y="6974"/>
                  <a:pt x="4174" y="7203"/>
                </a:cubicBezTo>
                <a:cubicBezTo>
                  <a:pt x="4104" y="7290"/>
                  <a:pt x="4039" y="7366"/>
                  <a:pt x="4030" y="7373"/>
                </a:cubicBezTo>
                <a:cubicBezTo>
                  <a:pt x="3998" y="7395"/>
                  <a:pt x="3848" y="7601"/>
                  <a:pt x="3810" y="7675"/>
                </a:cubicBezTo>
                <a:cubicBezTo>
                  <a:pt x="3790" y="7716"/>
                  <a:pt x="3762" y="7767"/>
                  <a:pt x="3748" y="7791"/>
                </a:cubicBezTo>
                <a:cubicBezTo>
                  <a:pt x="3735" y="7814"/>
                  <a:pt x="3728" y="7849"/>
                  <a:pt x="3728" y="7869"/>
                </a:cubicBezTo>
                <a:cubicBezTo>
                  <a:pt x="3728" y="7890"/>
                  <a:pt x="3714" y="7925"/>
                  <a:pt x="3700" y="7948"/>
                </a:cubicBezTo>
                <a:cubicBezTo>
                  <a:pt x="3650" y="8031"/>
                  <a:pt x="3563" y="8223"/>
                  <a:pt x="3563" y="8245"/>
                </a:cubicBezTo>
                <a:cubicBezTo>
                  <a:pt x="3563" y="8270"/>
                  <a:pt x="3529" y="8326"/>
                  <a:pt x="3296" y="8736"/>
                </a:cubicBezTo>
                <a:cubicBezTo>
                  <a:pt x="3208" y="8890"/>
                  <a:pt x="3106" y="9061"/>
                  <a:pt x="3062" y="9117"/>
                </a:cubicBezTo>
                <a:cubicBezTo>
                  <a:pt x="3019" y="9173"/>
                  <a:pt x="2980" y="9225"/>
                  <a:pt x="2980" y="9232"/>
                </a:cubicBezTo>
                <a:cubicBezTo>
                  <a:pt x="2980" y="9240"/>
                  <a:pt x="2961" y="9263"/>
                  <a:pt x="2939" y="9287"/>
                </a:cubicBezTo>
                <a:cubicBezTo>
                  <a:pt x="2916" y="9311"/>
                  <a:pt x="2834" y="9415"/>
                  <a:pt x="2754" y="9517"/>
                </a:cubicBezTo>
                <a:cubicBezTo>
                  <a:pt x="2570" y="9752"/>
                  <a:pt x="2541" y="9737"/>
                  <a:pt x="2541" y="9408"/>
                </a:cubicBezTo>
                <a:cubicBezTo>
                  <a:pt x="2541" y="9281"/>
                  <a:pt x="2529" y="9168"/>
                  <a:pt x="2514" y="9160"/>
                </a:cubicBezTo>
                <a:cubicBezTo>
                  <a:pt x="2498" y="9152"/>
                  <a:pt x="2486" y="9114"/>
                  <a:pt x="2486" y="9075"/>
                </a:cubicBezTo>
                <a:cubicBezTo>
                  <a:pt x="2486" y="9035"/>
                  <a:pt x="2472" y="8983"/>
                  <a:pt x="2459" y="8960"/>
                </a:cubicBezTo>
                <a:cubicBezTo>
                  <a:pt x="2445" y="8937"/>
                  <a:pt x="2374" y="8806"/>
                  <a:pt x="2301" y="8675"/>
                </a:cubicBezTo>
                <a:cubicBezTo>
                  <a:pt x="2193" y="8482"/>
                  <a:pt x="2136" y="8412"/>
                  <a:pt x="1992" y="8293"/>
                </a:cubicBezTo>
                <a:cubicBezTo>
                  <a:pt x="1894" y="8213"/>
                  <a:pt x="1797" y="8122"/>
                  <a:pt x="1779" y="8094"/>
                </a:cubicBezTo>
                <a:cubicBezTo>
                  <a:pt x="1762" y="8065"/>
                  <a:pt x="1741" y="8017"/>
                  <a:pt x="1725" y="7991"/>
                </a:cubicBezTo>
                <a:cubicBezTo>
                  <a:pt x="1698" y="7945"/>
                  <a:pt x="1671" y="7895"/>
                  <a:pt x="1608" y="7754"/>
                </a:cubicBezTo>
                <a:cubicBezTo>
                  <a:pt x="1394" y="7279"/>
                  <a:pt x="1193" y="7106"/>
                  <a:pt x="874" y="7106"/>
                </a:cubicBezTo>
                <a:cubicBezTo>
                  <a:pt x="732" y="7106"/>
                  <a:pt x="719" y="7110"/>
                  <a:pt x="600" y="7215"/>
                </a:cubicBezTo>
                <a:lnTo>
                  <a:pt x="469" y="7324"/>
                </a:lnTo>
                <a:lnTo>
                  <a:pt x="469" y="7536"/>
                </a:lnTo>
                <a:cubicBezTo>
                  <a:pt x="469" y="7653"/>
                  <a:pt x="484" y="7760"/>
                  <a:pt x="497" y="7772"/>
                </a:cubicBezTo>
                <a:cubicBezTo>
                  <a:pt x="509" y="7785"/>
                  <a:pt x="538" y="7845"/>
                  <a:pt x="558" y="7906"/>
                </a:cubicBezTo>
                <a:cubicBezTo>
                  <a:pt x="597" y="8017"/>
                  <a:pt x="723" y="8203"/>
                  <a:pt x="805" y="8269"/>
                </a:cubicBezTo>
                <a:cubicBezTo>
                  <a:pt x="948" y="8383"/>
                  <a:pt x="929" y="8493"/>
                  <a:pt x="771" y="8493"/>
                </a:cubicBezTo>
                <a:cubicBezTo>
                  <a:pt x="712" y="8493"/>
                  <a:pt x="629" y="8511"/>
                  <a:pt x="579" y="8536"/>
                </a:cubicBezTo>
                <a:cubicBezTo>
                  <a:pt x="190" y="8730"/>
                  <a:pt x="5" y="8899"/>
                  <a:pt x="3" y="9081"/>
                </a:cubicBezTo>
                <a:cubicBezTo>
                  <a:pt x="2" y="9142"/>
                  <a:pt x="20" y="9203"/>
                  <a:pt x="58" y="9269"/>
                </a:cubicBezTo>
                <a:cubicBezTo>
                  <a:pt x="127" y="9389"/>
                  <a:pt x="127" y="9464"/>
                  <a:pt x="58" y="9584"/>
                </a:cubicBezTo>
                <a:cubicBezTo>
                  <a:pt x="12" y="9662"/>
                  <a:pt x="-8" y="9732"/>
                  <a:pt x="3" y="9802"/>
                </a:cubicBezTo>
                <a:cubicBezTo>
                  <a:pt x="13" y="9872"/>
                  <a:pt x="55" y="9944"/>
                  <a:pt x="126" y="10038"/>
                </a:cubicBezTo>
                <a:cubicBezTo>
                  <a:pt x="194" y="10128"/>
                  <a:pt x="250" y="10229"/>
                  <a:pt x="250" y="10262"/>
                </a:cubicBezTo>
                <a:cubicBezTo>
                  <a:pt x="250" y="10296"/>
                  <a:pt x="288" y="10381"/>
                  <a:pt x="332" y="10456"/>
                </a:cubicBezTo>
                <a:cubicBezTo>
                  <a:pt x="410" y="10589"/>
                  <a:pt x="431" y="10650"/>
                  <a:pt x="462" y="10820"/>
                </a:cubicBezTo>
                <a:cubicBezTo>
                  <a:pt x="490" y="10970"/>
                  <a:pt x="835" y="11214"/>
                  <a:pt x="1018" y="11214"/>
                </a:cubicBezTo>
                <a:cubicBezTo>
                  <a:pt x="1069" y="11214"/>
                  <a:pt x="1058" y="11294"/>
                  <a:pt x="970" y="11632"/>
                </a:cubicBezTo>
                <a:cubicBezTo>
                  <a:pt x="906" y="11878"/>
                  <a:pt x="905" y="12153"/>
                  <a:pt x="970" y="12401"/>
                </a:cubicBezTo>
                <a:cubicBezTo>
                  <a:pt x="1066" y="12766"/>
                  <a:pt x="1112" y="12898"/>
                  <a:pt x="1141" y="12928"/>
                </a:cubicBezTo>
                <a:cubicBezTo>
                  <a:pt x="1154" y="12941"/>
                  <a:pt x="1162" y="12970"/>
                  <a:pt x="1162" y="12995"/>
                </a:cubicBezTo>
                <a:cubicBezTo>
                  <a:pt x="1162" y="13019"/>
                  <a:pt x="1170" y="13062"/>
                  <a:pt x="1183" y="13086"/>
                </a:cubicBezTo>
                <a:cubicBezTo>
                  <a:pt x="1297" y="13294"/>
                  <a:pt x="1327" y="13351"/>
                  <a:pt x="1327" y="13376"/>
                </a:cubicBezTo>
                <a:cubicBezTo>
                  <a:pt x="1327" y="13408"/>
                  <a:pt x="1429" y="13574"/>
                  <a:pt x="1471" y="13613"/>
                </a:cubicBezTo>
                <a:cubicBezTo>
                  <a:pt x="1485" y="13625"/>
                  <a:pt x="1491" y="13650"/>
                  <a:pt x="1491" y="13673"/>
                </a:cubicBezTo>
                <a:cubicBezTo>
                  <a:pt x="1491" y="13696"/>
                  <a:pt x="1516" y="13761"/>
                  <a:pt x="1546" y="13813"/>
                </a:cubicBezTo>
                <a:cubicBezTo>
                  <a:pt x="1611" y="13924"/>
                  <a:pt x="1793" y="14407"/>
                  <a:pt x="1793" y="14467"/>
                </a:cubicBezTo>
                <a:cubicBezTo>
                  <a:pt x="1793" y="14506"/>
                  <a:pt x="1835" y="14624"/>
                  <a:pt x="1882" y="14733"/>
                </a:cubicBezTo>
                <a:cubicBezTo>
                  <a:pt x="1894" y="14760"/>
                  <a:pt x="1919" y="14820"/>
                  <a:pt x="1937" y="14867"/>
                </a:cubicBezTo>
                <a:cubicBezTo>
                  <a:pt x="2027" y="15096"/>
                  <a:pt x="2174" y="15303"/>
                  <a:pt x="2253" y="15303"/>
                </a:cubicBezTo>
                <a:cubicBezTo>
                  <a:pt x="2273" y="15303"/>
                  <a:pt x="2294" y="15310"/>
                  <a:pt x="2294" y="15321"/>
                </a:cubicBezTo>
                <a:cubicBezTo>
                  <a:pt x="2294" y="15332"/>
                  <a:pt x="2371" y="15380"/>
                  <a:pt x="2466" y="15424"/>
                </a:cubicBezTo>
                <a:cubicBezTo>
                  <a:pt x="2709" y="15538"/>
                  <a:pt x="2713" y="15545"/>
                  <a:pt x="2520" y="15545"/>
                </a:cubicBezTo>
                <a:cubicBezTo>
                  <a:pt x="2427" y="15545"/>
                  <a:pt x="2345" y="15556"/>
                  <a:pt x="2335" y="15569"/>
                </a:cubicBezTo>
                <a:cubicBezTo>
                  <a:pt x="2326" y="15583"/>
                  <a:pt x="2277" y="15594"/>
                  <a:pt x="2225" y="15594"/>
                </a:cubicBezTo>
                <a:cubicBezTo>
                  <a:pt x="2174" y="15594"/>
                  <a:pt x="2125" y="15605"/>
                  <a:pt x="2116" y="15618"/>
                </a:cubicBezTo>
                <a:cubicBezTo>
                  <a:pt x="2106" y="15631"/>
                  <a:pt x="2070" y="15642"/>
                  <a:pt x="2040" y="15642"/>
                </a:cubicBezTo>
                <a:cubicBezTo>
                  <a:pt x="1984" y="15642"/>
                  <a:pt x="1727" y="15750"/>
                  <a:pt x="1594" y="15830"/>
                </a:cubicBezTo>
                <a:cubicBezTo>
                  <a:pt x="1511" y="15880"/>
                  <a:pt x="1280" y="16073"/>
                  <a:pt x="1217" y="16145"/>
                </a:cubicBezTo>
                <a:cubicBezTo>
                  <a:pt x="1109" y="16268"/>
                  <a:pt x="949" y="16550"/>
                  <a:pt x="888" y="16727"/>
                </a:cubicBezTo>
                <a:cubicBezTo>
                  <a:pt x="869" y="16780"/>
                  <a:pt x="846" y="16845"/>
                  <a:pt x="833" y="16872"/>
                </a:cubicBezTo>
                <a:cubicBezTo>
                  <a:pt x="808" y="16923"/>
                  <a:pt x="782" y="17013"/>
                  <a:pt x="757" y="17145"/>
                </a:cubicBezTo>
                <a:cubicBezTo>
                  <a:pt x="749" y="17188"/>
                  <a:pt x="730" y="17228"/>
                  <a:pt x="716" y="17235"/>
                </a:cubicBezTo>
                <a:cubicBezTo>
                  <a:pt x="703" y="17243"/>
                  <a:pt x="696" y="17270"/>
                  <a:pt x="696" y="17296"/>
                </a:cubicBezTo>
                <a:cubicBezTo>
                  <a:pt x="696" y="17322"/>
                  <a:pt x="681" y="17364"/>
                  <a:pt x="668" y="17387"/>
                </a:cubicBezTo>
                <a:cubicBezTo>
                  <a:pt x="561" y="17575"/>
                  <a:pt x="531" y="17651"/>
                  <a:pt x="531" y="17690"/>
                </a:cubicBezTo>
                <a:cubicBezTo>
                  <a:pt x="531" y="17715"/>
                  <a:pt x="512" y="17736"/>
                  <a:pt x="497" y="17744"/>
                </a:cubicBezTo>
                <a:cubicBezTo>
                  <a:pt x="481" y="17753"/>
                  <a:pt x="469" y="17791"/>
                  <a:pt x="469" y="17829"/>
                </a:cubicBezTo>
                <a:cubicBezTo>
                  <a:pt x="469" y="17868"/>
                  <a:pt x="457" y="17912"/>
                  <a:pt x="442" y="17920"/>
                </a:cubicBezTo>
                <a:cubicBezTo>
                  <a:pt x="405" y="17940"/>
                  <a:pt x="410" y="18084"/>
                  <a:pt x="449" y="18168"/>
                </a:cubicBezTo>
                <a:cubicBezTo>
                  <a:pt x="571" y="18433"/>
                  <a:pt x="620" y="18498"/>
                  <a:pt x="840" y="18726"/>
                </a:cubicBezTo>
                <a:cubicBezTo>
                  <a:pt x="943" y="18833"/>
                  <a:pt x="1052" y="18998"/>
                  <a:pt x="1052" y="19047"/>
                </a:cubicBezTo>
                <a:cubicBezTo>
                  <a:pt x="1052" y="19094"/>
                  <a:pt x="1174" y="19305"/>
                  <a:pt x="1286" y="19453"/>
                </a:cubicBezTo>
                <a:cubicBezTo>
                  <a:pt x="1385" y="19585"/>
                  <a:pt x="1594" y="19780"/>
                  <a:pt x="1635" y="19780"/>
                </a:cubicBezTo>
                <a:cubicBezTo>
                  <a:pt x="1644" y="19780"/>
                  <a:pt x="1681" y="19800"/>
                  <a:pt x="1718" y="19828"/>
                </a:cubicBezTo>
                <a:cubicBezTo>
                  <a:pt x="1754" y="19857"/>
                  <a:pt x="1844" y="19916"/>
                  <a:pt x="1924" y="19956"/>
                </a:cubicBezTo>
                <a:cubicBezTo>
                  <a:pt x="2058" y="20023"/>
                  <a:pt x="2106" y="20079"/>
                  <a:pt x="2054" y="20125"/>
                </a:cubicBezTo>
                <a:cubicBezTo>
                  <a:pt x="2025" y="20151"/>
                  <a:pt x="1965" y="20319"/>
                  <a:pt x="1965" y="20374"/>
                </a:cubicBezTo>
                <a:cubicBezTo>
                  <a:pt x="1965" y="20428"/>
                  <a:pt x="2025" y="20596"/>
                  <a:pt x="2054" y="20622"/>
                </a:cubicBezTo>
                <a:cubicBezTo>
                  <a:pt x="2064" y="20631"/>
                  <a:pt x="2074" y="20658"/>
                  <a:pt x="2074" y="20683"/>
                </a:cubicBezTo>
                <a:cubicBezTo>
                  <a:pt x="2074" y="20746"/>
                  <a:pt x="2126" y="20824"/>
                  <a:pt x="2219" y="20895"/>
                </a:cubicBezTo>
                <a:cubicBezTo>
                  <a:pt x="2262" y="20928"/>
                  <a:pt x="2376" y="21024"/>
                  <a:pt x="2472" y="21101"/>
                </a:cubicBezTo>
                <a:lnTo>
                  <a:pt x="2651" y="21240"/>
                </a:lnTo>
                <a:lnTo>
                  <a:pt x="2953" y="21240"/>
                </a:lnTo>
                <a:cubicBezTo>
                  <a:pt x="3121" y="21240"/>
                  <a:pt x="3283" y="21228"/>
                  <a:pt x="3309" y="21216"/>
                </a:cubicBezTo>
                <a:cubicBezTo>
                  <a:pt x="3335" y="21203"/>
                  <a:pt x="3591" y="21188"/>
                  <a:pt x="3879" y="21179"/>
                </a:cubicBezTo>
                <a:cubicBezTo>
                  <a:pt x="4166" y="21171"/>
                  <a:pt x="4451" y="21152"/>
                  <a:pt x="4510" y="21137"/>
                </a:cubicBezTo>
                <a:cubicBezTo>
                  <a:pt x="4603" y="21112"/>
                  <a:pt x="4616" y="21111"/>
                  <a:pt x="4640" y="21149"/>
                </a:cubicBezTo>
                <a:cubicBezTo>
                  <a:pt x="4687" y="21222"/>
                  <a:pt x="4925" y="21407"/>
                  <a:pt x="4990" y="21422"/>
                </a:cubicBezTo>
                <a:cubicBezTo>
                  <a:pt x="5024" y="21429"/>
                  <a:pt x="5116" y="21431"/>
                  <a:pt x="5196" y="21422"/>
                </a:cubicBezTo>
                <a:cubicBezTo>
                  <a:pt x="5421" y="21395"/>
                  <a:pt x="6878" y="21403"/>
                  <a:pt x="7432" y="21434"/>
                </a:cubicBezTo>
                <a:cubicBezTo>
                  <a:pt x="8068" y="21469"/>
                  <a:pt x="8387" y="21469"/>
                  <a:pt x="8866" y="21434"/>
                </a:cubicBezTo>
                <a:cubicBezTo>
                  <a:pt x="9346" y="21399"/>
                  <a:pt x="9578" y="21396"/>
                  <a:pt x="9861" y="21428"/>
                </a:cubicBezTo>
                <a:cubicBezTo>
                  <a:pt x="10282" y="21474"/>
                  <a:pt x="10638" y="21505"/>
                  <a:pt x="10835" y="21507"/>
                </a:cubicBezTo>
                <a:cubicBezTo>
                  <a:pt x="10944" y="21507"/>
                  <a:pt x="11038" y="21517"/>
                  <a:pt x="11048" y="21531"/>
                </a:cubicBezTo>
                <a:cubicBezTo>
                  <a:pt x="11057" y="21544"/>
                  <a:pt x="11168" y="21555"/>
                  <a:pt x="11295" y="21555"/>
                </a:cubicBezTo>
                <a:cubicBezTo>
                  <a:pt x="11571" y="21555"/>
                  <a:pt x="11699" y="21501"/>
                  <a:pt x="11768" y="21361"/>
                </a:cubicBezTo>
                <a:cubicBezTo>
                  <a:pt x="11792" y="21312"/>
                  <a:pt x="11818" y="21260"/>
                  <a:pt x="11830" y="21240"/>
                </a:cubicBezTo>
                <a:cubicBezTo>
                  <a:pt x="11854" y="21199"/>
                  <a:pt x="11957" y="21194"/>
                  <a:pt x="12317" y="21234"/>
                </a:cubicBezTo>
                <a:cubicBezTo>
                  <a:pt x="12438" y="21247"/>
                  <a:pt x="12598" y="21269"/>
                  <a:pt x="12674" y="21276"/>
                </a:cubicBezTo>
                <a:cubicBezTo>
                  <a:pt x="12749" y="21284"/>
                  <a:pt x="12835" y="21301"/>
                  <a:pt x="12866" y="21313"/>
                </a:cubicBezTo>
                <a:cubicBezTo>
                  <a:pt x="12896" y="21324"/>
                  <a:pt x="12957" y="21336"/>
                  <a:pt x="13003" y="21343"/>
                </a:cubicBezTo>
                <a:cubicBezTo>
                  <a:pt x="13048" y="21350"/>
                  <a:pt x="13140" y="21370"/>
                  <a:pt x="13209" y="21385"/>
                </a:cubicBezTo>
                <a:cubicBezTo>
                  <a:pt x="13349" y="21416"/>
                  <a:pt x="13498" y="21441"/>
                  <a:pt x="13778" y="21482"/>
                </a:cubicBezTo>
                <a:cubicBezTo>
                  <a:pt x="13884" y="21498"/>
                  <a:pt x="13992" y="21518"/>
                  <a:pt x="14018" y="21531"/>
                </a:cubicBezTo>
                <a:cubicBezTo>
                  <a:pt x="14045" y="21543"/>
                  <a:pt x="14152" y="21555"/>
                  <a:pt x="14258" y="21555"/>
                </a:cubicBezTo>
                <a:cubicBezTo>
                  <a:pt x="14437" y="21555"/>
                  <a:pt x="14480" y="21545"/>
                  <a:pt x="14766" y="21422"/>
                </a:cubicBezTo>
                <a:cubicBezTo>
                  <a:pt x="15063" y="21294"/>
                  <a:pt x="15228" y="21258"/>
                  <a:pt x="15267" y="21313"/>
                </a:cubicBezTo>
                <a:cubicBezTo>
                  <a:pt x="15276" y="21326"/>
                  <a:pt x="15364" y="21337"/>
                  <a:pt x="15459" y="21337"/>
                </a:cubicBezTo>
                <a:cubicBezTo>
                  <a:pt x="15554" y="21337"/>
                  <a:pt x="15637" y="21343"/>
                  <a:pt x="15651" y="21355"/>
                </a:cubicBezTo>
                <a:cubicBezTo>
                  <a:pt x="15665" y="21367"/>
                  <a:pt x="15764" y="21386"/>
                  <a:pt x="15871" y="21391"/>
                </a:cubicBezTo>
                <a:cubicBezTo>
                  <a:pt x="15977" y="21397"/>
                  <a:pt x="16149" y="21417"/>
                  <a:pt x="16248" y="21440"/>
                </a:cubicBezTo>
                <a:cubicBezTo>
                  <a:pt x="16346" y="21462"/>
                  <a:pt x="16517" y="21487"/>
                  <a:pt x="16632" y="21494"/>
                </a:cubicBezTo>
                <a:cubicBezTo>
                  <a:pt x="16809" y="21506"/>
                  <a:pt x="16858" y="21501"/>
                  <a:pt x="16954" y="21458"/>
                </a:cubicBezTo>
                <a:cubicBezTo>
                  <a:pt x="17069" y="21406"/>
                  <a:pt x="17236" y="21253"/>
                  <a:pt x="17236" y="21198"/>
                </a:cubicBezTo>
                <a:cubicBezTo>
                  <a:pt x="17236" y="21181"/>
                  <a:pt x="17260" y="21130"/>
                  <a:pt x="17291" y="21082"/>
                </a:cubicBezTo>
                <a:cubicBezTo>
                  <a:pt x="17331" y="21019"/>
                  <a:pt x="17345" y="20950"/>
                  <a:pt x="17345" y="20828"/>
                </a:cubicBezTo>
                <a:cubicBezTo>
                  <a:pt x="17345" y="20683"/>
                  <a:pt x="17332" y="20639"/>
                  <a:pt x="17249" y="20501"/>
                </a:cubicBezTo>
                <a:lnTo>
                  <a:pt x="17153" y="20337"/>
                </a:lnTo>
                <a:lnTo>
                  <a:pt x="17311" y="20252"/>
                </a:lnTo>
                <a:cubicBezTo>
                  <a:pt x="17395" y="20205"/>
                  <a:pt x="17471" y="20168"/>
                  <a:pt x="17483" y="20168"/>
                </a:cubicBezTo>
                <a:cubicBezTo>
                  <a:pt x="17495" y="20168"/>
                  <a:pt x="17529" y="20150"/>
                  <a:pt x="17558" y="20125"/>
                </a:cubicBezTo>
                <a:cubicBezTo>
                  <a:pt x="17588" y="20101"/>
                  <a:pt x="17679" y="20040"/>
                  <a:pt x="17764" y="19992"/>
                </a:cubicBezTo>
                <a:cubicBezTo>
                  <a:pt x="18158" y="19770"/>
                  <a:pt x="18449" y="19535"/>
                  <a:pt x="18635" y="19289"/>
                </a:cubicBezTo>
                <a:cubicBezTo>
                  <a:pt x="18797" y="19075"/>
                  <a:pt x="19006" y="18707"/>
                  <a:pt x="19006" y="18629"/>
                </a:cubicBezTo>
                <a:cubicBezTo>
                  <a:pt x="19006" y="18598"/>
                  <a:pt x="19017" y="18558"/>
                  <a:pt x="19033" y="18544"/>
                </a:cubicBezTo>
                <a:cubicBezTo>
                  <a:pt x="19079" y="18503"/>
                  <a:pt x="19025" y="17848"/>
                  <a:pt x="18971" y="17799"/>
                </a:cubicBezTo>
                <a:cubicBezTo>
                  <a:pt x="18958" y="17786"/>
                  <a:pt x="18951" y="17712"/>
                  <a:pt x="18951" y="17635"/>
                </a:cubicBezTo>
                <a:cubicBezTo>
                  <a:pt x="18951" y="17558"/>
                  <a:pt x="18939" y="17486"/>
                  <a:pt x="18923" y="17478"/>
                </a:cubicBezTo>
                <a:cubicBezTo>
                  <a:pt x="18908" y="17470"/>
                  <a:pt x="18896" y="17415"/>
                  <a:pt x="18896" y="17357"/>
                </a:cubicBezTo>
                <a:cubicBezTo>
                  <a:pt x="18896" y="17298"/>
                  <a:pt x="18884" y="17244"/>
                  <a:pt x="18868" y="17235"/>
                </a:cubicBezTo>
                <a:cubicBezTo>
                  <a:pt x="18853" y="17227"/>
                  <a:pt x="18834" y="17178"/>
                  <a:pt x="18834" y="17126"/>
                </a:cubicBezTo>
                <a:cubicBezTo>
                  <a:pt x="18834" y="17074"/>
                  <a:pt x="18822" y="17026"/>
                  <a:pt x="18807" y="17017"/>
                </a:cubicBezTo>
                <a:cubicBezTo>
                  <a:pt x="18792" y="17009"/>
                  <a:pt x="18779" y="16971"/>
                  <a:pt x="18779" y="16933"/>
                </a:cubicBezTo>
                <a:cubicBezTo>
                  <a:pt x="18779" y="16894"/>
                  <a:pt x="18767" y="16856"/>
                  <a:pt x="18752" y="16848"/>
                </a:cubicBezTo>
                <a:cubicBezTo>
                  <a:pt x="18720" y="16830"/>
                  <a:pt x="18714" y="16713"/>
                  <a:pt x="18745" y="16714"/>
                </a:cubicBezTo>
                <a:cubicBezTo>
                  <a:pt x="18756" y="16715"/>
                  <a:pt x="18796" y="16732"/>
                  <a:pt x="18834" y="16751"/>
                </a:cubicBezTo>
                <a:cubicBezTo>
                  <a:pt x="18938" y="16803"/>
                  <a:pt x="19230" y="16795"/>
                  <a:pt x="19335" y="16739"/>
                </a:cubicBezTo>
                <a:cubicBezTo>
                  <a:pt x="19407" y="16700"/>
                  <a:pt x="19460" y="16697"/>
                  <a:pt x="19644" y="16708"/>
                </a:cubicBezTo>
                <a:cubicBezTo>
                  <a:pt x="19857" y="16721"/>
                  <a:pt x="19861" y="16717"/>
                  <a:pt x="19966" y="16642"/>
                </a:cubicBezTo>
                <a:cubicBezTo>
                  <a:pt x="20025" y="16600"/>
                  <a:pt x="20107" y="16569"/>
                  <a:pt x="20144" y="16569"/>
                </a:cubicBezTo>
                <a:cubicBezTo>
                  <a:pt x="20182" y="16569"/>
                  <a:pt x="20217" y="16558"/>
                  <a:pt x="20227" y="16545"/>
                </a:cubicBezTo>
                <a:cubicBezTo>
                  <a:pt x="20236" y="16531"/>
                  <a:pt x="20279" y="16521"/>
                  <a:pt x="20316" y="16521"/>
                </a:cubicBezTo>
                <a:cubicBezTo>
                  <a:pt x="20399" y="16521"/>
                  <a:pt x="20561" y="16391"/>
                  <a:pt x="20618" y="16284"/>
                </a:cubicBezTo>
                <a:cubicBezTo>
                  <a:pt x="20652" y="16220"/>
                  <a:pt x="20683" y="16203"/>
                  <a:pt x="20782" y="16181"/>
                </a:cubicBezTo>
                <a:cubicBezTo>
                  <a:pt x="20851" y="16166"/>
                  <a:pt x="20938" y="16136"/>
                  <a:pt x="20975" y="16115"/>
                </a:cubicBezTo>
                <a:cubicBezTo>
                  <a:pt x="21053" y="16070"/>
                  <a:pt x="21235" y="15806"/>
                  <a:pt x="21235" y="15739"/>
                </a:cubicBezTo>
                <a:cubicBezTo>
                  <a:pt x="21235" y="15714"/>
                  <a:pt x="21248" y="15687"/>
                  <a:pt x="21263" y="15678"/>
                </a:cubicBezTo>
                <a:cubicBezTo>
                  <a:pt x="21279" y="15670"/>
                  <a:pt x="21290" y="15540"/>
                  <a:pt x="21290" y="15376"/>
                </a:cubicBezTo>
                <a:cubicBezTo>
                  <a:pt x="21290" y="15090"/>
                  <a:pt x="21292" y="15089"/>
                  <a:pt x="21366" y="15054"/>
                </a:cubicBezTo>
                <a:cubicBezTo>
                  <a:pt x="21406" y="15035"/>
                  <a:pt x="21474" y="14979"/>
                  <a:pt x="21517" y="14927"/>
                </a:cubicBezTo>
                <a:cubicBezTo>
                  <a:pt x="21586" y="14843"/>
                  <a:pt x="21592" y="14810"/>
                  <a:pt x="21592" y="14643"/>
                </a:cubicBezTo>
                <a:lnTo>
                  <a:pt x="21592" y="14455"/>
                </a:lnTo>
                <a:lnTo>
                  <a:pt x="21475" y="14358"/>
                </a:lnTo>
                <a:cubicBezTo>
                  <a:pt x="21319" y="14231"/>
                  <a:pt x="21157" y="14207"/>
                  <a:pt x="20837" y="14267"/>
                </a:cubicBezTo>
                <a:cubicBezTo>
                  <a:pt x="20454" y="14339"/>
                  <a:pt x="20284" y="14340"/>
                  <a:pt x="20028" y="14267"/>
                </a:cubicBezTo>
                <a:cubicBezTo>
                  <a:pt x="19818" y="14207"/>
                  <a:pt x="19774" y="14206"/>
                  <a:pt x="19390" y="14212"/>
                </a:cubicBezTo>
                <a:lnTo>
                  <a:pt x="18971" y="14218"/>
                </a:lnTo>
                <a:lnTo>
                  <a:pt x="18910" y="14134"/>
                </a:lnTo>
                <a:cubicBezTo>
                  <a:pt x="18874" y="14088"/>
                  <a:pt x="18818" y="14032"/>
                  <a:pt x="18786" y="14012"/>
                </a:cubicBezTo>
                <a:cubicBezTo>
                  <a:pt x="18754" y="13993"/>
                  <a:pt x="18724" y="13970"/>
                  <a:pt x="18724" y="13958"/>
                </a:cubicBezTo>
                <a:cubicBezTo>
                  <a:pt x="18724" y="13946"/>
                  <a:pt x="18685" y="13893"/>
                  <a:pt x="18635" y="13843"/>
                </a:cubicBezTo>
                <a:cubicBezTo>
                  <a:pt x="18416" y="13621"/>
                  <a:pt x="18268" y="13438"/>
                  <a:pt x="18182" y="13298"/>
                </a:cubicBezTo>
                <a:cubicBezTo>
                  <a:pt x="18131" y="13214"/>
                  <a:pt x="18080" y="13145"/>
                  <a:pt x="18066" y="13140"/>
                </a:cubicBezTo>
                <a:cubicBezTo>
                  <a:pt x="18052" y="13136"/>
                  <a:pt x="18038" y="13119"/>
                  <a:pt x="18038" y="13104"/>
                </a:cubicBezTo>
                <a:cubicBezTo>
                  <a:pt x="18038" y="13088"/>
                  <a:pt x="17936" y="12990"/>
                  <a:pt x="17812" y="12880"/>
                </a:cubicBezTo>
                <a:cubicBezTo>
                  <a:pt x="17562" y="12657"/>
                  <a:pt x="17571" y="12676"/>
                  <a:pt x="17517" y="12201"/>
                </a:cubicBezTo>
                <a:cubicBezTo>
                  <a:pt x="17490" y="11968"/>
                  <a:pt x="17462" y="11876"/>
                  <a:pt x="17373" y="11722"/>
                </a:cubicBezTo>
                <a:cubicBezTo>
                  <a:pt x="17360" y="11699"/>
                  <a:pt x="17345" y="11659"/>
                  <a:pt x="17345" y="11638"/>
                </a:cubicBezTo>
                <a:cubicBezTo>
                  <a:pt x="17345" y="11617"/>
                  <a:pt x="17321" y="11560"/>
                  <a:pt x="17291" y="11504"/>
                </a:cubicBezTo>
                <a:cubicBezTo>
                  <a:pt x="17260" y="11449"/>
                  <a:pt x="17236" y="11389"/>
                  <a:pt x="17236" y="11371"/>
                </a:cubicBezTo>
                <a:cubicBezTo>
                  <a:pt x="17236" y="11353"/>
                  <a:pt x="17223" y="11313"/>
                  <a:pt x="17208" y="11286"/>
                </a:cubicBezTo>
                <a:cubicBezTo>
                  <a:pt x="17193" y="11260"/>
                  <a:pt x="17169" y="11216"/>
                  <a:pt x="17153" y="11189"/>
                </a:cubicBezTo>
                <a:cubicBezTo>
                  <a:pt x="17138" y="11163"/>
                  <a:pt x="17126" y="11123"/>
                  <a:pt x="17126" y="11098"/>
                </a:cubicBezTo>
                <a:cubicBezTo>
                  <a:pt x="17126" y="11074"/>
                  <a:pt x="17118" y="11044"/>
                  <a:pt x="17105" y="11032"/>
                </a:cubicBezTo>
                <a:cubicBezTo>
                  <a:pt x="17093" y="11019"/>
                  <a:pt x="17069" y="10959"/>
                  <a:pt x="17050" y="10898"/>
                </a:cubicBezTo>
                <a:cubicBezTo>
                  <a:pt x="17032" y="10838"/>
                  <a:pt x="17004" y="10757"/>
                  <a:pt x="16989" y="10717"/>
                </a:cubicBezTo>
                <a:cubicBezTo>
                  <a:pt x="16973" y="10677"/>
                  <a:pt x="16922" y="10546"/>
                  <a:pt x="16879" y="10426"/>
                </a:cubicBezTo>
                <a:cubicBezTo>
                  <a:pt x="16767" y="10115"/>
                  <a:pt x="16646" y="9809"/>
                  <a:pt x="16625" y="9790"/>
                </a:cubicBezTo>
                <a:cubicBezTo>
                  <a:pt x="16615" y="9781"/>
                  <a:pt x="16605" y="9754"/>
                  <a:pt x="16605" y="9729"/>
                </a:cubicBezTo>
                <a:cubicBezTo>
                  <a:pt x="16605" y="9686"/>
                  <a:pt x="16590" y="9658"/>
                  <a:pt x="16522" y="9541"/>
                </a:cubicBezTo>
                <a:cubicBezTo>
                  <a:pt x="16505" y="9512"/>
                  <a:pt x="16495" y="9469"/>
                  <a:pt x="16495" y="9445"/>
                </a:cubicBezTo>
                <a:cubicBezTo>
                  <a:pt x="16495" y="9420"/>
                  <a:pt x="16486" y="9391"/>
                  <a:pt x="16474" y="9378"/>
                </a:cubicBezTo>
                <a:cubicBezTo>
                  <a:pt x="16462" y="9365"/>
                  <a:pt x="16432" y="9310"/>
                  <a:pt x="16412" y="9257"/>
                </a:cubicBezTo>
                <a:cubicBezTo>
                  <a:pt x="16376" y="9155"/>
                  <a:pt x="16337" y="9067"/>
                  <a:pt x="16296" y="8996"/>
                </a:cubicBezTo>
                <a:cubicBezTo>
                  <a:pt x="16282" y="8973"/>
                  <a:pt x="16275" y="8937"/>
                  <a:pt x="16275" y="8917"/>
                </a:cubicBezTo>
                <a:cubicBezTo>
                  <a:pt x="16275" y="8898"/>
                  <a:pt x="16250" y="8835"/>
                  <a:pt x="16220" y="8778"/>
                </a:cubicBezTo>
                <a:cubicBezTo>
                  <a:pt x="16191" y="8721"/>
                  <a:pt x="16131" y="8599"/>
                  <a:pt x="16090" y="8505"/>
                </a:cubicBezTo>
                <a:cubicBezTo>
                  <a:pt x="15896" y="8057"/>
                  <a:pt x="15630" y="7566"/>
                  <a:pt x="15555" y="7518"/>
                </a:cubicBezTo>
                <a:cubicBezTo>
                  <a:pt x="15545" y="7511"/>
                  <a:pt x="15519" y="7463"/>
                  <a:pt x="15493" y="7415"/>
                </a:cubicBezTo>
                <a:cubicBezTo>
                  <a:pt x="15358" y="7158"/>
                  <a:pt x="14985" y="6772"/>
                  <a:pt x="14725" y="6615"/>
                </a:cubicBezTo>
                <a:cubicBezTo>
                  <a:pt x="14638" y="6563"/>
                  <a:pt x="14556" y="6518"/>
                  <a:pt x="14540" y="6518"/>
                </a:cubicBezTo>
                <a:cubicBezTo>
                  <a:pt x="14524" y="6518"/>
                  <a:pt x="14505" y="6512"/>
                  <a:pt x="14505" y="6500"/>
                </a:cubicBezTo>
                <a:cubicBezTo>
                  <a:pt x="14505" y="6488"/>
                  <a:pt x="14429" y="6443"/>
                  <a:pt x="14334" y="6403"/>
                </a:cubicBezTo>
                <a:cubicBezTo>
                  <a:pt x="14097" y="6303"/>
                  <a:pt x="13735" y="6154"/>
                  <a:pt x="13668" y="6131"/>
                </a:cubicBezTo>
                <a:cubicBezTo>
                  <a:pt x="13548" y="6088"/>
                  <a:pt x="13411" y="6032"/>
                  <a:pt x="13181" y="5937"/>
                </a:cubicBezTo>
                <a:cubicBezTo>
                  <a:pt x="13049" y="5882"/>
                  <a:pt x="12927" y="5840"/>
                  <a:pt x="12914" y="5840"/>
                </a:cubicBezTo>
                <a:cubicBezTo>
                  <a:pt x="12891" y="5840"/>
                  <a:pt x="12591" y="5718"/>
                  <a:pt x="12379" y="5622"/>
                </a:cubicBezTo>
                <a:cubicBezTo>
                  <a:pt x="12320" y="5595"/>
                  <a:pt x="12246" y="5573"/>
                  <a:pt x="12221" y="5573"/>
                </a:cubicBezTo>
                <a:cubicBezTo>
                  <a:pt x="12195" y="5573"/>
                  <a:pt x="12126" y="5500"/>
                  <a:pt x="12056" y="5410"/>
                </a:cubicBezTo>
                <a:cubicBezTo>
                  <a:pt x="11988" y="5321"/>
                  <a:pt x="11905" y="5227"/>
                  <a:pt x="11871" y="5204"/>
                </a:cubicBezTo>
                <a:cubicBezTo>
                  <a:pt x="11837" y="5180"/>
                  <a:pt x="11803" y="5155"/>
                  <a:pt x="11802" y="5143"/>
                </a:cubicBezTo>
                <a:cubicBezTo>
                  <a:pt x="11802" y="5132"/>
                  <a:pt x="11765" y="5080"/>
                  <a:pt x="11720" y="5034"/>
                </a:cubicBezTo>
                <a:cubicBezTo>
                  <a:pt x="11640" y="4952"/>
                  <a:pt x="11617" y="4850"/>
                  <a:pt x="11665" y="4804"/>
                </a:cubicBezTo>
                <a:cubicBezTo>
                  <a:pt x="11718" y="4753"/>
                  <a:pt x="11864" y="4495"/>
                  <a:pt x="11864" y="4452"/>
                </a:cubicBezTo>
                <a:cubicBezTo>
                  <a:pt x="11864" y="4427"/>
                  <a:pt x="11876" y="4400"/>
                  <a:pt x="11892" y="4392"/>
                </a:cubicBezTo>
                <a:cubicBezTo>
                  <a:pt x="11907" y="4384"/>
                  <a:pt x="11919" y="4358"/>
                  <a:pt x="11919" y="4337"/>
                </a:cubicBezTo>
                <a:cubicBezTo>
                  <a:pt x="11919" y="4316"/>
                  <a:pt x="11968" y="4255"/>
                  <a:pt x="12036" y="4198"/>
                </a:cubicBezTo>
                <a:cubicBezTo>
                  <a:pt x="12103" y="4141"/>
                  <a:pt x="12166" y="4066"/>
                  <a:pt x="12173" y="4034"/>
                </a:cubicBezTo>
                <a:cubicBezTo>
                  <a:pt x="12223" y="3800"/>
                  <a:pt x="12288" y="3589"/>
                  <a:pt x="12324" y="3526"/>
                </a:cubicBezTo>
                <a:cubicBezTo>
                  <a:pt x="12375" y="3435"/>
                  <a:pt x="12415" y="3306"/>
                  <a:pt x="12434" y="3174"/>
                </a:cubicBezTo>
                <a:cubicBezTo>
                  <a:pt x="12441" y="3121"/>
                  <a:pt x="12454" y="3066"/>
                  <a:pt x="12468" y="3053"/>
                </a:cubicBezTo>
                <a:cubicBezTo>
                  <a:pt x="12502" y="3022"/>
                  <a:pt x="12502" y="2829"/>
                  <a:pt x="12468" y="2811"/>
                </a:cubicBezTo>
                <a:cubicBezTo>
                  <a:pt x="12453" y="2802"/>
                  <a:pt x="12440" y="2772"/>
                  <a:pt x="12440" y="2744"/>
                </a:cubicBezTo>
                <a:cubicBezTo>
                  <a:pt x="12440" y="2688"/>
                  <a:pt x="12241" y="2508"/>
                  <a:pt x="12180" y="2508"/>
                </a:cubicBezTo>
                <a:cubicBezTo>
                  <a:pt x="12150" y="2508"/>
                  <a:pt x="12135" y="2449"/>
                  <a:pt x="12125" y="2247"/>
                </a:cubicBezTo>
                <a:cubicBezTo>
                  <a:pt x="12118" y="2103"/>
                  <a:pt x="12100" y="1921"/>
                  <a:pt x="12084" y="1847"/>
                </a:cubicBezTo>
                <a:cubicBezTo>
                  <a:pt x="12067" y="1774"/>
                  <a:pt x="12045" y="1674"/>
                  <a:pt x="12036" y="1623"/>
                </a:cubicBezTo>
                <a:cubicBezTo>
                  <a:pt x="12026" y="1573"/>
                  <a:pt x="12008" y="1528"/>
                  <a:pt x="11994" y="1520"/>
                </a:cubicBezTo>
                <a:cubicBezTo>
                  <a:pt x="11981" y="1513"/>
                  <a:pt x="11974" y="1486"/>
                  <a:pt x="11974" y="1460"/>
                </a:cubicBezTo>
                <a:cubicBezTo>
                  <a:pt x="11974" y="1434"/>
                  <a:pt x="11960" y="1392"/>
                  <a:pt x="11946" y="1369"/>
                </a:cubicBezTo>
                <a:cubicBezTo>
                  <a:pt x="11933" y="1346"/>
                  <a:pt x="11880" y="1250"/>
                  <a:pt x="11830" y="1157"/>
                </a:cubicBezTo>
                <a:cubicBezTo>
                  <a:pt x="11696" y="908"/>
                  <a:pt x="11407" y="608"/>
                  <a:pt x="11171" y="472"/>
                </a:cubicBezTo>
                <a:cubicBezTo>
                  <a:pt x="11019" y="385"/>
                  <a:pt x="10760" y="248"/>
                  <a:pt x="10705" y="230"/>
                </a:cubicBezTo>
                <a:cubicBezTo>
                  <a:pt x="10682" y="222"/>
                  <a:pt x="10621" y="196"/>
                  <a:pt x="10568" y="175"/>
                </a:cubicBezTo>
                <a:cubicBezTo>
                  <a:pt x="10234" y="46"/>
                  <a:pt x="9589" y="-45"/>
                  <a:pt x="9511" y="24"/>
                </a:cubicBezTo>
                <a:close/>
                <a:moveTo>
                  <a:pt x="5621" y="13182"/>
                </a:moveTo>
                <a:cubicBezTo>
                  <a:pt x="5628" y="13199"/>
                  <a:pt x="5599" y="13291"/>
                  <a:pt x="5560" y="13388"/>
                </a:cubicBezTo>
                <a:cubicBezTo>
                  <a:pt x="5503" y="13529"/>
                  <a:pt x="5491" y="13610"/>
                  <a:pt x="5491" y="13782"/>
                </a:cubicBezTo>
                <a:cubicBezTo>
                  <a:pt x="5491" y="14013"/>
                  <a:pt x="5517" y="14080"/>
                  <a:pt x="5669" y="14224"/>
                </a:cubicBezTo>
                <a:cubicBezTo>
                  <a:pt x="5728" y="14280"/>
                  <a:pt x="5738" y="14313"/>
                  <a:pt x="5738" y="14461"/>
                </a:cubicBezTo>
                <a:cubicBezTo>
                  <a:pt x="5738" y="14604"/>
                  <a:pt x="5729" y="14646"/>
                  <a:pt x="5676" y="14697"/>
                </a:cubicBezTo>
                <a:cubicBezTo>
                  <a:pt x="5567" y="14802"/>
                  <a:pt x="5436" y="14971"/>
                  <a:pt x="5436" y="15006"/>
                </a:cubicBezTo>
                <a:cubicBezTo>
                  <a:pt x="5436" y="15067"/>
                  <a:pt x="5361" y="15109"/>
                  <a:pt x="5251" y="15109"/>
                </a:cubicBezTo>
                <a:cubicBezTo>
                  <a:pt x="5135" y="15109"/>
                  <a:pt x="4919" y="15177"/>
                  <a:pt x="4791" y="15260"/>
                </a:cubicBezTo>
                <a:cubicBezTo>
                  <a:pt x="4735" y="15297"/>
                  <a:pt x="4652" y="15320"/>
                  <a:pt x="4489" y="15333"/>
                </a:cubicBezTo>
                <a:cubicBezTo>
                  <a:pt x="4365" y="15343"/>
                  <a:pt x="4195" y="15356"/>
                  <a:pt x="4112" y="15363"/>
                </a:cubicBezTo>
                <a:lnTo>
                  <a:pt x="3961" y="15376"/>
                </a:lnTo>
                <a:lnTo>
                  <a:pt x="4043" y="15333"/>
                </a:lnTo>
                <a:cubicBezTo>
                  <a:pt x="4136" y="15279"/>
                  <a:pt x="4550" y="14920"/>
                  <a:pt x="4771" y="14703"/>
                </a:cubicBezTo>
                <a:cubicBezTo>
                  <a:pt x="4996" y="14481"/>
                  <a:pt x="5108" y="14330"/>
                  <a:pt x="5210" y="14134"/>
                </a:cubicBezTo>
                <a:cubicBezTo>
                  <a:pt x="5261" y="14034"/>
                  <a:pt x="5313" y="13933"/>
                  <a:pt x="5326" y="13909"/>
                </a:cubicBezTo>
                <a:cubicBezTo>
                  <a:pt x="5339" y="13886"/>
                  <a:pt x="5354" y="13845"/>
                  <a:pt x="5354" y="13819"/>
                </a:cubicBezTo>
                <a:cubicBezTo>
                  <a:pt x="5354" y="13792"/>
                  <a:pt x="5366" y="13766"/>
                  <a:pt x="5381" y="13758"/>
                </a:cubicBezTo>
                <a:cubicBezTo>
                  <a:pt x="5396" y="13750"/>
                  <a:pt x="5408" y="13721"/>
                  <a:pt x="5409" y="13691"/>
                </a:cubicBezTo>
                <a:cubicBezTo>
                  <a:pt x="5409" y="13633"/>
                  <a:pt x="5468" y="13464"/>
                  <a:pt x="5498" y="13437"/>
                </a:cubicBezTo>
                <a:cubicBezTo>
                  <a:pt x="5508" y="13428"/>
                  <a:pt x="5518" y="13401"/>
                  <a:pt x="5518" y="13376"/>
                </a:cubicBezTo>
                <a:cubicBezTo>
                  <a:pt x="5518" y="13352"/>
                  <a:pt x="5532" y="13315"/>
                  <a:pt x="5546" y="13292"/>
                </a:cubicBezTo>
                <a:cubicBezTo>
                  <a:pt x="5560" y="13268"/>
                  <a:pt x="5576" y="13227"/>
                  <a:pt x="5587" y="13201"/>
                </a:cubicBezTo>
                <a:cubicBezTo>
                  <a:pt x="5599" y="13169"/>
                  <a:pt x="5613" y="13163"/>
                  <a:pt x="5621" y="13182"/>
                </a:cubicBezTo>
                <a:close/>
                <a:moveTo>
                  <a:pt x="14094" y="14430"/>
                </a:moveTo>
                <a:lnTo>
                  <a:pt x="14341" y="14661"/>
                </a:lnTo>
                <a:cubicBezTo>
                  <a:pt x="14477" y="14787"/>
                  <a:pt x="14594" y="14904"/>
                  <a:pt x="14595" y="14921"/>
                </a:cubicBezTo>
                <a:cubicBezTo>
                  <a:pt x="14595" y="14938"/>
                  <a:pt x="14620" y="14979"/>
                  <a:pt x="14649" y="15012"/>
                </a:cubicBezTo>
                <a:cubicBezTo>
                  <a:pt x="14679" y="15046"/>
                  <a:pt x="14697" y="15086"/>
                  <a:pt x="14697" y="15103"/>
                </a:cubicBezTo>
                <a:cubicBezTo>
                  <a:pt x="14698" y="15120"/>
                  <a:pt x="14695" y="15130"/>
                  <a:pt x="14684" y="15127"/>
                </a:cubicBezTo>
                <a:cubicBezTo>
                  <a:pt x="14672" y="15125"/>
                  <a:pt x="14604" y="15120"/>
                  <a:pt x="14540" y="15115"/>
                </a:cubicBezTo>
                <a:cubicBezTo>
                  <a:pt x="14475" y="15110"/>
                  <a:pt x="14423" y="15096"/>
                  <a:pt x="14423" y="15085"/>
                </a:cubicBezTo>
                <a:cubicBezTo>
                  <a:pt x="14423" y="15074"/>
                  <a:pt x="14349" y="14999"/>
                  <a:pt x="14258" y="14921"/>
                </a:cubicBezTo>
                <a:lnTo>
                  <a:pt x="14094" y="14782"/>
                </a:lnTo>
                <a:lnTo>
                  <a:pt x="14094" y="14606"/>
                </a:lnTo>
                <a:lnTo>
                  <a:pt x="14094" y="1443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6627936653.jpg" id="607" name="Google Shape;607;p34"/>
          <p:cNvPicPr preferRelativeResize="0"/>
          <p:nvPr/>
        </p:nvPicPr>
        <p:blipFill rotWithShape="1">
          <a:blip r:embed="rId4">
            <a:alphaModFix/>
          </a:blip>
          <a:srcRect b="28497" l="26300" r="26296" t="9104"/>
          <a:stretch/>
        </p:blipFill>
        <p:spPr>
          <a:xfrm>
            <a:off x="4088010" y="3340112"/>
            <a:ext cx="967980" cy="853693"/>
          </a:xfrm>
          <a:custGeom>
            <a:rect b="b" l="l" r="r" t="t"/>
            <a:pathLst>
              <a:path extrusionOk="0" h="21461" w="21600">
                <a:moveTo>
                  <a:pt x="10990" y="0"/>
                </a:moveTo>
                <a:cubicBezTo>
                  <a:pt x="10660" y="0"/>
                  <a:pt x="10549" y="114"/>
                  <a:pt x="10291" y="718"/>
                </a:cubicBezTo>
                <a:cubicBezTo>
                  <a:pt x="10164" y="1014"/>
                  <a:pt x="10038" y="1298"/>
                  <a:pt x="10016" y="1347"/>
                </a:cubicBezTo>
                <a:cubicBezTo>
                  <a:pt x="9994" y="1396"/>
                  <a:pt x="9981" y="1481"/>
                  <a:pt x="9981" y="1536"/>
                </a:cubicBezTo>
                <a:cubicBezTo>
                  <a:pt x="9981" y="1591"/>
                  <a:pt x="9962" y="1648"/>
                  <a:pt x="9937" y="1666"/>
                </a:cubicBezTo>
                <a:cubicBezTo>
                  <a:pt x="9911" y="1683"/>
                  <a:pt x="9892" y="1758"/>
                  <a:pt x="9892" y="1825"/>
                </a:cubicBezTo>
                <a:cubicBezTo>
                  <a:pt x="9892" y="1893"/>
                  <a:pt x="9864" y="1958"/>
                  <a:pt x="9839" y="1975"/>
                </a:cubicBezTo>
                <a:cubicBezTo>
                  <a:pt x="9814" y="1993"/>
                  <a:pt x="9795" y="2067"/>
                  <a:pt x="9795" y="2135"/>
                </a:cubicBezTo>
                <a:cubicBezTo>
                  <a:pt x="9795" y="2202"/>
                  <a:pt x="9776" y="2267"/>
                  <a:pt x="9751" y="2284"/>
                </a:cubicBezTo>
                <a:cubicBezTo>
                  <a:pt x="9725" y="2302"/>
                  <a:pt x="9706" y="2397"/>
                  <a:pt x="9706" y="2494"/>
                </a:cubicBezTo>
                <a:cubicBezTo>
                  <a:pt x="9706" y="2591"/>
                  <a:pt x="9687" y="2673"/>
                  <a:pt x="9662" y="2673"/>
                </a:cubicBezTo>
                <a:cubicBezTo>
                  <a:pt x="9637" y="2673"/>
                  <a:pt x="9618" y="2746"/>
                  <a:pt x="9618" y="2843"/>
                </a:cubicBezTo>
                <a:cubicBezTo>
                  <a:pt x="9618" y="2940"/>
                  <a:pt x="9590" y="3035"/>
                  <a:pt x="9565" y="3053"/>
                </a:cubicBezTo>
                <a:cubicBezTo>
                  <a:pt x="9540" y="3070"/>
                  <a:pt x="9520" y="3167"/>
                  <a:pt x="9520" y="3262"/>
                </a:cubicBezTo>
                <a:cubicBezTo>
                  <a:pt x="9520" y="3358"/>
                  <a:pt x="9501" y="3444"/>
                  <a:pt x="9476" y="3462"/>
                </a:cubicBezTo>
                <a:cubicBezTo>
                  <a:pt x="9451" y="3479"/>
                  <a:pt x="9432" y="3576"/>
                  <a:pt x="9432" y="3671"/>
                </a:cubicBezTo>
                <a:cubicBezTo>
                  <a:pt x="9432" y="3767"/>
                  <a:pt x="9413" y="3853"/>
                  <a:pt x="9387" y="3871"/>
                </a:cubicBezTo>
                <a:cubicBezTo>
                  <a:pt x="9362" y="3888"/>
                  <a:pt x="9343" y="4044"/>
                  <a:pt x="9343" y="4210"/>
                </a:cubicBezTo>
                <a:cubicBezTo>
                  <a:pt x="9343" y="4376"/>
                  <a:pt x="9324" y="4522"/>
                  <a:pt x="9299" y="4539"/>
                </a:cubicBezTo>
                <a:cubicBezTo>
                  <a:pt x="9274" y="4557"/>
                  <a:pt x="9246" y="4750"/>
                  <a:pt x="9246" y="4958"/>
                </a:cubicBezTo>
                <a:cubicBezTo>
                  <a:pt x="9246" y="5167"/>
                  <a:pt x="9227" y="5350"/>
                  <a:pt x="9201" y="5367"/>
                </a:cubicBezTo>
                <a:cubicBezTo>
                  <a:pt x="9176" y="5385"/>
                  <a:pt x="9157" y="5636"/>
                  <a:pt x="9157" y="5956"/>
                </a:cubicBezTo>
                <a:cubicBezTo>
                  <a:pt x="9157" y="6523"/>
                  <a:pt x="9136" y="6633"/>
                  <a:pt x="8962" y="6854"/>
                </a:cubicBezTo>
                <a:cubicBezTo>
                  <a:pt x="8895" y="6939"/>
                  <a:pt x="8885" y="7006"/>
                  <a:pt x="8909" y="7213"/>
                </a:cubicBezTo>
                <a:cubicBezTo>
                  <a:pt x="8967" y="7711"/>
                  <a:pt x="8986" y="8993"/>
                  <a:pt x="8936" y="9049"/>
                </a:cubicBezTo>
                <a:cubicBezTo>
                  <a:pt x="8909" y="9079"/>
                  <a:pt x="8883" y="9163"/>
                  <a:pt x="8883" y="9228"/>
                </a:cubicBezTo>
                <a:cubicBezTo>
                  <a:pt x="8883" y="9294"/>
                  <a:pt x="8870" y="9389"/>
                  <a:pt x="8847" y="9438"/>
                </a:cubicBezTo>
                <a:cubicBezTo>
                  <a:pt x="8824" y="9487"/>
                  <a:pt x="8772" y="9613"/>
                  <a:pt x="8732" y="9717"/>
                </a:cubicBezTo>
                <a:cubicBezTo>
                  <a:pt x="8644" y="9947"/>
                  <a:pt x="8572" y="9992"/>
                  <a:pt x="8537" y="9867"/>
                </a:cubicBezTo>
                <a:cubicBezTo>
                  <a:pt x="8523" y="9816"/>
                  <a:pt x="8499" y="9736"/>
                  <a:pt x="8475" y="9687"/>
                </a:cubicBezTo>
                <a:cubicBezTo>
                  <a:pt x="8452" y="9638"/>
                  <a:pt x="8431" y="9555"/>
                  <a:pt x="8431" y="9498"/>
                </a:cubicBezTo>
                <a:cubicBezTo>
                  <a:pt x="8431" y="9441"/>
                  <a:pt x="8412" y="9398"/>
                  <a:pt x="8387" y="9398"/>
                </a:cubicBezTo>
                <a:cubicBezTo>
                  <a:pt x="8358" y="9398"/>
                  <a:pt x="8342" y="9094"/>
                  <a:pt x="8342" y="8600"/>
                </a:cubicBezTo>
                <a:cubicBezTo>
                  <a:pt x="8342" y="8127"/>
                  <a:pt x="8360" y="7791"/>
                  <a:pt x="8387" y="7772"/>
                </a:cubicBezTo>
                <a:cubicBezTo>
                  <a:pt x="8469" y="7714"/>
                  <a:pt x="8440" y="7200"/>
                  <a:pt x="8342" y="7004"/>
                </a:cubicBezTo>
                <a:cubicBezTo>
                  <a:pt x="8270" y="6859"/>
                  <a:pt x="8245" y="6727"/>
                  <a:pt x="8245" y="6365"/>
                </a:cubicBezTo>
                <a:cubicBezTo>
                  <a:pt x="8245" y="6113"/>
                  <a:pt x="8226" y="5894"/>
                  <a:pt x="8201" y="5876"/>
                </a:cubicBezTo>
                <a:cubicBezTo>
                  <a:pt x="8175" y="5858"/>
                  <a:pt x="8156" y="5620"/>
                  <a:pt x="8156" y="5337"/>
                </a:cubicBezTo>
                <a:cubicBezTo>
                  <a:pt x="8156" y="5055"/>
                  <a:pt x="8138" y="4816"/>
                  <a:pt x="8112" y="4799"/>
                </a:cubicBezTo>
                <a:cubicBezTo>
                  <a:pt x="8087" y="4781"/>
                  <a:pt x="8068" y="4643"/>
                  <a:pt x="8068" y="4489"/>
                </a:cubicBezTo>
                <a:cubicBezTo>
                  <a:pt x="8068" y="4336"/>
                  <a:pt x="8049" y="4210"/>
                  <a:pt x="8024" y="4210"/>
                </a:cubicBezTo>
                <a:cubicBezTo>
                  <a:pt x="7999" y="4210"/>
                  <a:pt x="7970" y="4090"/>
                  <a:pt x="7970" y="3951"/>
                </a:cubicBezTo>
                <a:cubicBezTo>
                  <a:pt x="7970" y="3811"/>
                  <a:pt x="7951" y="3689"/>
                  <a:pt x="7926" y="3671"/>
                </a:cubicBezTo>
                <a:cubicBezTo>
                  <a:pt x="7901" y="3654"/>
                  <a:pt x="7882" y="3557"/>
                  <a:pt x="7882" y="3462"/>
                </a:cubicBezTo>
                <a:cubicBezTo>
                  <a:pt x="7882" y="3366"/>
                  <a:pt x="7863" y="3280"/>
                  <a:pt x="7838" y="3262"/>
                </a:cubicBezTo>
                <a:cubicBezTo>
                  <a:pt x="7813" y="3245"/>
                  <a:pt x="7793" y="3148"/>
                  <a:pt x="7793" y="3053"/>
                </a:cubicBezTo>
                <a:cubicBezTo>
                  <a:pt x="7793" y="2957"/>
                  <a:pt x="7774" y="2871"/>
                  <a:pt x="7749" y="2853"/>
                </a:cubicBezTo>
                <a:cubicBezTo>
                  <a:pt x="7724" y="2836"/>
                  <a:pt x="7705" y="2755"/>
                  <a:pt x="7705" y="2673"/>
                </a:cubicBezTo>
                <a:cubicBezTo>
                  <a:pt x="7705" y="2592"/>
                  <a:pt x="7677" y="2511"/>
                  <a:pt x="7652" y="2494"/>
                </a:cubicBezTo>
                <a:cubicBezTo>
                  <a:pt x="7627" y="2476"/>
                  <a:pt x="7607" y="2408"/>
                  <a:pt x="7607" y="2344"/>
                </a:cubicBezTo>
                <a:cubicBezTo>
                  <a:pt x="7607" y="2210"/>
                  <a:pt x="7329" y="1229"/>
                  <a:pt x="7191" y="878"/>
                </a:cubicBezTo>
                <a:cubicBezTo>
                  <a:pt x="7015" y="428"/>
                  <a:pt x="6999" y="396"/>
                  <a:pt x="6828" y="269"/>
                </a:cubicBezTo>
                <a:cubicBezTo>
                  <a:pt x="6688" y="165"/>
                  <a:pt x="6611" y="150"/>
                  <a:pt x="6430" y="169"/>
                </a:cubicBezTo>
                <a:cubicBezTo>
                  <a:pt x="6156" y="199"/>
                  <a:pt x="5880" y="415"/>
                  <a:pt x="5880" y="598"/>
                </a:cubicBezTo>
                <a:cubicBezTo>
                  <a:pt x="5880" y="665"/>
                  <a:pt x="5861" y="718"/>
                  <a:pt x="5836" y="718"/>
                </a:cubicBezTo>
                <a:cubicBezTo>
                  <a:pt x="5811" y="718"/>
                  <a:pt x="5783" y="761"/>
                  <a:pt x="5783" y="818"/>
                </a:cubicBezTo>
                <a:cubicBezTo>
                  <a:pt x="5783" y="874"/>
                  <a:pt x="5764" y="927"/>
                  <a:pt x="5739" y="927"/>
                </a:cubicBezTo>
                <a:cubicBezTo>
                  <a:pt x="5714" y="927"/>
                  <a:pt x="5694" y="970"/>
                  <a:pt x="5694" y="1027"/>
                </a:cubicBezTo>
                <a:cubicBezTo>
                  <a:pt x="5694" y="1084"/>
                  <a:pt x="5681" y="1168"/>
                  <a:pt x="5659" y="1217"/>
                </a:cubicBezTo>
                <a:cubicBezTo>
                  <a:pt x="5637" y="1266"/>
                  <a:pt x="5593" y="1382"/>
                  <a:pt x="5562" y="1466"/>
                </a:cubicBezTo>
                <a:cubicBezTo>
                  <a:pt x="5531" y="1551"/>
                  <a:pt x="5486" y="1657"/>
                  <a:pt x="5464" y="1706"/>
                </a:cubicBezTo>
                <a:cubicBezTo>
                  <a:pt x="5442" y="1755"/>
                  <a:pt x="5420" y="1862"/>
                  <a:pt x="5420" y="1945"/>
                </a:cubicBezTo>
                <a:cubicBezTo>
                  <a:pt x="5420" y="2029"/>
                  <a:pt x="5401" y="2117"/>
                  <a:pt x="5376" y="2135"/>
                </a:cubicBezTo>
                <a:cubicBezTo>
                  <a:pt x="5351" y="2152"/>
                  <a:pt x="5331" y="2233"/>
                  <a:pt x="5331" y="2314"/>
                </a:cubicBezTo>
                <a:cubicBezTo>
                  <a:pt x="5331" y="2396"/>
                  <a:pt x="5312" y="2476"/>
                  <a:pt x="5287" y="2494"/>
                </a:cubicBezTo>
                <a:cubicBezTo>
                  <a:pt x="5262" y="2511"/>
                  <a:pt x="5243" y="2598"/>
                  <a:pt x="5243" y="2693"/>
                </a:cubicBezTo>
                <a:cubicBezTo>
                  <a:pt x="5243" y="2789"/>
                  <a:pt x="5224" y="2886"/>
                  <a:pt x="5199" y="2903"/>
                </a:cubicBezTo>
                <a:cubicBezTo>
                  <a:pt x="5173" y="2920"/>
                  <a:pt x="5145" y="3033"/>
                  <a:pt x="5145" y="3152"/>
                </a:cubicBezTo>
                <a:cubicBezTo>
                  <a:pt x="5145" y="3272"/>
                  <a:pt x="5132" y="3385"/>
                  <a:pt x="5110" y="3412"/>
                </a:cubicBezTo>
                <a:cubicBezTo>
                  <a:pt x="5071" y="3458"/>
                  <a:pt x="5038" y="3656"/>
                  <a:pt x="4986" y="4160"/>
                </a:cubicBezTo>
                <a:cubicBezTo>
                  <a:pt x="4973" y="4287"/>
                  <a:pt x="4947" y="4433"/>
                  <a:pt x="4924" y="4489"/>
                </a:cubicBezTo>
                <a:cubicBezTo>
                  <a:pt x="4871" y="4622"/>
                  <a:pt x="4833" y="5024"/>
                  <a:pt x="4791" y="6006"/>
                </a:cubicBezTo>
                <a:cubicBezTo>
                  <a:pt x="4767" y="6569"/>
                  <a:pt x="4734" y="6871"/>
                  <a:pt x="4676" y="7043"/>
                </a:cubicBezTo>
                <a:cubicBezTo>
                  <a:pt x="4615" y="7226"/>
                  <a:pt x="4601" y="7361"/>
                  <a:pt x="4623" y="7582"/>
                </a:cubicBezTo>
                <a:cubicBezTo>
                  <a:pt x="4639" y="7745"/>
                  <a:pt x="4663" y="8206"/>
                  <a:pt x="4676" y="8610"/>
                </a:cubicBezTo>
                <a:cubicBezTo>
                  <a:pt x="4699" y="9305"/>
                  <a:pt x="4690" y="9365"/>
                  <a:pt x="4579" y="9717"/>
                </a:cubicBezTo>
                <a:lnTo>
                  <a:pt x="4463" y="10096"/>
                </a:lnTo>
                <a:lnTo>
                  <a:pt x="4455" y="12042"/>
                </a:lnTo>
                <a:cubicBezTo>
                  <a:pt x="4450" y="13113"/>
                  <a:pt x="4437" y="13826"/>
                  <a:pt x="4428" y="13628"/>
                </a:cubicBezTo>
                <a:cubicBezTo>
                  <a:pt x="4419" y="13431"/>
                  <a:pt x="4399" y="13246"/>
                  <a:pt x="4375" y="13219"/>
                </a:cubicBezTo>
                <a:cubicBezTo>
                  <a:pt x="4351" y="13192"/>
                  <a:pt x="4331" y="12843"/>
                  <a:pt x="4331" y="12441"/>
                </a:cubicBezTo>
                <a:cubicBezTo>
                  <a:pt x="4331" y="12009"/>
                  <a:pt x="4313" y="11702"/>
                  <a:pt x="4286" y="11683"/>
                </a:cubicBezTo>
                <a:cubicBezTo>
                  <a:pt x="4260" y="11665"/>
                  <a:pt x="4242" y="11398"/>
                  <a:pt x="4242" y="11064"/>
                </a:cubicBezTo>
                <a:cubicBezTo>
                  <a:pt x="4242" y="10730"/>
                  <a:pt x="4215" y="10464"/>
                  <a:pt x="4189" y="10446"/>
                </a:cubicBezTo>
                <a:cubicBezTo>
                  <a:pt x="4164" y="10428"/>
                  <a:pt x="4145" y="10326"/>
                  <a:pt x="4145" y="10216"/>
                </a:cubicBezTo>
                <a:cubicBezTo>
                  <a:pt x="4145" y="10107"/>
                  <a:pt x="4125" y="10004"/>
                  <a:pt x="4100" y="9987"/>
                </a:cubicBezTo>
                <a:cubicBezTo>
                  <a:pt x="4075" y="9969"/>
                  <a:pt x="4057" y="9915"/>
                  <a:pt x="4056" y="9867"/>
                </a:cubicBezTo>
                <a:cubicBezTo>
                  <a:pt x="4056" y="9819"/>
                  <a:pt x="4017" y="9718"/>
                  <a:pt x="3968" y="9647"/>
                </a:cubicBezTo>
                <a:cubicBezTo>
                  <a:pt x="3919" y="9577"/>
                  <a:pt x="3871" y="9460"/>
                  <a:pt x="3870" y="9388"/>
                </a:cubicBezTo>
                <a:cubicBezTo>
                  <a:pt x="3870" y="9316"/>
                  <a:pt x="3857" y="9235"/>
                  <a:pt x="3835" y="9208"/>
                </a:cubicBezTo>
                <a:cubicBezTo>
                  <a:pt x="3812" y="9182"/>
                  <a:pt x="3778" y="8910"/>
                  <a:pt x="3764" y="8600"/>
                </a:cubicBezTo>
                <a:cubicBezTo>
                  <a:pt x="3731" y="7899"/>
                  <a:pt x="3731" y="7988"/>
                  <a:pt x="3764" y="7582"/>
                </a:cubicBezTo>
                <a:cubicBezTo>
                  <a:pt x="3788" y="7275"/>
                  <a:pt x="3782" y="7218"/>
                  <a:pt x="3675" y="7004"/>
                </a:cubicBezTo>
                <a:cubicBezTo>
                  <a:pt x="3576" y="6803"/>
                  <a:pt x="3551" y="6694"/>
                  <a:pt x="3551" y="6365"/>
                </a:cubicBezTo>
                <a:cubicBezTo>
                  <a:pt x="3551" y="6148"/>
                  <a:pt x="3538" y="5953"/>
                  <a:pt x="3516" y="5926"/>
                </a:cubicBezTo>
                <a:cubicBezTo>
                  <a:pt x="3493" y="5899"/>
                  <a:pt x="3459" y="5774"/>
                  <a:pt x="3445" y="5647"/>
                </a:cubicBezTo>
                <a:cubicBezTo>
                  <a:pt x="3400" y="5239"/>
                  <a:pt x="3331" y="4806"/>
                  <a:pt x="3277" y="4569"/>
                </a:cubicBezTo>
                <a:cubicBezTo>
                  <a:pt x="3248" y="4442"/>
                  <a:pt x="3219" y="4243"/>
                  <a:pt x="3206" y="4130"/>
                </a:cubicBezTo>
                <a:cubicBezTo>
                  <a:pt x="3193" y="4017"/>
                  <a:pt x="3158" y="3908"/>
                  <a:pt x="3135" y="3881"/>
                </a:cubicBezTo>
                <a:cubicBezTo>
                  <a:pt x="3113" y="3854"/>
                  <a:pt x="3100" y="3774"/>
                  <a:pt x="3100" y="3711"/>
                </a:cubicBezTo>
                <a:cubicBezTo>
                  <a:pt x="3100" y="3648"/>
                  <a:pt x="3080" y="3589"/>
                  <a:pt x="3055" y="3571"/>
                </a:cubicBezTo>
                <a:cubicBezTo>
                  <a:pt x="3030" y="3554"/>
                  <a:pt x="3011" y="3457"/>
                  <a:pt x="3011" y="3362"/>
                </a:cubicBezTo>
                <a:cubicBezTo>
                  <a:pt x="3011" y="3266"/>
                  <a:pt x="2983" y="3170"/>
                  <a:pt x="2958" y="3152"/>
                </a:cubicBezTo>
                <a:cubicBezTo>
                  <a:pt x="2933" y="3135"/>
                  <a:pt x="2914" y="3072"/>
                  <a:pt x="2914" y="3003"/>
                </a:cubicBezTo>
                <a:cubicBezTo>
                  <a:pt x="2914" y="2934"/>
                  <a:pt x="2894" y="2873"/>
                  <a:pt x="2869" y="2873"/>
                </a:cubicBezTo>
                <a:cubicBezTo>
                  <a:pt x="2844" y="2873"/>
                  <a:pt x="2825" y="2822"/>
                  <a:pt x="2825" y="2753"/>
                </a:cubicBezTo>
                <a:cubicBezTo>
                  <a:pt x="2825" y="2684"/>
                  <a:pt x="2806" y="2611"/>
                  <a:pt x="2781" y="2594"/>
                </a:cubicBezTo>
                <a:cubicBezTo>
                  <a:pt x="2756" y="2576"/>
                  <a:pt x="2737" y="2501"/>
                  <a:pt x="2737" y="2434"/>
                </a:cubicBezTo>
                <a:cubicBezTo>
                  <a:pt x="2737" y="2367"/>
                  <a:pt x="2717" y="2302"/>
                  <a:pt x="2692" y="2284"/>
                </a:cubicBezTo>
                <a:cubicBezTo>
                  <a:pt x="2667" y="2267"/>
                  <a:pt x="2639" y="2214"/>
                  <a:pt x="2639" y="2165"/>
                </a:cubicBezTo>
                <a:cubicBezTo>
                  <a:pt x="2639" y="2052"/>
                  <a:pt x="2543" y="1796"/>
                  <a:pt x="2497" y="1795"/>
                </a:cubicBezTo>
                <a:cubicBezTo>
                  <a:pt x="2479" y="1795"/>
                  <a:pt x="2462" y="1752"/>
                  <a:pt x="2462" y="1696"/>
                </a:cubicBezTo>
                <a:cubicBezTo>
                  <a:pt x="2462" y="1639"/>
                  <a:pt x="2443" y="1596"/>
                  <a:pt x="2418" y="1596"/>
                </a:cubicBezTo>
                <a:cubicBezTo>
                  <a:pt x="2393" y="1596"/>
                  <a:pt x="2373" y="1543"/>
                  <a:pt x="2373" y="1486"/>
                </a:cubicBezTo>
                <a:cubicBezTo>
                  <a:pt x="2373" y="1430"/>
                  <a:pt x="2345" y="1386"/>
                  <a:pt x="2320" y="1386"/>
                </a:cubicBezTo>
                <a:cubicBezTo>
                  <a:pt x="2295" y="1386"/>
                  <a:pt x="2276" y="1340"/>
                  <a:pt x="2276" y="1287"/>
                </a:cubicBezTo>
                <a:cubicBezTo>
                  <a:pt x="2276" y="1163"/>
                  <a:pt x="2026" y="627"/>
                  <a:pt x="1895" y="469"/>
                </a:cubicBezTo>
                <a:cubicBezTo>
                  <a:pt x="1682" y="210"/>
                  <a:pt x="1393" y="137"/>
                  <a:pt x="1151" y="279"/>
                </a:cubicBezTo>
                <a:cubicBezTo>
                  <a:pt x="902" y="425"/>
                  <a:pt x="782" y="666"/>
                  <a:pt x="593" y="1436"/>
                </a:cubicBezTo>
                <a:cubicBezTo>
                  <a:pt x="562" y="1563"/>
                  <a:pt x="519" y="1707"/>
                  <a:pt x="496" y="1756"/>
                </a:cubicBezTo>
                <a:cubicBezTo>
                  <a:pt x="473" y="1805"/>
                  <a:pt x="452" y="1912"/>
                  <a:pt x="452" y="1995"/>
                </a:cubicBezTo>
                <a:cubicBezTo>
                  <a:pt x="452" y="2078"/>
                  <a:pt x="432" y="2167"/>
                  <a:pt x="407" y="2185"/>
                </a:cubicBezTo>
                <a:cubicBezTo>
                  <a:pt x="382" y="2202"/>
                  <a:pt x="363" y="2289"/>
                  <a:pt x="363" y="2384"/>
                </a:cubicBezTo>
                <a:cubicBezTo>
                  <a:pt x="363" y="2480"/>
                  <a:pt x="344" y="2576"/>
                  <a:pt x="319" y="2594"/>
                </a:cubicBezTo>
                <a:cubicBezTo>
                  <a:pt x="294" y="2611"/>
                  <a:pt x="275" y="2735"/>
                  <a:pt x="275" y="2873"/>
                </a:cubicBezTo>
                <a:cubicBezTo>
                  <a:pt x="275" y="3011"/>
                  <a:pt x="255" y="3135"/>
                  <a:pt x="230" y="3152"/>
                </a:cubicBezTo>
                <a:cubicBezTo>
                  <a:pt x="205" y="3170"/>
                  <a:pt x="186" y="3288"/>
                  <a:pt x="186" y="3412"/>
                </a:cubicBezTo>
                <a:cubicBezTo>
                  <a:pt x="186" y="3536"/>
                  <a:pt x="158" y="3654"/>
                  <a:pt x="133" y="3671"/>
                </a:cubicBezTo>
                <a:cubicBezTo>
                  <a:pt x="108" y="3689"/>
                  <a:pt x="89" y="3908"/>
                  <a:pt x="89" y="4160"/>
                </a:cubicBezTo>
                <a:cubicBezTo>
                  <a:pt x="89" y="4432"/>
                  <a:pt x="71" y="4619"/>
                  <a:pt x="44" y="4619"/>
                </a:cubicBezTo>
                <a:cubicBezTo>
                  <a:pt x="16" y="4619"/>
                  <a:pt x="0" y="4983"/>
                  <a:pt x="0" y="5597"/>
                </a:cubicBezTo>
                <a:cubicBezTo>
                  <a:pt x="0" y="6190"/>
                  <a:pt x="16" y="6575"/>
                  <a:pt x="44" y="6594"/>
                </a:cubicBezTo>
                <a:cubicBezTo>
                  <a:pt x="69" y="6612"/>
                  <a:pt x="89" y="6707"/>
                  <a:pt x="89" y="6804"/>
                </a:cubicBezTo>
                <a:cubicBezTo>
                  <a:pt x="89" y="6901"/>
                  <a:pt x="69" y="6984"/>
                  <a:pt x="44" y="6984"/>
                </a:cubicBezTo>
                <a:cubicBezTo>
                  <a:pt x="17" y="6984"/>
                  <a:pt x="0" y="7189"/>
                  <a:pt x="0" y="7512"/>
                </a:cubicBezTo>
                <a:cubicBezTo>
                  <a:pt x="0" y="7814"/>
                  <a:pt x="19" y="8063"/>
                  <a:pt x="44" y="8081"/>
                </a:cubicBezTo>
                <a:cubicBezTo>
                  <a:pt x="70" y="8099"/>
                  <a:pt x="89" y="8345"/>
                  <a:pt x="89" y="8630"/>
                </a:cubicBezTo>
                <a:cubicBezTo>
                  <a:pt x="89" y="8936"/>
                  <a:pt x="106" y="9139"/>
                  <a:pt x="133" y="9139"/>
                </a:cubicBezTo>
                <a:cubicBezTo>
                  <a:pt x="158" y="9139"/>
                  <a:pt x="186" y="9221"/>
                  <a:pt x="186" y="9318"/>
                </a:cubicBezTo>
                <a:cubicBezTo>
                  <a:pt x="186" y="9415"/>
                  <a:pt x="158" y="9500"/>
                  <a:pt x="133" y="9518"/>
                </a:cubicBezTo>
                <a:cubicBezTo>
                  <a:pt x="108" y="9535"/>
                  <a:pt x="89" y="9632"/>
                  <a:pt x="89" y="9727"/>
                </a:cubicBezTo>
                <a:cubicBezTo>
                  <a:pt x="89" y="9823"/>
                  <a:pt x="69" y="9919"/>
                  <a:pt x="44" y="9937"/>
                </a:cubicBezTo>
                <a:cubicBezTo>
                  <a:pt x="17" y="9956"/>
                  <a:pt x="0" y="10331"/>
                  <a:pt x="0" y="10905"/>
                </a:cubicBezTo>
                <a:cubicBezTo>
                  <a:pt x="0" y="11478"/>
                  <a:pt x="17" y="11863"/>
                  <a:pt x="44" y="11882"/>
                </a:cubicBezTo>
                <a:cubicBezTo>
                  <a:pt x="70" y="11900"/>
                  <a:pt x="89" y="12138"/>
                  <a:pt x="89" y="12421"/>
                </a:cubicBezTo>
                <a:cubicBezTo>
                  <a:pt x="89" y="12704"/>
                  <a:pt x="107" y="12942"/>
                  <a:pt x="133" y="12960"/>
                </a:cubicBezTo>
                <a:cubicBezTo>
                  <a:pt x="159" y="12978"/>
                  <a:pt x="186" y="13260"/>
                  <a:pt x="186" y="13628"/>
                </a:cubicBezTo>
                <a:cubicBezTo>
                  <a:pt x="186" y="13997"/>
                  <a:pt x="204" y="14278"/>
                  <a:pt x="230" y="14297"/>
                </a:cubicBezTo>
                <a:cubicBezTo>
                  <a:pt x="256" y="14315"/>
                  <a:pt x="275" y="14579"/>
                  <a:pt x="275" y="14915"/>
                </a:cubicBezTo>
                <a:cubicBezTo>
                  <a:pt x="275" y="15273"/>
                  <a:pt x="291" y="15504"/>
                  <a:pt x="319" y="15504"/>
                </a:cubicBezTo>
                <a:cubicBezTo>
                  <a:pt x="347" y="15504"/>
                  <a:pt x="363" y="15754"/>
                  <a:pt x="363" y="16162"/>
                </a:cubicBezTo>
                <a:cubicBezTo>
                  <a:pt x="363" y="16550"/>
                  <a:pt x="381" y="16842"/>
                  <a:pt x="407" y="16861"/>
                </a:cubicBezTo>
                <a:cubicBezTo>
                  <a:pt x="434" y="16879"/>
                  <a:pt x="452" y="17158"/>
                  <a:pt x="452" y="17509"/>
                </a:cubicBezTo>
                <a:cubicBezTo>
                  <a:pt x="452" y="17861"/>
                  <a:pt x="479" y="18130"/>
                  <a:pt x="505" y="18148"/>
                </a:cubicBezTo>
                <a:cubicBezTo>
                  <a:pt x="531" y="18166"/>
                  <a:pt x="549" y="18420"/>
                  <a:pt x="549" y="18737"/>
                </a:cubicBezTo>
                <a:cubicBezTo>
                  <a:pt x="549" y="19071"/>
                  <a:pt x="565" y="19305"/>
                  <a:pt x="593" y="19325"/>
                </a:cubicBezTo>
                <a:cubicBezTo>
                  <a:pt x="626" y="19348"/>
                  <a:pt x="622" y="19385"/>
                  <a:pt x="585" y="19435"/>
                </a:cubicBezTo>
                <a:cubicBezTo>
                  <a:pt x="491" y="19562"/>
                  <a:pt x="708" y="20219"/>
                  <a:pt x="983" y="20642"/>
                </a:cubicBezTo>
                <a:cubicBezTo>
                  <a:pt x="1294" y="21121"/>
                  <a:pt x="1886" y="21411"/>
                  <a:pt x="2568" y="21410"/>
                </a:cubicBezTo>
                <a:cubicBezTo>
                  <a:pt x="3403" y="21410"/>
                  <a:pt x="3954" y="21192"/>
                  <a:pt x="4375" y="20712"/>
                </a:cubicBezTo>
                <a:lnTo>
                  <a:pt x="4605" y="20443"/>
                </a:lnTo>
                <a:lnTo>
                  <a:pt x="4871" y="20732"/>
                </a:lnTo>
                <a:cubicBezTo>
                  <a:pt x="5163" y="21061"/>
                  <a:pt x="5633" y="21350"/>
                  <a:pt x="5996" y="21410"/>
                </a:cubicBezTo>
                <a:cubicBezTo>
                  <a:pt x="6624" y="21516"/>
                  <a:pt x="7207" y="21455"/>
                  <a:pt x="7696" y="21231"/>
                </a:cubicBezTo>
                <a:cubicBezTo>
                  <a:pt x="7997" y="21093"/>
                  <a:pt x="8396" y="20733"/>
                  <a:pt x="8511" y="20503"/>
                </a:cubicBezTo>
                <a:cubicBezTo>
                  <a:pt x="8549" y="20425"/>
                  <a:pt x="8569" y="20425"/>
                  <a:pt x="8679" y="20572"/>
                </a:cubicBezTo>
                <a:cubicBezTo>
                  <a:pt x="8854" y="20806"/>
                  <a:pt x="9269" y="21104"/>
                  <a:pt x="9618" y="21251"/>
                </a:cubicBezTo>
                <a:cubicBezTo>
                  <a:pt x="9874" y="21359"/>
                  <a:pt x="9983" y="21382"/>
                  <a:pt x="10477" y="21381"/>
                </a:cubicBezTo>
                <a:cubicBezTo>
                  <a:pt x="11071" y="21379"/>
                  <a:pt x="11389" y="21310"/>
                  <a:pt x="11779" y="21091"/>
                </a:cubicBezTo>
                <a:cubicBezTo>
                  <a:pt x="11990" y="20972"/>
                  <a:pt x="12443" y="20497"/>
                  <a:pt x="12443" y="20393"/>
                </a:cubicBezTo>
                <a:cubicBezTo>
                  <a:pt x="12443" y="20353"/>
                  <a:pt x="12535" y="20413"/>
                  <a:pt x="12655" y="20532"/>
                </a:cubicBezTo>
                <a:cubicBezTo>
                  <a:pt x="12896" y="20771"/>
                  <a:pt x="13407" y="21061"/>
                  <a:pt x="13718" y="21141"/>
                </a:cubicBezTo>
                <a:cubicBezTo>
                  <a:pt x="13831" y="21170"/>
                  <a:pt x="14158" y="21200"/>
                  <a:pt x="14453" y="21201"/>
                </a:cubicBezTo>
                <a:cubicBezTo>
                  <a:pt x="15023" y="21202"/>
                  <a:pt x="15374" y="21115"/>
                  <a:pt x="15720" y="20882"/>
                </a:cubicBezTo>
                <a:cubicBezTo>
                  <a:pt x="15866" y="20782"/>
                  <a:pt x="15927" y="20712"/>
                  <a:pt x="16136" y="20413"/>
                </a:cubicBezTo>
                <a:cubicBezTo>
                  <a:pt x="16209" y="20307"/>
                  <a:pt x="16210" y="20311"/>
                  <a:pt x="16463" y="20572"/>
                </a:cubicBezTo>
                <a:cubicBezTo>
                  <a:pt x="17094" y="21221"/>
                  <a:pt x="18237" y="21509"/>
                  <a:pt x="19049" y="21231"/>
                </a:cubicBezTo>
                <a:cubicBezTo>
                  <a:pt x="19241" y="21165"/>
                  <a:pt x="19710" y="20859"/>
                  <a:pt x="19855" y="20702"/>
                </a:cubicBezTo>
                <a:cubicBezTo>
                  <a:pt x="19954" y="20595"/>
                  <a:pt x="20183" y="20063"/>
                  <a:pt x="20183" y="19944"/>
                </a:cubicBezTo>
                <a:cubicBezTo>
                  <a:pt x="20183" y="19882"/>
                  <a:pt x="20204" y="19811"/>
                  <a:pt x="20227" y="19784"/>
                </a:cubicBezTo>
                <a:cubicBezTo>
                  <a:pt x="20250" y="19757"/>
                  <a:pt x="20284" y="19573"/>
                  <a:pt x="20298" y="19375"/>
                </a:cubicBezTo>
                <a:cubicBezTo>
                  <a:pt x="20358" y="18524"/>
                  <a:pt x="20374" y="18345"/>
                  <a:pt x="20413" y="18248"/>
                </a:cubicBezTo>
                <a:cubicBezTo>
                  <a:pt x="20436" y="18191"/>
                  <a:pt x="20462" y="18008"/>
                  <a:pt x="20475" y="17839"/>
                </a:cubicBezTo>
                <a:cubicBezTo>
                  <a:pt x="20506" y="17429"/>
                  <a:pt x="20585" y="16784"/>
                  <a:pt x="20644" y="16372"/>
                </a:cubicBezTo>
                <a:cubicBezTo>
                  <a:pt x="20699" y="15986"/>
                  <a:pt x="20826" y="14747"/>
                  <a:pt x="20856" y="14297"/>
                </a:cubicBezTo>
                <a:cubicBezTo>
                  <a:pt x="20867" y="14127"/>
                  <a:pt x="20895" y="13944"/>
                  <a:pt x="20918" y="13888"/>
                </a:cubicBezTo>
                <a:cubicBezTo>
                  <a:pt x="20941" y="13831"/>
                  <a:pt x="20966" y="13648"/>
                  <a:pt x="20980" y="13479"/>
                </a:cubicBezTo>
                <a:cubicBezTo>
                  <a:pt x="20994" y="13309"/>
                  <a:pt x="21019" y="13029"/>
                  <a:pt x="21033" y="12860"/>
                </a:cubicBezTo>
                <a:cubicBezTo>
                  <a:pt x="21047" y="12691"/>
                  <a:pt x="21081" y="12528"/>
                  <a:pt x="21104" y="12501"/>
                </a:cubicBezTo>
                <a:cubicBezTo>
                  <a:pt x="21127" y="12474"/>
                  <a:pt x="21139" y="12308"/>
                  <a:pt x="21139" y="12132"/>
                </a:cubicBezTo>
                <a:cubicBezTo>
                  <a:pt x="21139" y="11956"/>
                  <a:pt x="21168" y="11800"/>
                  <a:pt x="21193" y="11783"/>
                </a:cubicBezTo>
                <a:cubicBezTo>
                  <a:pt x="21218" y="11765"/>
                  <a:pt x="21237" y="11588"/>
                  <a:pt x="21237" y="11393"/>
                </a:cubicBezTo>
                <a:cubicBezTo>
                  <a:pt x="21237" y="11199"/>
                  <a:pt x="21256" y="11032"/>
                  <a:pt x="21281" y="11014"/>
                </a:cubicBezTo>
                <a:cubicBezTo>
                  <a:pt x="21307" y="10996"/>
                  <a:pt x="21325" y="10730"/>
                  <a:pt x="21325" y="10396"/>
                </a:cubicBezTo>
                <a:cubicBezTo>
                  <a:pt x="21325" y="10062"/>
                  <a:pt x="21307" y="9795"/>
                  <a:pt x="21281" y="9777"/>
                </a:cubicBezTo>
                <a:cubicBezTo>
                  <a:pt x="21256" y="9760"/>
                  <a:pt x="21237" y="9557"/>
                  <a:pt x="21237" y="9318"/>
                </a:cubicBezTo>
                <a:cubicBezTo>
                  <a:pt x="21237" y="9064"/>
                  <a:pt x="21254" y="8879"/>
                  <a:pt x="21281" y="8879"/>
                </a:cubicBezTo>
                <a:cubicBezTo>
                  <a:pt x="21307" y="8879"/>
                  <a:pt x="21325" y="8736"/>
                  <a:pt x="21325" y="8550"/>
                </a:cubicBezTo>
                <a:cubicBezTo>
                  <a:pt x="21325" y="8368"/>
                  <a:pt x="21345" y="8208"/>
                  <a:pt x="21370" y="8191"/>
                </a:cubicBezTo>
                <a:cubicBezTo>
                  <a:pt x="21395" y="8173"/>
                  <a:pt x="21414" y="8071"/>
                  <a:pt x="21414" y="7961"/>
                </a:cubicBezTo>
                <a:cubicBezTo>
                  <a:pt x="21414" y="7852"/>
                  <a:pt x="21433" y="7739"/>
                  <a:pt x="21458" y="7722"/>
                </a:cubicBezTo>
                <a:cubicBezTo>
                  <a:pt x="21483" y="7704"/>
                  <a:pt x="21511" y="7545"/>
                  <a:pt x="21511" y="7363"/>
                </a:cubicBezTo>
                <a:cubicBezTo>
                  <a:pt x="21511" y="7177"/>
                  <a:pt x="21484" y="7033"/>
                  <a:pt x="21458" y="7033"/>
                </a:cubicBezTo>
                <a:cubicBezTo>
                  <a:pt x="21433" y="7033"/>
                  <a:pt x="21414" y="6951"/>
                  <a:pt x="21414" y="6854"/>
                </a:cubicBezTo>
                <a:cubicBezTo>
                  <a:pt x="21414" y="6757"/>
                  <a:pt x="21433" y="6662"/>
                  <a:pt x="21458" y="6644"/>
                </a:cubicBezTo>
                <a:cubicBezTo>
                  <a:pt x="21484" y="6626"/>
                  <a:pt x="21511" y="6375"/>
                  <a:pt x="21511" y="6056"/>
                </a:cubicBezTo>
                <a:cubicBezTo>
                  <a:pt x="21511" y="5716"/>
                  <a:pt x="21528" y="5497"/>
                  <a:pt x="21556" y="5497"/>
                </a:cubicBezTo>
                <a:cubicBezTo>
                  <a:pt x="21584" y="5497"/>
                  <a:pt x="21600" y="5209"/>
                  <a:pt x="21600" y="4749"/>
                </a:cubicBezTo>
                <a:cubicBezTo>
                  <a:pt x="21600" y="4310"/>
                  <a:pt x="21583" y="3999"/>
                  <a:pt x="21556" y="3980"/>
                </a:cubicBezTo>
                <a:cubicBezTo>
                  <a:pt x="21531" y="3963"/>
                  <a:pt x="21511" y="3744"/>
                  <a:pt x="21511" y="3492"/>
                </a:cubicBezTo>
                <a:cubicBezTo>
                  <a:pt x="21511" y="3220"/>
                  <a:pt x="21485" y="3033"/>
                  <a:pt x="21458" y="3033"/>
                </a:cubicBezTo>
                <a:cubicBezTo>
                  <a:pt x="21433" y="3033"/>
                  <a:pt x="21414" y="2880"/>
                  <a:pt x="21414" y="2693"/>
                </a:cubicBezTo>
                <a:cubicBezTo>
                  <a:pt x="21414" y="2512"/>
                  <a:pt x="21395" y="2352"/>
                  <a:pt x="21370" y="2334"/>
                </a:cubicBezTo>
                <a:cubicBezTo>
                  <a:pt x="21345" y="2317"/>
                  <a:pt x="21325" y="2177"/>
                  <a:pt x="21325" y="2025"/>
                </a:cubicBezTo>
                <a:cubicBezTo>
                  <a:pt x="21325" y="1873"/>
                  <a:pt x="21306" y="1733"/>
                  <a:pt x="21281" y="1716"/>
                </a:cubicBezTo>
                <a:cubicBezTo>
                  <a:pt x="21256" y="1698"/>
                  <a:pt x="21237" y="1612"/>
                  <a:pt x="21237" y="1516"/>
                </a:cubicBezTo>
                <a:cubicBezTo>
                  <a:pt x="21237" y="1421"/>
                  <a:pt x="21218" y="1324"/>
                  <a:pt x="21193" y="1307"/>
                </a:cubicBezTo>
                <a:cubicBezTo>
                  <a:pt x="21168" y="1289"/>
                  <a:pt x="21139" y="1187"/>
                  <a:pt x="21139" y="1077"/>
                </a:cubicBezTo>
                <a:cubicBezTo>
                  <a:pt x="21139" y="968"/>
                  <a:pt x="21120" y="865"/>
                  <a:pt x="21095" y="848"/>
                </a:cubicBezTo>
                <a:cubicBezTo>
                  <a:pt x="21070" y="830"/>
                  <a:pt x="21051" y="763"/>
                  <a:pt x="21051" y="698"/>
                </a:cubicBezTo>
                <a:cubicBezTo>
                  <a:pt x="21051" y="492"/>
                  <a:pt x="20915" y="255"/>
                  <a:pt x="20732" y="149"/>
                </a:cubicBezTo>
                <a:cubicBezTo>
                  <a:pt x="20326" y="-84"/>
                  <a:pt x="19986" y="87"/>
                  <a:pt x="19723" y="658"/>
                </a:cubicBezTo>
                <a:cubicBezTo>
                  <a:pt x="19627" y="866"/>
                  <a:pt x="19525" y="1081"/>
                  <a:pt x="19492" y="1127"/>
                </a:cubicBezTo>
                <a:cubicBezTo>
                  <a:pt x="19394" y="1266"/>
                  <a:pt x="19324" y="1434"/>
                  <a:pt x="19324" y="1516"/>
                </a:cubicBezTo>
                <a:cubicBezTo>
                  <a:pt x="19324" y="1559"/>
                  <a:pt x="19296" y="1596"/>
                  <a:pt x="19271" y="1596"/>
                </a:cubicBezTo>
                <a:cubicBezTo>
                  <a:pt x="19246" y="1596"/>
                  <a:pt x="19227" y="1639"/>
                  <a:pt x="19227" y="1696"/>
                </a:cubicBezTo>
                <a:cubicBezTo>
                  <a:pt x="19227" y="1752"/>
                  <a:pt x="19210" y="1795"/>
                  <a:pt x="19191" y="1795"/>
                </a:cubicBezTo>
                <a:cubicBezTo>
                  <a:pt x="19153" y="1796"/>
                  <a:pt x="19049" y="2048"/>
                  <a:pt x="19049" y="2135"/>
                </a:cubicBezTo>
                <a:cubicBezTo>
                  <a:pt x="19049" y="2221"/>
                  <a:pt x="18938" y="2464"/>
                  <a:pt x="18899" y="2464"/>
                </a:cubicBezTo>
                <a:cubicBezTo>
                  <a:pt x="18880" y="2464"/>
                  <a:pt x="18863" y="2525"/>
                  <a:pt x="18863" y="2594"/>
                </a:cubicBezTo>
                <a:cubicBezTo>
                  <a:pt x="18863" y="2663"/>
                  <a:pt x="18844" y="2726"/>
                  <a:pt x="18819" y="2743"/>
                </a:cubicBezTo>
                <a:cubicBezTo>
                  <a:pt x="18794" y="2761"/>
                  <a:pt x="18775" y="2836"/>
                  <a:pt x="18775" y="2903"/>
                </a:cubicBezTo>
                <a:cubicBezTo>
                  <a:pt x="18775" y="2970"/>
                  <a:pt x="18756" y="3035"/>
                  <a:pt x="18731" y="3053"/>
                </a:cubicBezTo>
                <a:cubicBezTo>
                  <a:pt x="18706" y="3070"/>
                  <a:pt x="18686" y="3128"/>
                  <a:pt x="18686" y="3182"/>
                </a:cubicBezTo>
                <a:cubicBezTo>
                  <a:pt x="18686" y="3237"/>
                  <a:pt x="18658" y="3282"/>
                  <a:pt x="18633" y="3282"/>
                </a:cubicBezTo>
                <a:cubicBezTo>
                  <a:pt x="18608" y="3282"/>
                  <a:pt x="18589" y="3349"/>
                  <a:pt x="18589" y="3432"/>
                </a:cubicBezTo>
                <a:cubicBezTo>
                  <a:pt x="18589" y="3515"/>
                  <a:pt x="18570" y="3604"/>
                  <a:pt x="18545" y="3621"/>
                </a:cubicBezTo>
                <a:cubicBezTo>
                  <a:pt x="18520" y="3639"/>
                  <a:pt x="18500" y="3704"/>
                  <a:pt x="18500" y="3771"/>
                </a:cubicBezTo>
                <a:cubicBezTo>
                  <a:pt x="18500" y="3838"/>
                  <a:pt x="18481" y="3913"/>
                  <a:pt x="18456" y="3931"/>
                </a:cubicBezTo>
                <a:cubicBezTo>
                  <a:pt x="18431" y="3948"/>
                  <a:pt x="18412" y="4029"/>
                  <a:pt x="18412" y="4110"/>
                </a:cubicBezTo>
                <a:cubicBezTo>
                  <a:pt x="18412" y="4192"/>
                  <a:pt x="18393" y="4272"/>
                  <a:pt x="18368" y="4290"/>
                </a:cubicBezTo>
                <a:cubicBezTo>
                  <a:pt x="18342" y="4307"/>
                  <a:pt x="18314" y="4372"/>
                  <a:pt x="18314" y="4439"/>
                </a:cubicBezTo>
                <a:cubicBezTo>
                  <a:pt x="18314" y="4507"/>
                  <a:pt x="18295" y="4572"/>
                  <a:pt x="18270" y="4589"/>
                </a:cubicBezTo>
                <a:cubicBezTo>
                  <a:pt x="18245" y="4607"/>
                  <a:pt x="18226" y="4750"/>
                  <a:pt x="18226" y="4898"/>
                </a:cubicBezTo>
                <a:cubicBezTo>
                  <a:pt x="18226" y="5046"/>
                  <a:pt x="18204" y="5181"/>
                  <a:pt x="18182" y="5208"/>
                </a:cubicBezTo>
                <a:cubicBezTo>
                  <a:pt x="18159" y="5234"/>
                  <a:pt x="18134" y="5392"/>
                  <a:pt x="18120" y="5547"/>
                </a:cubicBezTo>
                <a:cubicBezTo>
                  <a:pt x="18052" y="6286"/>
                  <a:pt x="18028" y="6393"/>
                  <a:pt x="17925" y="6565"/>
                </a:cubicBezTo>
                <a:cubicBezTo>
                  <a:pt x="17832" y="6719"/>
                  <a:pt x="17818" y="6813"/>
                  <a:pt x="17818" y="7173"/>
                </a:cubicBezTo>
                <a:cubicBezTo>
                  <a:pt x="17818" y="7405"/>
                  <a:pt x="17799" y="7605"/>
                  <a:pt x="17774" y="7622"/>
                </a:cubicBezTo>
                <a:cubicBezTo>
                  <a:pt x="17749" y="7640"/>
                  <a:pt x="17721" y="7844"/>
                  <a:pt x="17721" y="8081"/>
                </a:cubicBezTo>
                <a:cubicBezTo>
                  <a:pt x="17721" y="8318"/>
                  <a:pt x="17702" y="8533"/>
                  <a:pt x="17677" y="8550"/>
                </a:cubicBezTo>
                <a:cubicBezTo>
                  <a:pt x="17652" y="8567"/>
                  <a:pt x="17633" y="8665"/>
                  <a:pt x="17632" y="8769"/>
                </a:cubicBezTo>
                <a:cubicBezTo>
                  <a:pt x="17632" y="8874"/>
                  <a:pt x="17589" y="9040"/>
                  <a:pt x="17535" y="9139"/>
                </a:cubicBezTo>
                <a:cubicBezTo>
                  <a:pt x="17329" y="9518"/>
                  <a:pt x="17269" y="9655"/>
                  <a:pt x="17269" y="9757"/>
                </a:cubicBezTo>
                <a:cubicBezTo>
                  <a:pt x="17269" y="9904"/>
                  <a:pt x="17162" y="9852"/>
                  <a:pt x="17145" y="9697"/>
                </a:cubicBezTo>
                <a:cubicBezTo>
                  <a:pt x="17138" y="9629"/>
                  <a:pt x="17111" y="9519"/>
                  <a:pt x="17083" y="9458"/>
                </a:cubicBezTo>
                <a:cubicBezTo>
                  <a:pt x="17055" y="9394"/>
                  <a:pt x="17047" y="9277"/>
                  <a:pt x="17066" y="9179"/>
                </a:cubicBezTo>
                <a:cubicBezTo>
                  <a:pt x="17084" y="9084"/>
                  <a:pt x="17115" y="8788"/>
                  <a:pt x="17137" y="8520"/>
                </a:cubicBezTo>
                <a:cubicBezTo>
                  <a:pt x="17190" y="7850"/>
                  <a:pt x="17230" y="7580"/>
                  <a:pt x="17278" y="7522"/>
                </a:cubicBezTo>
                <a:cubicBezTo>
                  <a:pt x="17343" y="7445"/>
                  <a:pt x="17323" y="7310"/>
                  <a:pt x="17225" y="7113"/>
                </a:cubicBezTo>
                <a:cubicBezTo>
                  <a:pt x="17128" y="6918"/>
                  <a:pt x="17106" y="6647"/>
                  <a:pt x="17181" y="6594"/>
                </a:cubicBezTo>
                <a:cubicBezTo>
                  <a:pt x="17240" y="6554"/>
                  <a:pt x="17239" y="3938"/>
                  <a:pt x="17181" y="3871"/>
                </a:cubicBezTo>
                <a:cubicBezTo>
                  <a:pt x="17158" y="3844"/>
                  <a:pt x="17131" y="3638"/>
                  <a:pt x="17119" y="3412"/>
                </a:cubicBezTo>
                <a:cubicBezTo>
                  <a:pt x="17087" y="2848"/>
                  <a:pt x="17016" y="2210"/>
                  <a:pt x="16951" y="1885"/>
                </a:cubicBezTo>
                <a:cubicBezTo>
                  <a:pt x="16804" y="1154"/>
                  <a:pt x="16729" y="822"/>
                  <a:pt x="16676" y="708"/>
                </a:cubicBezTo>
                <a:cubicBezTo>
                  <a:pt x="16653" y="659"/>
                  <a:pt x="16632" y="570"/>
                  <a:pt x="16632" y="518"/>
                </a:cubicBezTo>
                <a:cubicBezTo>
                  <a:pt x="16632" y="419"/>
                  <a:pt x="16442" y="205"/>
                  <a:pt x="16277" y="109"/>
                </a:cubicBezTo>
                <a:cubicBezTo>
                  <a:pt x="16137" y="28"/>
                  <a:pt x="15831" y="39"/>
                  <a:pt x="15675" y="129"/>
                </a:cubicBezTo>
                <a:cubicBezTo>
                  <a:pt x="15603" y="172"/>
                  <a:pt x="15507" y="274"/>
                  <a:pt x="15463" y="359"/>
                </a:cubicBezTo>
                <a:cubicBezTo>
                  <a:pt x="15418" y="444"/>
                  <a:pt x="15367" y="508"/>
                  <a:pt x="15348" y="508"/>
                </a:cubicBezTo>
                <a:cubicBezTo>
                  <a:pt x="15328" y="508"/>
                  <a:pt x="15312" y="562"/>
                  <a:pt x="15312" y="618"/>
                </a:cubicBezTo>
                <a:cubicBezTo>
                  <a:pt x="15312" y="675"/>
                  <a:pt x="15293" y="718"/>
                  <a:pt x="15268" y="718"/>
                </a:cubicBezTo>
                <a:cubicBezTo>
                  <a:pt x="15243" y="718"/>
                  <a:pt x="15224" y="761"/>
                  <a:pt x="15224" y="818"/>
                </a:cubicBezTo>
                <a:cubicBezTo>
                  <a:pt x="15224" y="874"/>
                  <a:pt x="15196" y="927"/>
                  <a:pt x="15170" y="927"/>
                </a:cubicBezTo>
                <a:cubicBezTo>
                  <a:pt x="15145" y="927"/>
                  <a:pt x="15126" y="963"/>
                  <a:pt x="15126" y="1017"/>
                </a:cubicBezTo>
                <a:cubicBezTo>
                  <a:pt x="15126" y="1071"/>
                  <a:pt x="15110" y="1128"/>
                  <a:pt x="15091" y="1137"/>
                </a:cubicBezTo>
                <a:cubicBezTo>
                  <a:pt x="15042" y="1161"/>
                  <a:pt x="14852" y="1591"/>
                  <a:pt x="14852" y="1676"/>
                </a:cubicBezTo>
                <a:cubicBezTo>
                  <a:pt x="14852" y="1715"/>
                  <a:pt x="14813" y="1825"/>
                  <a:pt x="14763" y="1925"/>
                </a:cubicBezTo>
                <a:cubicBezTo>
                  <a:pt x="14713" y="2026"/>
                  <a:pt x="14675" y="2145"/>
                  <a:pt x="14675" y="2195"/>
                </a:cubicBezTo>
                <a:cubicBezTo>
                  <a:pt x="14675" y="2245"/>
                  <a:pt x="14659" y="2307"/>
                  <a:pt x="14639" y="2334"/>
                </a:cubicBezTo>
                <a:cubicBezTo>
                  <a:pt x="14619" y="2361"/>
                  <a:pt x="14574" y="2481"/>
                  <a:pt x="14542" y="2594"/>
                </a:cubicBezTo>
                <a:cubicBezTo>
                  <a:pt x="14510" y="2707"/>
                  <a:pt x="14465" y="2846"/>
                  <a:pt x="14444" y="2903"/>
                </a:cubicBezTo>
                <a:cubicBezTo>
                  <a:pt x="14424" y="2959"/>
                  <a:pt x="14385" y="3105"/>
                  <a:pt x="14356" y="3232"/>
                </a:cubicBezTo>
                <a:cubicBezTo>
                  <a:pt x="14326" y="3359"/>
                  <a:pt x="14262" y="3602"/>
                  <a:pt x="14214" y="3771"/>
                </a:cubicBezTo>
                <a:cubicBezTo>
                  <a:pt x="14103" y="4166"/>
                  <a:pt x="14026" y="4653"/>
                  <a:pt x="14001" y="5108"/>
                </a:cubicBezTo>
                <a:cubicBezTo>
                  <a:pt x="13991" y="5306"/>
                  <a:pt x="13963" y="5490"/>
                  <a:pt x="13939" y="5517"/>
                </a:cubicBezTo>
                <a:cubicBezTo>
                  <a:pt x="13916" y="5544"/>
                  <a:pt x="13895" y="5688"/>
                  <a:pt x="13895" y="5836"/>
                </a:cubicBezTo>
                <a:cubicBezTo>
                  <a:pt x="13895" y="5984"/>
                  <a:pt x="13876" y="6118"/>
                  <a:pt x="13851" y="6136"/>
                </a:cubicBezTo>
                <a:cubicBezTo>
                  <a:pt x="13826" y="6153"/>
                  <a:pt x="13807" y="6244"/>
                  <a:pt x="13807" y="6335"/>
                </a:cubicBezTo>
                <a:cubicBezTo>
                  <a:pt x="13807" y="6441"/>
                  <a:pt x="13777" y="6527"/>
                  <a:pt x="13718" y="6575"/>
                </a:cubicBezTo>
                <a:cubicBezTo>
                  <a:pt x="13668" y="6615"/>
                  <a:pt x="13621" y="6691"/>
                  <a:pt x="13621" y="6754"/>
                </a:cubicBezTo>
                <a:cubicBezTo>
                  <a:pt x="13621" y="6817"/>
                  <a:pt x="13601" y="6886"/>
                  <a:pt x="13576" y="6904"/>
                </a:cubicBezTo>
                <a:cubicBezTo>
                  <a:pt x="13510" y="6950"/>
                  <a:pt x="13526" y="7374"/>
                  <a:pt x="13594" y="7403"/>
                </a:cubicBezTo>
                <a:cubicBezTo>
                  <a:pt x="13640" y="7421"/>
                  <a:pt x="13640" y="7448"/>
                  <a:pt x="13594" y="7502"/>
                </a:cubicBezTo>
                <a:cubicBezTo>
                  <a:pt x="13555" y="7549"/>
                  <a:pt x="13532" y="7757"/>
                  <a:pt x="13532" y="8171"/>
                </a:cubicBezTo>
                <a:cubicBezTo>
                  <a:pt x="13532" y="8540"/>
                  <a:pt x="13516" y="8779"/>
                  <a:pt x="13488" y="8779"/>
                </a:cubicBezTo>
                <a:cubicBezTo>
                  <a:pt x="13463" y="8779"/>
                  <a:pt x="13444" y="8833"/>
                  <a:pt x="13444" y="8899"/>
                </a:cubicBezTo>
                <a:cubicBezTo>
                  <a:pt x="13444" y="9001"/>
                  <a:pt x="13335" y="9283"/>
                  <a:pt x="13116" y="9767"/>
                </a:cubicBezTo>
                <a:cubicBezTo>
                  <a:pt x="13094" y="9816"/>
                  <a:pt x="13080" y="10026"/>
                  <a:pt x="13080" y="10236"/>
                </a:cubicBezTo>
                <a:cubicBezTo>
                  <a:pt x="13080" y="10447"/>
                  <a:pt x="13061" y="10638"/>
                  <a:pt x="13036" y="10655"/>
                </a:cubicBezTo>
                <a:cubicBezTo>
                  <a:pt x="13011" y="10673"/>
                  <a:pt x="12983" y="10856"/>
                  <a:pt x="12983" y="11064"/>
                </a:cubicBezTo>
                <a:cubicBezTo>
                  <a:pt x="12983" y="11273"/>
                  <a:pt x="12964" y="11456"/>
                  <a:pt x="12939" y="11473"/>
                </a:cubicBezTo>
                <a:cubicBezTo>
                  <a:pt x="12914" y="11491"/>
                  <a:pt x="12894" y="11696"/>
                  <a:pt x="12894" y="11932"/>
                </a:cubicBezTo>
                <a:cubicBezTo>
                  <a:pt x="12894" y="12169"/>
                  <a:pt x="12875" y="12384"/>
                  <a:pt x="12850" y="12401"/>
                </a:cubicBezTo>
                <a:cubicBezTo>
                  <a:pt x="12820" y="12422"/>
                  <a:pt x="12806" y="12003"/>
                  <a:pt x="12806" y="11184"/>
                </a:cubicBezTo>
                <a:cubicBezTo>
                  <a:pt x="12805" y="9997"/>
                  <a:pt x="12774" y="9651"/>
                  <a:pt x="12655" y="9518"/>
                </a:cubicBezTo>
                <a:cubicBezTo>
                  <a:pt x="12598" y="9453"/>
                  <a:pt x="12614" y="7450"/>
                  <a:pt x="12673" y="7343"/>
                </a:cubicBezTo>
                <a:cubicBezTo>
                  <a:pt x="12728" y="7244"/>
                  <a:pt x="12717" y="7197"/>
                  <a:pt x="12567" y="6864"/>
                </a:cubicBezTo>
                <a:cubicBezTo>
                  <a:pt x="12545" y="6815"/>
                  <a:pt x="12531" y="6267"/>
                  <a:pt x="12531" y="5647"/>
                </a:cubicBezTo>
                <a:cubicBezTo>
                  <a:pt x="12531" y="4951"/>
                  <a:pt x="12515" y="4509"/>
                  <a:pt x="12487" y="4489"/>
                </a:cubicBezTo>
                <a:cubicBezTo>
                  <a:pt x="12462" y="4472"/>
                  <a:pt x="12443" y="4296"/>
                  <a:pt x="12443" y="4100"/>
                </a:cubicBezTo>
                <a:cubicBezTo>
                  <a:pt x="12443" y="3897"/>
                  <a:pt x="12416" y="3751"/>
                  <a:pt x="12390" y="3751"/>
                </a:cubicBezTo>
                <a:cubicBezTo>
                  <a:pt x="12365" y="3751"/>
                  <a:pt x="12345" y="3631"/>
                  <a:pt x="12345" y="3492"/>
                </a:cubicBezTo>
                <a:cubicBezTo>
                  <a:pt x="12345" y="3352"/>
                  <a:pt x="12326" y="3230"/>
                  <a:pt x="12301" y="3212"/>
                </a:cubicBezTo>
                <a:cubicBezTo>
                  <a:pt x="12276" y="3195"/>
                  <a:pt x="12257" y="3062"/>
                  <a:pt x="12257" y="2923"/>
                </a:cubicBezTo>
                <a:cubicBezTo>
                  <a:pt x="12257" y="2783"/>
                  <a:pt x="12238" y="2673"/>
                  <a:pt x="12213" y="2673"/>
                </a:cubicBezTo>
                <a:cubicBezTo>
                  <a:pt x="12187" y="2673"/>
                  <a:pt x="12168" y="2591"/>
                  <a:pt x="12168" y="2494"/>
                </a:cubicBezTo>
                <a:cubicBezTo>
                  <a:pt x="12168" y="2397"/>
                  <a:pt x="12149" y="2302"/>
                  <a:pt x="12124" y="2284"/>
                </a:cubicBezTo>
                <a:cubicBezTo>
                  <a:pt x="12099" y="2267"/>
                  <a:pt x="12071" y="2186"/>
                  <a:pt x="12071" y="2105"/>
                </a:cubicBezTo>
                <a:cubicBezTo>
                  <a:pt x="12071" y="2023"/>
                  <a:pt x="12052" y="1943"/>
                  <a:pt x="12027" y="1925"/>
                </a:cubicBezTo>
                <a:cubicBezTo>
                  <a:pt x="12002" y="1908"/>
                  <a:pt x="11982" y="1829"/>
                  <a:pt x="11982" y="1746"/>
                </a:cubicBezTo>
                <a:cubicBezTo>
                  <a:pt x="11982" y="1663"/>
                  <a:pt x="11963" y="1596"/>
                  <a:pt x="11938" y="1596"/>
                </a:cubicBezTo>
                <a:cubicBezTo>
                  <a:pt x="11913" y="1596"/>
                  <a:pt x="11894" y="1519"/>
                  <a:pt x="11894" y="1436"/>
                </a:cubicBezTo>
                <a:cubicBezTo>
                  <a:pt x="11894" y="1353"/>
                  <a:pt x="11875" y="1274"/>
                  <a:pt x="11849" y="1257"/>
                </a:cubicBezTo>
                <a:cubicBezTo>
                  <a:pt x="11824" y="1239"/>
                  <a:pt x="11805" y="1166"/>
                  <a:pt x="11805" y="1097"/>
                </a:cubicBezTo>
                <a:cubicBezTo>
                  <a:pt x="11805" y="1028"/>
                  <a:pt x="11783" y="937"/>
                  <a:pt x="11761" y="888"/>
                </a:cubicBezTo>
                <a:cubicBezTo>
                  <a:pt x="11739" y="839"/>
                  <a:pt x="11700" y="736"/>
                  <a:pt x="11672" y="658"/>
                </a:cubicBezTo>
                <a:cubicBezTo>
                  <a:pt x="11554" y="329"/>
                  <a:pt x="11496" y="235"/>
                  <a:pt x="11345" y="119"/>
                </a:cubicBezTo>
                <a:cubicBezTo>
                  <a:pt x="11237" y="37"/>
                  <a:pt x="11125" y="0"/>
                  <a:pt x="10990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5"/>
          <p:cNvSpPr/>
          <p:nvPr/>
        </p:nvSpPr>
        <p:spPr>
          <a:xfrm>
            <a:off x="354707" y="735540"/>
            <a:ext cx="2857550" cy="4223060"/>
          </a:xfrm>
          <a:prstGeom prst="roundRect">
            <a:avLst>
              <a:gd fmla="val 38399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5"/>
          <p:cNvSpPr/>
          <p:nvPr/>
        </p:nvSpPr>
        <p:spPr>
          <a:xfrm>
            <a:off x="3342213" y="753894"/>
            <a:ext cx="2724826" cy="4223059"/>
          </a:xfrm>
          <a:prstGeom prst="roundRect">
            <a:avLst>
              <a:gd fmla="val 4027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5"/>
          <p:cNvSpPr txBox="1"/>
          <p:nvPr/>
        </p:nvSpPr>
        <p:spPr>
          <a:xfrm>
            <a:off x="374903" y="218071"/>
            <a:ext cx="8394194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000"/>
              <a:buFont typeface="Playfair Display"/>
              <a:buNone/>
            </a:pPr>
            <a:r>
              <a:rPr b="1" i="0" lang="en-US" sz="20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Где деньги и как мы получим дешёвых клиентов?</a:t>
            </a:r>
            <a:endParaRPr/>
          </a:p>
        </p:txBody>
      </p:sp>
      <p:sp>
        <p:nvSpPr>
          <p:cNvPr id="615" name="Google Shape;615;p35"/>
          <p:cNvSpPr txBox="1"/>
          <p:nvPr/>
        </p:nvSpPr>
        <p:spPr>
          <a:xfrm>
            <a:off x="850601" y="971804"/>
            <a:ext cx="1761213" cy="413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Стратегия нулевого САС на старте</a:t>
            </a:r>
            <a:endParaRPr/>
          </a:p>
        </p:txBody>
      </p:sp>
      <p:sp>
        <p:nvSpPr>
          <p:cNvPr id="616" name="Google Shape;616;p35"/>
          <p:cNvSpPr txBox="1"/>
          <p:nvPr/>
        </p:nvSpPr>
        <p:spPr>
          <a:xfrm>
            <a:off x="868820" y="1721161"/>
            <a:ext cx="2164073" cy="2775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Мы не идем «жечь» бюджет в Яндекс.Директ, конкурируя ставками с гигантами. Главный драйвер запуска — омниканальная </a:t>
            </a:r>
            <a:r>
              <a:rPr b="1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активация готовой базы Центрофинанс</a:t>
            </a: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Клиентам, успешно закрывшим займ, предлагаются кредитные карты или рефинансирование на нашей платформе. Это дает мгновенный поток «теплых» лидов и первую выручку с нулевыми затратами на маркетинг.</a:t>
            </a:r>
            <a:endParaRPr/>
          </a:p>
        </p:txBody>
      </p:sp>
      <p:sp>
        <p:nvSpPr>
          <p:cNvPr id="617" name="Google Shape;617;p35"/>
          <p:cNvSpPr txBox="1"/>
          <p:nvPr/>
        </p:nvSpPr>
        <p:spPr>
          <a:xfrm>
            <a:off x="3702584" y="855999"/>
            <a:ext cx="1891716" cy="597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Выход из низкомаржинальной ниши</a:t>
            </a:r>
            <a:endParaRPr/>
          </a:p>
        </p:txBody>
      </p:sp>
      <p:sp>
        <p:nvSpPr>
          <p:cNvPr id="618" name="Google Shape;618;p35"/>
          <p:cNvSpPr txBox="1"/>
          <p:nvPr/>
        </p:nvSpPr>
        <p:spPr>
          <a:xfrm>
            <a:off x="3805673" y="1721161"/>
            <a:ext cx="2095673" cy="2977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Микрозаймы — это только «крючок» для захвата аудитории. Сильный сценарий строится на конвертации этих людей в продукты, где CPA (выплата за лид) в 5-10 раз выше: Кредитные карты. Рефинансирование. БФЛ (Банкротство физлиц — выплаты до 10-15 тыс. руб. за лид). 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Мы монетизируем весь жизненный цикл клиента, увеличивая LTV в 2-3 раза по сравнению с обычными витринами.</a:t>
            </a:r>
            <a:endParaRPr/>
          </a:p>
        </p:txBody>
      </p:sp>
      <p:sp>
        <p:nvSpPr>
          <p:cNvPr id="619" name="Google Shape;619;p35"/>
          <p:cNvSpPr/>
          <p:nvPr/>
        </p:nvSpPr>
        <p:spPr>
          <a:xfrm>
            <a:off x="6196995" y="660565"/>
            <a:ext cx="2724826" cy="4278530"/>
          </a:xfrm>
          <a:prstGeom prst="roundRect">
            <a:avLst>
              <a:gd fmla="val 40270" name="adj"/>
            </a:avLst>
          </a:prstGeom>
          <a:solidFill>
            <a:srgbClr val="1A1A2E">
              <a:alpha val="800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5"/>
          <p:cNvSpPr txBox="1"/>
          <p:nvPr/>
        </p:nvSpPr>
        <p:spPr>
          <a:xfrm>
            <a:off x="6613551" y="855999"/>
            <a:ext cx="1891715" cy="597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Ассиметричный маркетинг (SEO+партнёрства)</a:t>
            </a:r>
            <a:endParaRPr/>
          </a:p>
        </p:txBody>
      </p:sp>
      <p:sp>
        <p:nvSpPr>
          <p:cNvPr id="621" name="Google Shape;621;p35"/>
          <p:cNvSpPr txBox="1"/>
          <p:nvPr/>
        </p:nvSpPr>
        <p:spPr>
          <a:xfrm>
            <a:off x="6685071" y="1721542"/>
            <a:ext cx="1913430" cy="2775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Генерация 500+ локальных гео-страниц и страниц под узкие «боли» (Long-Tail SEO). 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Эксклюзив для партнеров: Мы даем МФО чистый, верифицированный и отскорингованный трафик (отсеивая фрод), а взамен требуем эксклюзивные сниженные ставки для наших пользователей. Это становится нашим главным маркетинговым УТП.</a:t>
            </a:r>
            <a:endParaRPr/>
          </a:p>
        </p:txBody>
      </p:sp>
      <p:pic>
        <p:nvPicPr>
          <p:cNvPr descr="orange-ball-illustration_177761-167.avif" id="622" name="Google Shape;622;p35"/>
          <p:cNvPicPr preferRelativeResize="0"/>
          <p:nvPr/>
        </p:nvPicPr>
        <p:blipFill rotWithShape="1">
          <a:blip r:embed="rId3">
            <a:alphaModFix/>
          </a:blip>
          <a:srcRect b="20693" l="17634" r="17622" t="14388"/>
          <a:stretch/>
        </p:blipFill>
        <p:spPr>
          <a:xfrm>
            <a:off x="2530750" y="649038"/>
            <a:ext cx="367366" cy="368358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623" name="Google Shape;623;p35"/>
          <p:cNvSpPr txBox="1"/>
          <p:nvPr/>
        </p:nvSpPr>
        <p:spPr>
          <a:xfrm>
            <a:off x="2586670" y="605663"/>
            <a:ext cx="255525" cy="411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pic>
        <p:nvPicPr>
          <p:cNvPr descr="orange-ball-illustration_177761-167.avif" id="624" name="Google Shape;624;p35"/>
          <p:cNvPicPr preferRelativeResize="0"/>
          <p:nvPr/>
        </p:nvPicPr>
        <p:blipFill rotWithShape="1">
          <a:blip r:embed="rId3">
            <a:alphaModFix/>
          </a:blip>
          <a:srcRect b="20693" l="17634" r="17622" t="14388"/>
          <a:stretch/>
        </p:blipFill>
        <p:spPr>
          <a:xfrm>
            <a:off x="5431852" y="649038"/>
            <a:ext cx="367365" cy="368358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625" name="Google Shape;625;p35"/>
          <p:cNvSpPr txBox="1"/>
          <p:nvPr/>
        </p:nvSpPr>
        <p:spPr>
          <a:xfrm>
            <a:off x="5487772" y="605663"/>
            <a:ext cx="255525" cy="411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pic>
        <p:nvPicPr>
          <p:cNvPr descr="orange-ball-illustration_177761-167.avif" id="626" name="Google Shape;626;p35"/>
          <p:cNvPicPr preferRelativeResize="0"/>
          <p:nvPr/>
        </p:nvPicPr>
        <p:blipFill rotWithShape="1">
          <a:blip r:embed="rId3">
            <a:alphaModFix/>
          </a:blip>
          <a:srcRect b="20693" l="17634" r="17622" t="14388"/>
          <a:stretch/>
        </p:blipFill>
        <p:spPr>
          <a:xfrm>
            <a:off x="8388873" y="649038"/>
            <a:ext cx="367366" cy="368358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627" name="Google Shape;627;p35"/>
          <p:cNvSpPr txBox="1"/>
          <p:nvPr/>
        </p:nvSpPr>
        <p:spPr>
          <a:xfrm>
            <a:off x="8444793" y="605663"/>
            <a:ext cx="255525" cy="411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6"/>
          <p:cNvSpPr/>
          <p:nvPr/>
        </p:nvSpPr>
        <p:spPr>
          <a:xfrm>
            <a:off x="471246" y="1937501"/>
            <a:ext cx="2641551" cy="184785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6"/>
          <p:cNvSpPr/>
          <p:nvPr/>
        </p:nvSpPr>
        <p:spPr>
          <a:xfrm>
            <a:off x="3265196" y="1937501"/>
            <a:ext cx="2641551" cy="1847851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6"/>
          <p:cNvSpPr txBox="1"/>
          <p:nvPr/>
        </p:nvSpPr>
        <p:spPr>
          <a:xfrm>
            <a:off x="457199" y="330288"/>
            <a:ext cx="8394194" cy="811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Мы строим двустороннюю финансовую экосистему</a:t>
            </a:r>
            <a:endParaRPr/>
          </a:p>
        </p:txBody>
      </p:sp>
      <p:sp>
        <p:nvSpPr>
          <p:cNvPr id="635" name="Google Shape;635;p36"/>
          <p:cNvSpPr txBox="1"/>
          <p:nvPr/>
        </p:nvSpPr>
        <p:spPr>
          <a:xfrm>
            <a:off x="457199" y="1388742"/>
            <a:ext cx="8394194" cy="247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Наш продукт решает 2 фундаментальные боли рынка:</a:t>
            </a:r>
            <a:endParaRPr/>
          </a:p>
        </p:txBody>
      </p:sp>
      <p:sp>
        <p:nvSpPr>
          <p:cNvPr id="636" name="Google Shape;636;p36"/>
          <p:cNvSpPr txBox="1"/>
          <p:nvPr/>
        </p:nvSpPr>
        <p:spPr>
          <a:xfrm>
            <a:off x="938572" y="2998666"/>
            <a:ext cx="1800170" cy="4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Паника заёмщика 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B2C</a:t>
            </a:r>
            <a:endParaRPr/>
          </a:p>
        </p:txBody>
      </p:sp>
      <p:sp>
        <p:nvSpPr>
          <p:cNvPr id="637" name="Google Shape;637;p36"/>
          <p:cNvSpPr txBox="1"/>
          <p:nvPr/>
        </p:nvSpPr>
        <p:spPr>
          <a:xfrm>
            <a:off x="3425203" y="2981184"/>
            <a:ext cx="2321536" cy="701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Низкая конверсия/высокий фрод у кредиторов 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В2В</a:t>
            </a:r>
            <a:endParaRPr/>
          </a:p>
        </p:txBody>
      </p:sp>
      <p:pic>
        <p:nvPicPr>
          <p:cNvPr descr="Sr22.jpeg" id="638" name="Google Shape;638;p36"/>
          <p:cNvPicPr preferRelativeResize="0"/>
          <p:nvPr/>
        </p:nvPicPr>
        <p:blipFill rotWithShape="1">
          <a:blip r:embed="rId3">
            <a:alphaModFix/>
          </a:blip>
          <a:srcRect b="3950" l="32674" r="34221" t="4502"/>
          <a:stretch/>
        </p:blipFill>
        <p:spPr>
          <a:xfrm>
            <a:off x="1664176" y="2251935"/>
            <a:ext cx="348962" cy="639630"/>
          </a:xfrm>
          <a:custGeom>
            <a:rect b="b" l="l" r="r" t="t"/>
            <a:pathLst>
              <a:path extrusionOk="0" h="21561" w="21560">
                <a:moveTo>
                  <a:pt x="10354" y="23"/>
                </a:moveTo>
                <a:cubicBezTo>
                  <a:pt x="9227" y="81"/>
                  <a:pt x="8726" y="141"/>
                  <a:pt x="7755" y="344"/>
                </a:cubicBezTo>
                <a:cubicBezTo>
                  <a:pt x="6131" y="682"/>
                  <a:pt x="4531" y="1295"/>
                  <a:pt x="3734" y="1895"/>
                </a:cubicBezTo>
                <a:cubicBezTo>
                  <a:pt x="3584" y="2009"/>
                  <a:pt x="3406" y="2126"/>
                  <a:pt x="3342" y="2163"/>
                </a:cubicBezTo>
                <a:cubicBezTo>
                  <a:pt x="3181" y="2256"/>
                  <a:pt x="2590" y="2819"/>
                  <a:pt x="2410" y="3046"/>
                </a:cubicBezTo>
                <a:cubicBezTo>
                  <a:pt x="2329" y="3149"/>
                  <a:pt x="2208" y="3346"/>
                  <a:pt x="2140" y="3487"/>
                </a:cubicBezTo>
                <a:cubicBezTo>
                  <a:pt x="2072" y="3629"/>
                  <a:pt x="1952" y="3880"/>
                  <a:pt x="1871" y="4036"/>
                </a:cubicBezTo>
                <a:cubicBezTo>
                  <a:pt x="1789" y="4192"/>
                  <a:pt x="1724" y="4379"/>
                  <a:pt x="1723" y="4451"/>
                </a:cubicBezTo>
                <a:cubicBezTo>
                  <a:pt x="1723" y="4523"/>
                  <a:pt x="1673" y="4598"/>
                  <a:pt x="1625" y="4625"/>
                </a:cubicBezTo>
                <a:cubicBezTo>
                  <a:pt x="1578" y="4651"/>
                  <a:pt x="1505" y="4945"/>
                  <a:pt x="1454" y="5280"/>
                </a:cubicBezTo>
                <a:cubicBezTo>
                  <a:pt x="1403" y="5616"/>
                  <a:pt x="1314" y="5918"/>
                  <a:pt x="1258" y="5949"/>
                </a:cubicBezTo>
                <a:cubicBezTo>
                  <a:pt x="1201" y="5980"/>
                  <a:pt x="1160" y="6033"/>
                  <a:pt x="1160" y="6069"/>
                </a:cubicBezTo>
                <a:cubicBezTo>
                  <a:pt x="1160" y="6106"/>
                  <a:pt x="928" y="6377"/>
                  <a:pt x="669" y="6671"/>
                </a:cubicBezTo>
                <a:cubicBezTo>
                  <a:pt x="410" y="6966"/>
                  <a:pt x="203" y="7259"/>
                  <a:pt x="203" y="7327"/>
                </a:cubicBezTo>
                <a:cubicBezTo>
                  <a:pt x="203" y="7394"/>
                  <a:pt x="159" y="7485"/>
                  <a:pt x="105" y="7514"/>
                </a:cubicBezTo>
                <a:cubicBezTo>
                  <a:pt x="-19" y="7582"/>
                  <a:pt x="-40" y="8631"/>
                  <a:pt x="81" y="8718"/>
                </a:cubicBezTo>
                <a:cubicBezTo>
                  <a:pt x="130" y="8754"/>
                  <a:pt x="235" y="8885"/>
                  <a:pt x="301" y="9013"/>
                </a:cubicBezTo>
                <a:cubicBezTo>
                  <a:pt x="368" y="9140"/>
                  <a:pt x="454" y="9277"/>
                  <a:pt x="497" y="9307"/>
                </a:cubicBezTo>
                <a:cubicBezTo>
                  <a:pt x="541" y="9336"/>
                  <a:pt x="612" y="9512"/>
                  <a:pt x="669" y="9708"/>
                </a:cubicBezTo>
                <a:cubicBezTo>
                  <a:pt x="726" y="9904"/>
                  <a:pt x="826" y="10094"/>
                  <a:pt x="865" y="10123"/>
                </a:cubicBezTo>
                <a:cubicBezTo>
                  <a:pt x="905" y="10152"/>
                  <a:pt x="988" y="10277"/>
                  <a:pt x="1061" y="10404"/>
                </a:cubicBezTo>
                <a:cubicBezTo>
                  <a:pt x="1143" y="10545"/>
                  <a:pt x="1373" y="10742"/>
                  <a:pt x="1650" y="10899"/>
                </a:cubicBezTo>
                <a:cubicBezTo>
                  <a:pt x="1899" y="11040"/>
                  <a:pt x="2136" y="11197"/>
                  <a:pt x="2165" y="11260"/>
                </a:cubicBezTo>
                <a:cubicBezTo>
                  <a:pt x="2221" y="11383"/>
                  <a:pt x="2510" y="11719"/>
                  <a:pt x="3072" y="12263"/>
                </a:cubicBezTo>
                <a:cubicBezTo>
                  <a:pt x="3262" y="12447"/>
                  <a:pt x="3479" y="12648"/>
                  <a:pt x="3538" y="12718"/>
                </a:cubicBezTo>
                <a:cubicBezTo>
                  <a:pt x="3596" y="12789"/>
                  <a:pt x="3782" y="13019"/>
                  <a:pt x="3955" y="13227"/>
                </a:cubicBezTo>
                <a:cubicBezTo>
                  <a:pt x="4127" y="13434"/>
                  <a:pt x="4274" y="13616"/>
                  <a:pt x="4274" y="13628"/>
                </a:cubicBezTo>
                <a:cubicBezTo>
                  <a:pt x="4274" y="13640"/>
                  <a:pt x="4346" y="13749"/>
                  <a:pt x="4445" y="13869"/>
                </a:cubicBezTo>
                <a:cubicBezTo>
                  <a:pt x="4544" y="13989"/>
                  <a:pt x="4744" y="14296"/>
                  <a:pt x="4887" y="14551"/>
                </a:cubicBezTo>
                <a:cubicBezTo>
                  <a:pt x="5029" y="14806"/>
                  <a:pt x="5165" y="15031"/>
                  <a:pt x="5205" y="15059"/>
                </a:cubicBezTo>
                <a:cubicBezTo>
                  <a:pt x="5245" y="15088"/>
                  <a:pt x="5340" y="15221"/>
                  <a:pt x="5401" y="15354"/>
                </a:cubicBezTo>
                <a:cubicBezTo>
                  <a:pt x="5463" y="15487"/>
                  <a:pt x="5575" y="15629"/>
                  <a:pt x="5647" y="15661"/>
                </a:cubicBezTo>
                <a:cubicBezTo>
                  <a:pt x="5719" y="15694"/>
                  <a:pt x="5769" y="15738"/>
                  <a:pt x="5769" y="15768"/>
                </a:cubicBezTo>
                <a:cubicBezTo>
                  <a:pt x="5769" y="15870"/>
                  <a:pt x="6522" y="16462"/>
                  <a:pt x="6897" y="16651"/>
                </a:cubicBezTo>
                <a:cubicBezTo>
                  <a:pt x="7103" y="16755"/>
                  <a:pt x="7289" y="16877"/>
                  <a:pt x="7289" y="16919"/>
                </a:cubicBezTo>
                <a:cubicBezTo>
                  <a:pt x="7289" y="16961"/>
                  <a:pt x="7346" y="17057"/>
                  <a:pt x="7437" y="17133"/>
                </a:cubicBezTo>
                <a:cubicBezTo>
                  <a:pt x="7527" y="17208"/>
                  <a:pt x="7644" y="17416"/>
                  <a:pt x="7682" y="17601"/>
                </a:cubicBezTo>
                <a:cubicBezTo>
                  <a:pt x="7719" y="17786"/>
                  <a:pt x="7776" y="18049"/>
                  <a:pt x="7804" y="18176"/>
                </a:cubicBezTo>
                <a:cubicBezTo>
                  <a:pt x="7833" y="18304"/>
                  <a:pt x="7898" y="18655"/>
                  <a:pt x="7952" y="18966"/>
                </a:cubicBezTo>
                <a:cubicBezTo>
                  <a:pt x="8005" y="19277"/>
                  <a:pt x="8079" y="19578"/>
                  <a:pt x="8123" y="19635"/>
                </a:cubicBezTo>
                <a:cubicBezTo>
                  <a:pt x="8167" y="19691"/>
                  <a:pt x="8256" y="19917"/>
                  <a:pt x="8319" y="20130"/>
                </a:cubicBezTo>
                <a:cubicBezTo>
                  <a:pt x="8382" y="20342"/>
                  <a:pt x="8454" y="20529"/>
                  <a:pt x="8491" y="20558"/>
                </a:cubicBezTo>
                <a:cubicBezTo>
                  <a:pt x="8528" y="20586"/>
                  <a:pt x="8618" y="20699"/>
                  <a:pt x="8687" y="20798"/>
                </a:cubicBezTo>
                <a:cubicBezTo>
                  <a:pt x="8887" y="21083"/>
                  <a:pt x="9158" y="21254"/>
                  <a:pt x="9619" y="21414"/>
                </a:cubicBezTo>
                <a:cubicBezTo>
                  <a:pt x="9980" y="21539"/>
                  <a:pt x="10144" y="21561"/>
                  <a:pt x="10673" y="21561"/>
                </a:cubicBezTo>
                <a:cubicBezTo>
                  <a:pt x="11215" y="21561"/>
                  <a:pt x="11361" y="21541"/>
                  <a:pt x="11679" y="21414"/>
                </a:cubicBezTo>
                <a:cubicBezTo>
                  <a:pt x="12197" y="21206"/>
                  <a:pt x="12406" y="21074"/>
                  <a:pt x="12782" y="20691"/>
                </a:cubicBezTo>
                <a:cubicBezTo>
                  <a:pt x="12989" y="20480"/>
                  <a:pt x="13131" y="20239"/>
                  <a:pt x="13174" y="20049"/>
                </a:cubicBezTo>
                <a:cubicBezTo>
                  <a:pt x="13212" y="19883"/>
                  <a:pt x="13300" y="19695"/>
                  <a:pt x="13370" y="19621"/>
                </a:cubicBezTo>
                <a:cubicBezTo>
                  <a:pt x="13441" y="19547"/>
                  <a:pt x="13534" y="19399"/>
                  <a:pt x="13567" y="19300"/>
                </a:cubicBezTo>
                <a:cubicBezTo>
                  <a:pt x="13599" y="19201"/>
                  <a:pt x="13647" y="19102"/>
                  <a:pt x="13689" y="19073"/>
                </a:cubicBezTo>
                <a:cubicBezTo>
                  <a:pt x="13731" y="19043"/>
                  <a:pt x="13827" y="18755"/>
                  <a:pt x="13885" y="18431"/>
                </a:cubicBezTo>
                <a:cubicBezTo>
                  <a:pt x="13943" y="18106"/>
                  <a:pt x="14013" y="17791"/>
                  <a:pt x="14057" y="17735"/>
                </a:cubicBezTo>
                <a:cubicBezTo>
                  <a:pt x="14101" y="17678"/>
                  <a:pt x="14189" y="17522"/>
                  <a:pt x="14253" y="17387"/>
                </a:cubicBezTo>
                <a:cubicBezTo>
                  <a:pt x="14317" y="17252"/>
                  <a:pt x="14405" y="17135"/>
                  <a:pt x="14449" y="17120"/>
                </a:cubicBezTo>
                <a:cubicBezTo>
                  <a:pt x="14494" y="17104"/>
                  <a:pt x="14547" y="17048"/>
                  <a:pt x="14547" y="16999"/>
                </a:cubicBezTo>
                <a:cubicBezTo>
                  <a:pt x="14547" y="16918"/>
                  <a:pt x="15301" y="16289"/>
                  <a:pt x="15479" y="16223"/>
                </a:cubicBezTo>
                <a:cubicBezTo>
                  <a:pt x="15588" y="16183"/>
                  <a:pt x="16043" y="15805"/>
                  <a:pt x="16043" y="15755"/>
                </a:cubicBezTo>
                <a:cubicBezTo>
                  <a:pt x="16043" y="15731"/>
                  <a:pt x="16094" y="15694"/>
                  <a:pt x="16166" y="15661"/>
                </a:cubicBezTo>
                <a:cubicBezTo>
                  <a:pt x="16237" y="15629"/>
                  <a:pt x="16369" y="15487"/>
                  <a:pt x="16435" y="15354"/>
                </a:cubicBezTo>
                <a:cubicBezTo>
                  <a:pt x="16502" y="15220"/>
                  <a:pt x="16569" y="15088"/>
                  <a:pt x="16607" y="15059"/>
                </a:cubicBezTo>
                <a:cubicBezTo>
                  <a:pt x="16645" y="15031"/>
                  <a:pt x="16737" y="14906"/>
                  <a:pt x="16803" y="14778"/>
                </a:cubicBezTo>
                <a:cubicBezTo>
                  <a:pt x="16869" y="14651"/>
                  <a:pt x="16961" y="14526"/>
                  <a:pt x="16999" y="14497"/>
                </a:cubicBezTo>
                <a:cubicBezTo>
                  <a:pt x="17038" y="14469"/>
                  <a:pt x="17111" y="14303"/>
                  <a:pt x="17171" y="14123"/>
                </a:cubicBezTo>
                <a:cubicBezTo>
                  <a:pt x="17231" y="13943"/>
                  <a:pt x="17326" y="13754"/>
                  <a:pt x="17367" y="13708"/>
                </a:cubicBezTo>
                <a:cubicBezTo>
                  <a:pt x="17518" y="13538"/>
                  <a:pt x="18211" y="12736"/>
                  <a:pt x="18642" y="12237"/>
                </a:cubicBezTo>
                <a:cubicBezTo>
                  <a:pt x="19380" y="11382"/>
                  <a:pt x="19452" y="11297"/>
                  <a:pt x="19966" y="10992"/>
                </a:cubicBezTo>
                <a:cubicBezTo>
                  <a:pt x="20489" y="10684"/>
                  <a:pt x="20849" y="10352"/>
                  <a:pt x="20849" y="10163"/>
                </a:cubicBezTo>
                <a:cubicBezTo>
                  <a:pt x="20849" y="10101"/>
                  <a:pt x="20900" y="10011"/>
                  <a:pt x="20947" y="9962"/>
                </a:cubicBezTo>
                <a:cubicBezTo>
                  <a:pt x="20994" y="9913"/>
                  <a:pt x="21065" y="9693"/>
                  <a:pt x="21119" y="9481"/>
                </a:cubicBezTo>
                <a:cubicBezTo>
                  <a:pt x="21173" y="9269"/>
                  <a:pt x="21299" y="9017"/>
                  <a:pt x="21388" y="8919"/>
                </a:cubicBezTo>
                <a:cubicBezTo>
                  <a:pt x="21519" y="8776"/>
                  <a:pt x="21555" y="8590"/>
                  <a:pt x="21560" y="8009"/>
                </a:cubicBezTo>
                <a:lnTo>
                  <a:pt x="21560" y="7287"/>
                </a:lnTo>
                <a:lnTo>
                  <a:pt x="20972" y="6658"/>
                </a:lnTo>
                <a:cubicBezTo>
                  <a:pt x="20648" y="6314"/>
                  <a:pt x="20383" y="5982"/>
                  <a:pt x="20383" y="5909"/>
                </a:cubicBezTo>
                <a:cubicBezTo>
                  <a:pt x="20383" y="5836"/>
                  <a:pt x="20337" y="5735"/>
                  <a:pt x="20285" y="5681"/>
                </a:cubicBezTo>
                <a:cubicBezTo>
                  <a:pt x="20233" y="5628"/>
                  <a:pt x="20144" y="5268"/>
                  <a:pt x="20089" y="4892"/>
                </a:cubicBezTo>
                <a:cubicBezTo>
                  <a:pt x="20034" y="4516"/>
                  <a:pt x="19961" y="4159"/>
                  <a:pt x="19917" y="4103"/>
                </a:cubicBezTo>
                <a:cubicBezTo>
                  <a:pt x="19873" y="4046"/>
                  <a:pt x="19780" y="3886"/>
                  <a:pt x="19721" y="3742"/>
                </a:cubicBezTo>
                <a:cubicBezTo>
                  <a:pt x="19662" y="3597"/>
                  <a:pt x="19413" y="3282"/>
                  <a:pt x="19157" y="3033"/>
                </a:cubicBezTo>
                <a:cubicBezTo>
                  <a:pt x="18901" y="2784"/>
                  <a:pt x="18669" y="2554"/>
                  <a:pt x="18667" y="2538"/>
                </a:cubicBezTo>
                <a:cubicBezTo>
                  <a:pt x="18664" y="2521"/>
                  <a:pt x="18515" y="2391"/>
                  <a:pt x="18323" y="2243"/>
                </a:cubicBezTo>
                <a:cubicBezTo>
                  <a:pt x="18132" y="2095"/>
                  <a:pt x="17808" y="1850"/>
                  <a:pt x="17612" y="1695"/>
                </a:cubicBezTo>
                <a:cubicBezTo>
                  <a:pt x="17238" y="1399"/>
                  <a:pt x="17088" y="1310"/>
                  <a:pt x="16215" y="906"/>
                </a:cubicBezTo>
                <a:cubicBezTo>
                  <a:pt x="15514" y="581"/>
                  <a:pt x="14916" y="407"/>
                  <a:pt x="13959" y="250"/>
                </a:cubicBezTo>
                <a:cubicBezTo>
                  <a:pt x="12580" y="24"/>
                  <a:pt x="11548" y="-39"/>
                  <a:pt x="10354" y="23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znak-vyhod-zdes-pravostoronniy-s-napravlyayuschey-strelkoy.png" id="639" name="Google Shape;63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3964" y="2332831"/>
            <a:ext cx="955894" cy="477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nge-ball-illustration_177761-167.avif" id="640" name="Google Shape;640;p36"/>
          <p:cNvPicPr preferRelativeResize="0"/>
          <p:nvPr/>
        </p:nvPicPr>
        <p:blipFill rotWithShape="1">
          <a:blip r:embed="rId5">
            <a:alphaModFix/>
          </a:blip>
          <a:srcRect b="20693" l="17634" r="17622" t="14388"/>
          <a:stretch/>
        </p:blipFill>
        <p:spPr>
          <a:xfrm>
            <a:off x="2455484" y="1927389"/>
            <a:ext cx="367366" cy="368359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641" name="Google Shape;641;p36"/>
          <p:cNvSpPr txBox="1"/>
          <p:nvPr/>
        </p:nvSpPr>
        <p:spPr>
          <a:xfrm>
            <a:off x="2511404" y="1884015"/>
            <a:ext cx="255525" cy="411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pic>
        <p:nvPicPr>
          <p:cNvPr descr="orange-ball-illustration_177761-167.avif" id="642" name="Google Shape;642;p36"/>
          <p:cNvPicPr preferRelativeResize="0"/>
          <p:nvPr/>
        </p:nvPicPr>
        <p:blipFill rotWithShape="1">
          <a:blip r:embed="rId5">
            <a:alphaModFix/>
          </a:blip>
          <a:srcRect b="20693" l="17634" r="17622" t="14388"/>
          <a:stretch/>
        </p:blipFill>
        <p:spPr>
          <a:xfrm>
            <a:off x="5259570" y="1900951"/>
            <a:ext cx="367366" cy="368359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643" name="Google Shape;643;p36"/>
          <p:cNvSpPr txBox="1"/>
          <p:nvPr/>
        </p:nvSpPr>
        <p:spPr>
          <a:xfrm>
            <a:off x="5315490" y="1853299"/>
            <a:ext cx="255525" cy="411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7"/>
          <p:cNvSpPr txBox="1"/>
          <p:nvPr/>
        </p:nvSpPr>
        <p:spPr>
          <a:xfrm>
            <a:off x="457199" y="330288"/>
            <a:ext cx="8394194" cy="811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chemeClr val="accent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Часть 1: В2С-направление </a:t>
            </a:r>
            <a:br>
              <a:rPr b="1" i="0" lang="en-US" sz="28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28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Что мы продаём людям?</a:t>
            </a:r>
            <a:endParaRPr/>
          </a:p>
        </p:txBody>
      </p:sp>
      <p:sp>
        <p:nvSpPr>
          <p:cNvPr id="649" name="Google Shape;649;p37"/>
          <p:cNvSpPr/>
          <p:nvPr/>
        </p:nvSpPr>
        <p:spPr>
          <a:xfrm>
            <a:off x="450176" y="1735981"/>
            <a:ext cx="4038601" cy="2460139"/>
          </a:xfrm>
          <a:prstGeom prst="roundRect">
            <a:avLst>
              <a:gd fmla="val 44602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7"/>
          <p:cNvSpPr txBox="1"/>
          <p:nvPr/>
        </p:nvSpPr>
        <p:spPr>
          <a:xfrm>
            <a:off x="1022159" y="2115861"/>
            <a:ext cx="3238501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Эмпатичный JTBD-подбор</a:t>
            </a:r>
            <a:endParaRPr/>
          </a:p>
        </p:txBody>
      </p:sp>
      <p:sp>
        <p:nvSpPr>
          <p:cNvPr id="651" name="Google Shape;651;p37"/>
          <p:cNvSpPr txBox="1"/>
          <p:nvPr/>
        </p:nvSpPr>
        <p:spPr>
          <a:xfrm>
            <a:off x="1022159" y="2423991"/>
            <a:ext cx="3119373" cy="1764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Мы уходим от вопроса «Сколько вам нужно денег?». Наш квиз спрашивает «Какую проблему мы сейчас решаем?» (закрыть другой долг, дотянуть до зарплаты, оплатить лечение). Алгоритм подбирает продукт под жизненный сценарий, а не просто по фильтру ставки. Tone of Voice («Финансовый Сэнсэй») снимает когнитивную нагрузку и стыд.</a:t>
            </a:r>
            <a:endParaRPr/>
          </a:p>
        </p:txBody>
      </p:sp>
      <p:sp>
        <p:nvSpPr>
          <p:cNvPr id="652" name="Google Shape;652;p37"/>
          <p:cNvSpPr/>
          <p:nvPr/>
        </p:nvSpPr>
        <p:spPr>
          <a:xfrm>
            <a:off x="4734232" y="1788713"/>
            <a:ext cx="4038601" cy="2460139"/>
          </a:xfrm>
          <a:prstGeom prst="roundRect">
            <a:avLst>
              <a:gd fmla="val 44602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7"/>
          <p:cNvSpPr txBox="1"/>
          <p:nvPr/>
        </p:nvSpPr>
        <p:spPr>
          <a:xfrm>
            <a:off x="5201454" y="2115861"/>
            <a:ext cx="3238501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Безопасный Прескоринг («Кнопка SOS»)</a:t>
            </a:r>
            <a:endParaRPr/>
          </a:p>
        </p:txBody>
      </p:sp>
      <p:sp>
        <p:nvSpPr>
          <p:cNvPr id="654" name="Google Shape;654;p37"/>
          <p:cNvSpPr txBox="1"/>
          <p:nvPr/>
        </p:nvSpPr>
        <p:spPr>
          <a:xfrm>
            <a:off x="5193846" y="2454767"/>
            <a:ext cx="3119373" cy="1562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Клиенты боятся отказов, потому что каждый отказ фиксируется в БКИ и убивает их кредитный рейтинг. Мы продаем защиту КИ. Система отправляет не веерную рассылку в 100 банков, а точечные API-запросы (например, через методы проверки дублей /check-dublicates), выбирая 3 предложения с вероятностью одобрения &gt;80%.</a:t>
            </a:r>
            <a:endParaRPr/>
          </a:p>
        </p:txBody>
      </p:sp>
      <p:pic>
        <p:nvPicPr>
          <p:cNvPr descr="sos-button_592324-18123.avif" id="655" name="Google Shape;655;p37"/>
          <p:cNvPicPr preferRelativeResize="0"/>
          <p:nvPr/>
        </p:nvPicPr>
        <p:blipFill rotWithShape="1">
          <a:blip r:embed="rId3">
            <a:alphaModFix/>
          </a:blip>
          <a:srcRect b="10142" l="15129" r="15206" t="10226"/>
          <a:stretch/>
        </p:blipFill>
        <p:spPr>
          <a:xfrm>
            <a:off x="6406915" y="1462251"/>
            <a:ext cx="570316" cy="570684"/>
          </a:xfrm>
          <a:custGeom>
            <a:rect b="b" l="l" r="r" t="t"/>
            <a:pathLst>
              <a:path extrusionOk="0" h="21548" w="21596">
                <a:moveTo>
                  <a:pt x="10836" y="0"/>
                </a:moveTo>
                <a:cubicBezTo>
                  <a:pt x="9808" y="0"/>
                  <a:pt x="9329" y="48"/>
                  <a:pt x="8311" y="285"/>
                </a:cubicBezTo>
                <a:cubicBezTo>
                  <a:pt x="6601" y="683"/>
                  <a:pt x="5098" y="1446"/>
                  <a:pt x="3787" y="2578"/>
                </a:cubicBezTo>
                <a:cubicBezTo>
                  <a:pt x="2811" y="3420"/>
                  <a:pt x="2228" y="4098"/>
                  <a:pt x="1518" y="5230"/>
                </a:cubicBezTo>
                <a:cubicBezTo>
                  <a:pt x="1213" y="5717"/>
                  <a:pt x="733" y="6742"/>
                  <a:pt x="586" y="7208"/>
                </a:cubicBezTo>
                <a:cubicBezTo>
                  <a:pt x="539" y="7357"/>
                  <a:pt x="475" y="7528"/>
                  <a:pt x="451" y="7583"/>
                </a:cubicBezTo>
                <a:cubicBezTo>
                  <a:pt x="395" y="7708"/>
                  <a:pt x="286" y="8206"/>
                  <a:pt x="241" y="8497"/>
                </a:cubicBezTo>
                <a:cubicBezTo>
                  <a:pt x="222" y="8619"/>
                  <a:pt x="186" y="8739"/>
                  <a:pt x="166" y="8767"/>
                </a:cubicBezTo>
                <a:cubicBezTo>
                  <a:pt x="96" y="8859"/>
                  <a:pt x="0" y="10052"/>
                  <a:pt x="0" y="10820"/>
                </a:cubicBezTo>
                <a:cubicBezTo>
                  <a:pt x="0" y="11586"/>
                  <a:pt x="88" y="12582"/>
                  <a:pt x="166" y="12768"/>
                </a:cubicBezTo>
                <a:cubicBezTo>
                  <a:pt x="188" y="12822"/>
                  <a:pt x="256" y="13088"/>
                  <a:pt x="316" y="13367"/>
                </a:cubicBezTo>
                <a:cubicBezTo>
                  <a:pt x="375" y="13646"/>
                  <a:pt x="442" y="13938"/>
                  <a:pt x="481" y="14011"/>
                </a:cubicBezTo>
                <a:cubicBezTo>
                  <a:pt x="520" y="14085"/>
                  <a:pt x="556" y="14170"/>
                  <a:pt x="556" y="14206"/>
                </a:cubicBezTo>
                <a:cubicBezTo>
                  <a:pt x="557" y="14402"/>
                  <a:pt x="1269" y="15929"/>
                  <a:pt x="1548" y="16334"/>
                </a:cubicBezTo>
                <a:cubicBezTo>
                  <a:pt x="1596" y="16404"/>
                  <a:pt x="1714" y="16606"/>
                  <a:pt x="1819" y="16769"/>
                </a:cubicBezTo>
                <a:cubicBezTo>
                  <a:pt x="2071" y="17164"/>
                  <a:pt x="2702" y="17937"/>
                  <a:pt x="3036" y="18267"/>
                </a:cubicBezTo>
                <a:cubicBezTo>
                  <a:pt x="3953" y="19176"/>
                  <a:pt x="4938" y="19893"/>
                  <a:pt x="5952" y="20395"/>
                </a:cubicBezTo>
                <a:cubicBezTo>
                  <a:pt x="7089" y="20959"/>
                  <a:pt x="7436" y="21072"/>
                  <a:pt x="9228" y="21444"/>
                </a:cubicBezTo>
                <a:cubicBezTo>
                  <a:pt x="9350" y="21470"/>
                  <a:pt x="9713" y="21498"/>
                  <a:pt x="10039" y="21519"/>
                </a:cubicBezTo>
                <a:cubicBezTo>
                  <a:pt x="11308" y="21600"/>
                  <a:pt x="12122" y="21521"/>
                  <a:pt x="13556" y="21175"/>
                </a:cubicBezTo>
                <a:cubicBezTo>
                  <a:pt x="15960" y="20594"/>
                  <a:pt x="18433" y="18851"/>
                  <a:pt x="19778" y="16784"/>
                </a:cubicBezTo>
                <a:cubicBezTo>
                  <a:pt x="19891" y="16610"/>
                  <a:pt x="20025" y="16396"/>
                  <a:pt x="20079" y="16319"/>
                </a:cubicBezTo>
                <a:cubicBezTo>
                  <a:pt x="20207" y="16135"/>
                  <a:pt x="20679" y="15211"/>
                  <a:pt x="20815" y="14866"/>
                </a:cubicBezTo>
                <a:cubicBezTo>
                  <a:pt x="21397" y="13387"/>
                  <a:pt x="21590" y="12361"/>
                  <a:pt x="21596" y="10820"/>
                </a:cubicBezTo>
                <a:cubicBezTo>
                  <a:pt x="21600" y="9978"/>
                  <a:pt x="21553" y="9237"/>
                  <a:pt x="21461" y="8886"/>
                </a:cubicBezTo>
                <a:cubicBezTo>
                  <a:pt x="21436" y="8791"/>
                  <a:pt x="21372" y="8516"/>
                  <a:pt x="21326" y="8272"/>
                </a:cubicBezTo>
                <a:cubicBezTo>
                  <a:pt x="21280" y="8028"/>
                  <a:pt x="21211" y="7754"/>
                  <a:pt x="21176" y="7673"/>
                </a:cubicBezTo>
                <a:cubicBezTo>
                  <a:pt x="21141" y="7591"/>
                  <a:pt x="21104" y="7471"/>
                  <a:pt x="21085" y="7403"/>
                </a:cubicBezTo>
                <a:cubicBezTo>
                  <a:pt x="20953" y="6930"/>
                  <a:pt x="20320" y="5551"/>
                  <a:pt x="20079" y="5200"/>
                </a:cubicBezTo>
                <a:cubicBezTo>
                  <a:pt x="20025" y="5123"/>
                  <a:pt x="19899" y="4928"/>
                  <a:pt x="19793" y="4765"/>
                </a:cubicBezTo>
                <a:cubicBezTo>
                  <a:pt x="19129" y="3743"/>
                  <a:pt x="17998" y="2603"/>
                  <a:pt x="16862" y="1828"/>
                </a:cubicBezTo>
                <a:cubicBezTo>
                  <a:pt x="15872" y="1153"/>
                  <a:pt x="14620" y="594"/>
                  <a:pt x="13541" y="345"/>
                </a:cubicBezTo>
                <a:cubicBezTo>
                  <a:pt x="13282" y="285"/>
                  <a:pt x="12923" y="204"/>
                  <a:pt x="12760" y="165"/>
                </a:cubicBezTo>
                <a:cubicBezTo>
                  <a:pt x="12224" y="35"/>
                  <a:pt x="11790" y="0"/>
                  <a:pt x="10836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png-klev-club-p-serdtse-3d-png-20.png" id="656" name="Google Shape;656;p37"/>
          <p:cNvPicPr preferRelativeResize="0"/>
          <p:nvPr/>
        </p:nvPicPr>
        <p:blipFill rotWithShape="1">
          <a:blip r:embed="rId4">
            <a:alphaModFix/>
          </a:blip>
          <a:srcRect b="574" l="643" r="716" t="586"/>
          <a:stretch/>
        </p:blipFill>
        <p:spPr>
          <a:xfrm>
            <a:off x="2184356" y="1482861"/>
            <a:ext cx="570242" cy="497686"/>
          </a:xfrm>
          <a:custGeom>
            <a:rect b="b" l="l" r="r" t="t"/>
            <a:pathLst>
              <a:path extrusionOk="0" h="21596" w="21589">
                <a:moveTo>
                  <a:pt x="15609" y="1"/>
                </a:moveTo>
                <a:cubicBezTo>
                  <a:pt x="15120" y="-3"/>
                  <a:pt x="14612" y="51"/>
                  <a:pt x="14076" y="173"/>
                </a:cubicBezTo>
                <a:cubicBezTo>
                  <a:pt x="13203" y="372"/>
                  <a:pt x="12474" y="655"/>
                  <a:pt x="11116" y="1310"/>
                </a:cubicBezTo>
                <a:cubicBezTo>
                  <a:pt x="10709" y="1506"/>
                  <a:pt x="10631" y="1534"/>
                  <a:pt x="10515" y="1499"/>
                </a:cubicBezTo>
                <a:cubicBezTo>
                  <a:pt x="10467" y="1484"/>
                  <a:pt x="10236" y="1365"/>
                  <a:pt x="9990" y="1241"/>
                </a:cubicBezTo>
                <a:cubicBezTo>
                  <a:pt x="8583" y="528"/>
                  <a:pt x="7723" y="228"/>
                  <a:pt x="6669" y="70"/>
                </a:cubicBezTo>
                <a:cubicBezTo>
                  <a:pt x="6257" y="8"/>
                  <a:pt x="5442" y="19"/>
                  <a:pt x="5061" y="87"/>
                </a:cubicBezTo>
                <a:cubicBezTo>
                  <a:pt x="4285" y="225"/>
                  <a:pt x="3596" y="519"/>
                  <a:pt x="2988" y="982"/>
                </a:cubicBezTo>
                <a:cubicBezTo>
                  <a:pt x="2647" y="1242"/>
                  <a:pt x="2439" y="1438"/>
                  <a:pt x="2116" y="1809"/>
                </a:cubicBezTo>
                <a:cubicBezTo>
                  <a:pt x="1568" y="2439"/>
                  <a:pt x="1147" y="3122"/>
                  <a:pt x="749" y="4013"/>
                </a:cubicBezTo>
                <a:cubicBezTo>
                  <a:pt x="351" y="4904"/>
                  <a:pt x="128" y="5700"/>
                  <a:pt x="28" y="6648"/>
                </a:cubicBezTo>
                <a:cubicBezTo>
                  <a:pt x="-11" y="7016"/>
                  <a:pt x="-6" y="7828"/>
                  <a:pt x="28" y="8198"/>
                </a:cubicBezTo>
                <a:cubicBezTo>
                  <a:pt x="268" y="10788"/>
                  <a:pt x="1566" y="13423"/>
                  <a:pt x="3964" y="16120"/>
                </a:cubicBezTo>
                <a:cubicBezTo>
                  <a:pt x="5201" y="17511"/>
                  <a:pt x="6446" y="18643"/>
                  <a:pt x="8096" y="19892"/>
                </a:cubicBezTo>
                <a:cubicBezTo>
                  <a:pt x="9179" y="20711"/>
                  <a:pt x="9927" y="21237"/>
                  <a:pt x="10335" y="21476"/>
                </a:cubicBezTo>
                <a:cubicBezTo>
                  <a:pt x="10453" y="21546"/>
                  <a:pt x="10576" y="21597"/>
                  <a:pt x="10606" y="21597"/>
                </a:cubicBezTo>
                <a:cubicBezTo>
                  <a:pt x="10788" y="21596"/>
                  <a:pt x="11608" y="21050"/>
                  <a:pt x="12919" y="20047"/>
                </a:cubicBezTo>
                <a:cubicBezTo>
                  <a:pt x="14486" y="18849"/>
                  <a:pt x="15687" y="17824"/>
                  <a:pt x="16721" y="16809"/>
                </a:cubicBezTo>
                <a:cubicBezTo>
                  <a:pt x="19435" y="14145"/>
                  <a:pt x="21018" y="11532"/>
                  <a:pt x="21469" y="8973"/>
                </a:cubicBezTo>
                <a:cubicBezTo>
                  <a:pt x="21563" y="8437"/>
                  <a:pt x="21589" y="8125"/>
                  <a:pt x="21589" y="7509"/>
                </a:cubicBezTo>
                <a:cubicBezTo>
                  <a:pt x="21589" y="6899"/>
                  <a:pt x="21564" y="6604"/>
                  <a:pt x="21469" y="6063"/>
                </a:cubicBezTo>
                <a:cubicBezTo>
                  <a:pt x="21214" y="4614"/>
                  <a:pt x="20469" y="3005"/>
                  <a:pt x="19561" y="1929"/>
                </a:cubicBezTo>
                <a:cubicBezTo>
                  <a:pt x="18818" y="1051"/>
                  <a:pt x="17986" y="485"/>
                  <a:pt x="17021" y="207"/>
                </a:cubicBezTo>
                <a:cubicBezTo>
                  <a:pt x="16571" y="78"/>
                  <a:pt x="16098" y="4"/>
                  <a:pt x="15609" y="1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8"/>
          <p:cNvSpPr txBox="1"/>
          <p:nvPr/>
        </p:nvSpPr>
        <p:spPr>
          <a:xfrm>
            <a:off x="457199" y="330288"/>
            <a:ext cx="8394194" cy="811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Часть 1: </a:t>
            </a:r>
            <a:r>
              <a:rPr b="1" i="0" lang="en-US" sz="2800" u="none" cap="none" strike="noStrike">
                <a:solidFill>
                  <a:schemeClr val="accent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В2С-направление</a:t>
            </a:r>
            <a:r>
              <a:rPr b="1" i="0" lang="en-US" sz="28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1" i="0" lang="en-US" sz="28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28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Что мы продаём людям?</a:t>
            </a:r>
            <a:endParaRPr/>
          </a:p>
        </p:txBody>
      </p:sp>
      <p:sp>
        <p:nvSpPr>
          <p:cNvPr id="662" name="Google Shape;662;p38"/>
          <p:cNvSpPr/>
          <p:nvPr/>
        </p:nvSpPr>
        <p:spPr>
          <a:xfrm>
            <a:off x="450176" y="1735981"/>
            <a:ext cx="4038601" cy="2460139"/>
          </a:xfrm>
          <a:prstGeom prst="roundRect">
            <a:avLst>
              <a:gd fmla="val 44602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8"/>
          <p:cNvSpPr txBox="1"/>
          <p:nvPr/>
        </p:nvSpPr>
        <p:spPr>
          <a:xfrm>
            <a:off x="1029182" y="2034939"/>
            <a:ext cx="3238501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Бесшовный опыт (Direct API)</a:t>
            </a:r>
            <a:endParaRPr/>
          </a:p>
        </p:txBody>
      </p:sp>
      <p:sp>
        <p:nvSpPr>
          <p:cNvPr id="664" name="Google Shape;664;p38"/>
          <p:cNvSpPr txBox="1"/>
          <p:nvPr/>
        </p:nvSpPr>
        <p:spPr>
          <a:xfrm>
            <a:off x="1029182" y="2353760"/>
            <a:ext cx="3119373" cy="1764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 отличие от классических агрегаторов (где клиент кликает и улетает на сайт банка, теряясь там), мы проводим клиента по протоколу Direct CPA. 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Вся анкета заполняется внутри нашего интерфейса, мы контролируем воронку до конца, а клиент чувствует, что работает с единым доверенным брендом.</a:t>
            </a:r>
            <a:endParaRPr/>
          </a:p>
        </p:txBody>
      </p:sp>
      <p:sp>
        <p:nvSpPr>
          <p:cNvPr id="665" name="Google Shape;665;p38"/>
          <p:cNvSpPr/>
          <p:nvPr/>
        </p:nvSpPr>
        <p:spPr>
          <a:xfrm>
            <a:off x="4734232" y="1788713"/>
            <a:ext cx="4038601" cy="2460139"/>
          </a:xfrm>
          <a:prstGeom prst="roundRect">
            <a:avLst>
              <a:gd fmla="val 44602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8"/>
          <p:cNvSpPr txBox="1"/>
          <p:nvPr/>
        </p:nvSpPr>
        <p:spPr>
          <a:xfrm>
            <a:off x="5194431" y="2034939"/>
            <a:ext cx="3238501" cy="172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Траектория реабилитации (LTV-генератор)</a:t>
            </a:r>
            <a:endParaRPr/>
          </a:p>
        </p:txBody>
      </p:sp>
      <p:sp>
        <p:nvSpPr>
          <p:cNvPr id="667" name="Google Shape;667;p38"/>
          <p:cNvSpPr txBox="1"/>
          <p:nvPr/>
        </p:nvSpPr>
        <p:spPr>
          <a:xfrm>
            <a:off x="5193846" y="2353760"/>
            <a:ext cx="3119373" cy="1764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Если клиенту везде отказывают, мы не бросаем его. Мы автоматически переводим его на трек «Финансового оздоровления»: предлагаем услуги БФЛ (банкротство — чек для нас 10-15 тыс. руб. за лид) или программы улучшения кредитной истории. </a:t>
            </a:r>
            <a:endParaRPr/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t/>
            </a:r>
            <a:endParaRPr b="0" i="0" sz="1000" u="none" cap="none" strike="noStrike">
              <a:solidFill>
                <a:srgbClr val="CBD5E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Мы монетизируем даже отказы.</a:t>
            </a:r>
            <a:endParaRPr/>
          </a:p>
        </p:txBody>
      </p:sp>
      <p:pic>
        <p:nvPicPr>
          <p:cNvPr descr="449ecd78-13b1-49b8-bfea-22e3c2510818.jpeg" id="668" name="Google Shape;668;p38"/>
          <p:cNvPicPr preferRelativeResize="0"/>
          <p:nvPr/>
        </p:nvPicPr>
        <p:blipFill rotWithShape="1">
          <a:blip r:embed="rId3">
            <a:alphaModFix/>
          </a:blip>
          <a:srcRect b="28237" l="17979" r="17200" t="9178"/>
          <a:stretch/>
        </p:blipFill>
        <p:spPr>
          <a:xfrm>
            <a:off x="2211273" y="1397136"/>
            <a:ext cx="516408" cy="498591"/>
          </a:xfrm>
          <a:custGeom>
            <a:rect b="b" l="l" r="r" t="t"/>
            <a:pathLst>
              <a:path extrusionOk="0" h="21584" w="21569">
                <a:moveTo>
                  <a:pt x="8984" y="36"/>
                </a:moveTo>
                <a:cubicBezTo>
                  <a:pt x="8811" y="55"/>
                  <a:pt x="8580" y="83"/>
                  <a:pt x="8471" y="104"/>
                </a:cubicBezTo>
                <a:cubicBezTo>
                  <a:pt x="8361" y="125"/>
                  <a:pt x="8190" y="156"/>
                  <a:pt x="8089" y="173"/>
                </a:cubicBezTo>
                <a:cubicBezTo>
                  <a:pt x="7754" y="231"/>
                  <a:pt x="7344" y="320"/>
                  <a:pt x="6796" y="448"/>
                </a:cubicBezTo>
                <a:cubicBezTo>
                  <a:pt x="6714" y="467"/>
                  <a:pt x="6576" y="482"/>
                  <a:pt x="6498" y="482"/>
                </a:cubicBezTo>
                <a:cubicBezTo>
                  <a:pt x="6420" y="483"/>
                  <a:pt x="6365" y="502"/>
                  <a:pt x="6365" y="517"/>
                </a:cubicBezTo>
                <a:cubicBezTo>
                  <a:pt x="6365" y="532"/>
                  <a:pt x="6301" y="546"/>
                  <a:pt x="6233" y="551"/>
                </a:cubicBezTo>
                <a:cubicBezTo>
                  <a:pt x="6165" y="556"/>
                  <a:pt x="6110" y="572"/>
                  <a:pt x="6100" y="585"/>
                </a:cubicBezTo>
                <a:cubicBezTo>
                  <a:pt x="6091" y="599"/>
                  <a:pt x="6032" y="614"/>
                  <a:pt x="5968" y="620"/>
                </a:cubicBezTo>
                <a:cubicBezTo>
                  <a:pt x="5904" y="626"/>
                  <a:pt x="5841" y="654"/>
                  <a:pt x="5835" y="671"/>
                </a:cubicBezTo>
                <a:cubicBezTo>
                  <a:pt x="5829" y="689"/>
                  <a:pt x="5782" y="688"/>
                  <a:pt x="5719" y="688"/>
                </a:cubicBezTo>
                <a:cubicBezTo>
                  <a:pt x="5656" y="688"/>
                  <a:pt x="5603" y="721"/>
                  <a:pt x="5603" y="740"/>
                </a:cubicBezTo>
                <a:cubicBezTo>
                  <a:pt x="5603" y="759"/>
                  <a:pt x="5544" y="774"/>
                  <a:pt x="5470" y="774"/>
                </a:cubicBezTo>
                <a:cubicBezTo>
                  <a:pt x="5397" y="774"/>
                  <a:pt x="5338" y="776"/>
                  <a:pt x="5338" y="792"/>
                </a:cubicBezTo>
                <a:cubicBezTo>
                  <a:pt x="5338" y="807"/>
                  <a:pt x="5273" y="821"/>
                  <a:pt x="5205" y="826"/>
                </a:cubicBezTo>
                <a:cubicBezTo>
                  <a:pt x="5137" y="831"/>
                  <a:pt x="5070" y="855"/>
                  <a:pt x="5056" y="877"/>
                </a:cubicBezTo>
                <a:cubicBezTo>
                  <a:pt x="5042" y="900"/>
                  <a:pt x="5040" y="906"/>
                  <a:pt x="5039" y="895"/>
                </a:cubicBezTo>
                <a:cubicBezTo>
                  <a:pt x="5039" y="863"/>
                  <a:pt x="4610" y="960"/>
                  <a:pt x="4360" y="1049"/>
                </a:cubicBezTo>
                <a:cubicBezTo>
                  <a:pt x="4277" y="1079"/>
                  <a:pt x="4144" y="1131"/>
                  <a:pt x="4061" y="1152"/>
                </a:cubicBezTo>
                <a:cubicBezTo>
                  <a:pt x="3857" y="1206"/>
                  <a:pt x="3092" y="1446"/>
                  <a:pt x="2868" y="1530"/>
                </a:cubicBezTo>
                <a:cubicBezTo>
                  <a:pt x="2767" y="1568"/>
                  <a:pt x="2582" y="1639"/>
                  <a:pt x="2453" y="1685"/>
                </a:cubicBezTo>
                <a:cubicBezTo>
                  <a:pt x="2325" y="1731"/>
                  <a:pt x="2169" y="1791"/>
                  <a:pt x="2105" y="1822"/>
                </a:cubicBezTo>
                <a:cubicBezTo>
                  <a:pt x="2041" y="1854"/>
                  <a:pt x="1967" y="1886"/>
                  <a:pt x="1940" y="1891"/>
                </a:cubicBezTo>
                <a:cubicBezTo>
                  <a:pt x="1913" y="1896"/>
                  <a:pt x="1880" y="1923"/>
                  <a:pt x="1873" y="1943"/>
                </a:cubicBezTo>
                <a:cubicBezTo>
                  <a:pt x="1867" y="1963"/>
                  <a:pt x="1855" y="1970"/>
                  <a:pt x="1840" y="1960"/>
                </a:cubicBezTo>
                <a:cubicBezTo>
                  <a:pt x="1825" y="1950"/>
                  <a:pt x="1786" y="1964"/>
                  <a:pt x="1757" y="1994"/>
                </a:cubicBezTo>
                <a:cubicBezTo>
                  <a:pt x="1728" y="2024"/>
                  <a:pt x="1708" y="2027"/>
                  <a:pt x="1708" y="2011"/>
                </a:cubicBezTo>
                <a:cubicBezTo>
                  <a:pt x="1708" y="1996"/>
                  <a:pt x="1666" y="2033"/>
                  <a:pt x="1625" y="2080"/>
                </a:cubicBezTo>
                <a:cubicBezTo>
                  <a:pt x="1584" y="2128"/>
                  <a:pt x="1509" y="2191"/>
                  <a:pt x="1459" y="2218"/>
                </a:cubicBezTo>
                <a:cubicBezTo>
                  <a:pt x="1409" y="2244"/>
                  <a:pt x="1376" y="2269"/>
                  <a:pt x="1376" y="2286"/>
                </a:cubicBezTo>
                <a:cubicBezTo>
                  <a:pt x="1376" y="2303"/>
                  <a:pt x="1358" y="2313"/>
                  <a:pt x="1343" y="2303"/>
                </a:cubicBezTo>
                <a:cubicBezTo>
                  <a:pt x="1328" y="2294"/>
                  <a:pt x="1169" y="2449"/>
                  <a:pt x="978" y="2647"/>
                </a:cubicBezTo>
                <a:cubicBezTo>
                  <a:pt x="788" y="2845"/>
                  <a:pt x="645" y="3008"/>
                  <a:pt x="663" y="3008"/>
                </a:cubicBezTo>
                <a:cubicBezTo>
                  <a:pt x="681" y="3008"/>
                  <a:pt x="668" y="3028"/>
                  <a:pt x="647" y="3042"/>
                </a:cubicBezTo>
                <a:cubicBezTo>
                  <a:pt x="625" y="3056"/>
                  <a:pt x="603" y="3083"/>
                  <a:pt x="597" y="3111"/>
                </a:cubicBezTo>
                <a:cubicBezTo>
                  <a:pt x="591" y="3139"/>
                  <a:pt x="570" y="3188"/>
                  <a:pt x="547" y="3214"/>
                </a:cubicBezTo>
                <a:cubicBezTo>
                  <a:pt x="524" y="3240"/>
                  <a:pt x="505" y="3267"/>
                  <a:pt x="514" y="3283"/>
                </a:cubicBezTo>
                <a:cubicBezTo>
                  <a:pt x="523" y="3298"/>
                  <a:pt x="511" y="3322"/>
                  <a:pt x="481" y="3334"/>
                </a:cubicBezTo>
                <a:cubicBezTo>
                  <a:pt x="451" y="3346"/>
                  <a:pt x="437" y="3357"/>
                  <a:pt x="448" y="3369"/>
                </a:cubicBezTo>
                <a:cubicBezTo>
                  <a:pt x="459" y="3380"/>
                  <a:pt x="441" y="3410"/>
                  <a:pt x="415" y="3437"/>
                </a:cubicBezTo>
                <a:cubicBezTo>
                  <a:pt x="388" y="3465"/>
                  <a:pt x="388" y="3506"/>
                  <a:pt x="398" y="3523"/>
                </a:cubicBezTo>
                <a:cubicBezTo>
                  <a:pt x="408" y="3541"/>
                  <a:pt x="401" y="3558"/>
                  <a:pt x="381" y="3558"/>
                </a:cubicBezTo>
                <a:cubicBezTo>
                  <a:pt x="362" y="3558"/>
                  <a:pt x="332" y="3588"/>
                  <a:pt x="332" y="3626"/>
                </a:cubicBezTo>
                <a:cubicBezTo>
                  <a:pt x="332" y="3664"/>
                  <a:pt x="330" y="3695"/>
                  <a:pt x="315" y="3695"/>
                </a:cubicBezTo>
                <a:cubicBezTo>
                  <a:pt x="301" y="3695"/>
                  <a:pt x="270" y="3800"/>
                  <a:pt x="249" y="3918"/>
                </a:cubicBezTo>
                <a:cubicBezTo>
                  <a:pt x="227" y="4037"/>
                  <a:pt x="186" y="4194"/>
                  <a:pt x="166" y="4279"/>
                </a:cubicBezTo>
                <a:cubicBezTo>
                  <a:pt x="32" y="4851"/>
                  <a:pt x="0" y="5329"/>
                  <a:pt x="0" y="6427"/>
                </a:cubicBezTo>
                <a:cubicBezTo>
                  <a:pt x="0" y="7505"/>
                  <a:pt x="28" y="8087"/>
                  <a:pt x="166" y="9347"/>
                </a:cubicBezTo>
                <a:cubicBezTo>
                  <a:pt x="184" y="9509"/>
                  <a:pt x="227" y="9914"/>
                  <a:pt x="249" y="10241"/>
                </a:cubicBezTo>
                <a:cubicBezTo>
                  <a:pt x="271" y="10568"/>
                  <a:pt x="300" y="10842"/>
                  <a:pt x="315" y="10842"/>
                </a:cubicBezTo>
                <a:cubicBezTo>
                  <a:pt x="330" y="10842"/>
                  <a:pt x="332" y="10965"/>
                  <a:pt x="332" y="11117"/>
                </a:cubicBezTo>
                <a:cubicBezTo>
                  <a:pt x="332" y="11269"/>
                  <a:pt x="349" y="11392"/>
                  <a:pt x="365" y="11392"/>
                </a:cubicBezTo>
                <a:cubicBezTo>
                  <a:pt x="380" y="11392"/>
                  <a:pt x="394" y="11488"/>
                  <a:pt x="398" y="11615"/>
                </a:cubicBezTo>
                <a:cubicBezTo>
                  <a:pt x="402" y="11743"/>
                  <a:pt x="417" y="11863"/>
                  <a:pt x="431" y="11873"/>
                </a:cubicBezTo>
                <a:cubicBezTo>
                  <a:pt x="445" y="11883"/>
                  <a:pt x="460" y="11983"/>
                  <a:pt x="464" y="12096"/>
                </a:cubicBezTo>
                <a:cubicBezTo>
                  <a:pt x="469" y="12210"/>
                  <a:pt x="484" y="12310"/>
                  <a:pt x="497" y="12320"/>
                </a:cubicBezTo>
                <a:cubicBezTo>
                  <a:pt x="511" y="12329"/>
                  <a:pt x="526" y="12422"/>
                  <a:pt x="531" y="12526"/>
                </a:cubicBezTo>
                <a:cubicBezTo>
                  <a:pt x="536" y="12630"/>
                  <a:pt x="551" y="12722"/>
                  <a:pt x="564" y="12732"/>
                </a:cubicBezTo>
                <a:cubicBezTo>
                  <a:pt x="577" y="12742"/>
                  <a:pt x="592" y="12819"/>
                  <a:pt x="597" y="12904"/>
                </a:cubicBezTo>
                <a:cubicBezTo>
                  <a:pt x="602" y="12989"/>
                  <a:pt x="617" y="13066"/>
                  <a:pt x="630" y="13076"/>
                </a:cubicBezTo>
                <a:cubicBezTo>
                  <a:pt x="643" y="13085"/>
                  <a:pt x="658" y="13170"/>
                  <a:pt x="663" y="13265"/>
                </a:cubicBezTo>
                <a:cubicBezTo>
                  <a:pt x="668" y="13359"/>
                  <a:pt x="684" y="13444"/>
                  <a:pt x="696" y="13454"/>
                </a:cubicBezTo>
                <a:cubicBezTo>
                  <a:pt x="708" y="13463"/>
                  <a:pt x="725" y="13509"/>
                  <a:pt x="730" y="13557"/>
                </a:cubicBezTo>
                <a:cubicBezTo>
                  <a:pt x="734" y="13604"/>
                  <a:pt x="746" y="13696"/>
                  <a:pt x="763" y="13763"/>
                </a:cubicBezTo>
                <a:cubicBezTo>
                  <a:pt x="779" y="13829"/>
                  <a:pt x="811" y="13945"/>
                  <a:pt x="829" y="14021"/>
                </a:cubicBezTo>
                <a:cubicBezTo>
                  <a:pt x="948" y="14514"/>
                  <a:pt x="1004" y="14699"/>
                  <a:pt x="1045" y="14794"/>
                </a:cubicBezTo>
                <a:cubicBezTo>
                  <a:pt x="1061" y="14832"/>
                  <a:pt x="1084" y="14931"/>
                  <a:pt x="1111" y="15017"/>
                </a:cubicBezTo>
                <a:cubicBezTo>
                  <a:pt x="1212" y="15343"/>
                  <a:pt x="1562" y="16110"/>
                  <a:pt x="1641" y="16185"/>
                </a:cubicBezTo>
                <a:cubicBezTo>
                  <a:pt x="1673" y="16216"/>
                  <a:pt x="1708" y="16275"/>
                  <a:pt x="1708" y="16306"/>
                </a:cubicBezTo>
                <a:cubicBezTo>
                  <a:pt x="1708" y="16337"/>
                  <a:pt x="1722" y="16357"/>
                  <a:pt x="1741" y="16357"/>
                </a:cubicBezTo>
                <a:cubicBezTo>
                  <a:pt x="1759" y="16357"/>
                  <a:pt x="1762" y="16375"/>
                  <a:pt x="1757" y="16392"/>
                </a:cubicBezTo>
                <a:cubicBezTo>
                  <a:pt x="1753" y="16408"/>
                  <a:pt x="1809" y="16473"/>
                  <a:pt x="1873" y="16546"/>
                </a:cubicBezTo>
                <a:cubicBezTo>
                  <a:pt x="1937" y="16620"/>
                  <a:pt x="1991" y="16691"/>
                  <a:pt x="1989" y="16701"/>
                </a:cubicBezTo>
                <a:cubicBezTo>
                  <a:pt x="1980" y="16750"/>
                  <a:pt x="2698" y="17560"/>
                  <a:pt x="2752" y="17560"/>
                </a:cubicBezTo>
                <a:cubicBezTo>
                  <a:pt x="2768" y="17560"/>
                  <a:pt x="2849" y="17630"/>
                  <a:pt x="2934" y="17714"/>
                </a:cubicBezTo>
                <a:cubicBezTo>
                  <a:pt x="3128" y="17905"/>
                  <a:pt x="3349" y="18065"/>
                  <a:pt x="4061" y="18539"/>
                </a:cubicBezTo>
                <a:cubicBezTo>
                  <a:pt x="4146" y="18596"/>
                  <a:pt x="4236" y="18669"/>
                  <a:pt x="4260" y="18694"/>
                </a:cubicBezTo>
                <a:cubicBezTo>
                  <a:pt x="4285" y="18718"/>
                  <a:pt x="4326" y="18722"/>
                  <a:pt x="4343" y="18711"/>
                </a:cubicBezTo>
                <a:cubicBezTo>
                  <a:pt x="4360" y="18700"/>
                  <a:pt x="4360" y="18708"/>
                  <a:pt x="4360" y="18728"/>
                </a:cubicBezTo>
                <a:cubicBezTo>
                  <a:pt x="4360" y="18748"/>
                  <a:pt x="4384" y="18762"/>
                  <a:pt x="4409" y="18762"/>
                </a:cubicBezTo>
                <a:cubicBezTo>
                  <a:pt x="4435" y="18762"/>
                  <a:pt x="4470" y="18779"/>
                  <a:pt x="4476" y="18797"/>
                </a:cubicBezTo>
                <a:cubicBezTo>
                  <a:pt x="4482" y="18814"/>
                  <a:pt x="4499" y="18842"/>
                  <a:pt x="4525" y="18848"/>
                </a:cubicBezTo>
                <a:cubicBezTo>
                  <a:pt x="4552" y="18854"/>
                  <a:pt x="4613" y="18893"/>
                  <a:pt x="4658" y="18934"/>
                </a:cubicBezTo>
                <a:cubicBezTo>
                  <a:pt x="4703" y="18976"/>
                  <a:pt x="4759" y="18995"/>
                  <a:pt x="4774" y="18986"/>
                </a:cubicBezTo>
                <a:cubicBezTo>
                  <a:pt x="4789" y="18976"/>
                  <a:pt x="4791" y="18983"/>
                  <a:pt x="4791" y="19003"/>
                </a:cubicBezTo>
                <a:cubicBezTo>
                  <a:pt x="4791" y="19023"/>
                  <a:pt x="4820" y="19037"/>
                  <a:pt x="4857" y="19037"/>
                </a:cubicBezTo>
                <a:cubicBezTo>
                  <a:pt x="4894" y="19037"/>
                  <a:pt x="4940" y="19053"/>
                  <a:pt x="4940" y="19072"/>
                </a:cubicBezTo>
                <a:cubicBezTo>
                  <a:pt x="4940" y="19091"/>
                  <a:pt x="4949" y="19106"/>
                  <a:pt x="4973" y="19106"/>
                </a:cubicBezTo>
                <a:cubicBezTo>
                  <a:pt x="5034" y="19106"/>
                  <a:pt x="5762" y="19492"/>
                  <a:pt x="5885" y="19587"/>
                </a:cubicBezTo>
                <a:cubicBezTo>
                  <a:pt x="6003" y="19678"/>
                  <a:pt x="6929" y="20166"/>
                  <a:pt x="6929" y="20137"/>
                </a:cubicBezTo>
                <a:cubicBezTo>
                  <a:pt x="6929" y="20126"/>
                  <a:pt x="6950" y="20141"/>
                  <a:pt x="6979" y="20171"/>
                </a:cubicBezTo>
                <a:cubicBezTo>
                  <a:pt x="7008" y="20201"/>
                  <a:pt x="7045" y="20216"/>
                  <a:pt x="7062" y="20206"/>
                </a:cubicBezTo>
                <a:cubicBezTo>
                  <a:pt x="7078" y="20195"/>
                  <a:pt x="7095" y="20203"/>
                  <a:pt x="7095" y="20223"/>
                </a:cubicBezTo>
                <a:cubicBezTo>
                  <a:pt x="7095" y="20243"/>
                  <a:pt x="7119" y="20257"/>
                  <a:pt x="7145" y="20257"/>
                </a:cubicBezTo>
                <a:cubicBezTo>
                  <a:pt x="7170" y="20257"/>
                  <a:pt x="7188" y="20274"/>
                  <a:pt x="7194" y="20291"/>
                </a:cubicBezTo>
                <a:cubicBezTo>
                  <a:pt x="7200" y="20309"/>
                  <a:pt x="7233" y="20320"/>
                  <a:pt x="7261" y="20326"/>
                </a:cubicBezTo>
                <a:cubicBezTo>
                  <a:pt x="7288" y="20332"/>
                  <a:pt x="7318" y="20348"/>
                  <a:pt x="7327" y="20360"/>
                </a:cubicBezTo>
                <a:cubicBezTo>
                  <a:pt x="7336" y="20372"/>
                  <a:pt x="7381" y="20388"/>
                  <a:pt x="7426" y="20395"/>
                </a:cubicBezTo>
                <a:cubicBezTo>
                  <a:pt x="7472" y="20401"/>
                  <a:pt x="7535" y="20422"/>
                  <a:pt x="7559" y="20446"/>
                </a:cubicBezTo>
                <a:cubicBezTo>
                  <a:pt x="7583" y="20470"/>
                  <a:pt x="7608" y="20491"/>
                  <a:pt x="7625" y="20480"/>
                </a:cubicBezTo>
                <a:cubicBezTo>
                  <a:pt x="7642" y="20470"/>
                  <a:pt x="7658" y="20478"/>
                  <a:pt x="7658" y="20498"/>
                </a:cubicBezTo>
                <a:cubicBezTo>
                  <a:pt x="7658" y="20518"/>
                  <a:pt x="7685" y="20532"/>
                  <a:pt x="7708" y="20532"/>
                </a:cubicBezTo>
                <a:cubicBezTo>
                  <a:pt x="7731" y="20532"/>
                  <a:pt x="7858" y="20586"/>
                  <a:pt x="7990" y="20652"/>
                </a:cubicBezTo>
                <a:cubicBezTo>
                  <a:pt x="8122" y="20719"/>
                  <a:pt x="8248" y="20773"/>
                  <a:pt x="8272" y="20773"/>
                </a:cubicBezTo>
                <a:cubicBezTo>
                  <a:pt x="8296" y="20773"/>
                  <a:pt x="8335" y="20782"/>
                  <a:pt x="8371" y="20807"/>
                </a:cubicBezTo>
                <a:cubicBezTo>
                  <a:pt x="8407" y="20832"/>
                  <a:pt x="8549" y="20909"/>
                  <a:pt x="8686" y="20962"/>
                </a:cubicBezTo>
                <a:cubicBezTo>
                  <a:pt x="8823" y="21014"/>
                  <a:pt x="9011" y="21080"/>
                  <a:pt x="9101" y="21116"/>
                </a:cubicBezTo>
                <a:cubicBezTo>
                  <a:pt x="9190" y="21153"/>
                  <a:pt x="9289" y="21185"/>
                  <a:pt x="9316" y="21185"/>
                </a:cubicBezTo>
                <a:cubicBezTo>
                  <a:pt x="9343" y="21185"/>
                  <a:pt x="9452" y="21217"/>
                  <a:pt x="9565" y="21254"/>
                </a:cubicBezTo>
                <a:cubicBezTo>
                  <a:pt x="9677" y="21290"/>
                  <a:pt x="9847" y="21334"/>
                  <a:pt x="9929" y="21357"/>
                </a:cubicBezTo>
                <a:cubicBezTo>
                  <a:pt x="10012" y="21379"/>
                  <a:pt x="10103" y="21408"/>
                  <a:pt x="10145" y="21425"/>
                </a:cubicBezTo>
                <a:cubicBezTo>
                  <a:pt x="10187" y="21442"/>
                  <a:pt x="10274" y="21460"/>
                  <a:pt x="10327" y="21460"/>
                </a:cubicBezTo>
                <a:cubicBezTo>
                  <a:pt x="10380" y="21460"/>
                  <a:pt x="10432" y="21475"/>
                  <a:pt x="10443" y="21494"/>
                </a:cubicBezTo>
                <a:cubicBezTo>
                  <a:pt x="10454" y="21513"/>
                  <a:pt x="10538" y="21528"/>
                  <a:pt x="10642" y="21528"/>
                </a:cubicBezTo>
                <a:cubicBezTo>
                  <a:pt x="10746" y="21529"/>
                  <a:pt x="10863" y="21544"/>
                  <a:pt x="10891" y="21563"/>
                </a:cubicBezTo>
                <a:cubicBezTo>
                  <a:pt x="10921" y="21584"/>
                  <a:pt x="11215" y="21588"/>
                  <a:pt x="11653" y="21580"/>
                </a:cubicBezTo>
                <a:cubicBezTo>
                  <a:pt x="12497" y="21565"/>
                  <a:pt x="12697" y="21535"/>
                  <a:pt x="13311" y="21322"/>
                </a:cubicBezTo>
                <a:cubicBezTo>
                  <a:pt x="13625" y="21214"/>
                  <a:pt x="14649" y="20695"/>
                  <a:pt x="14770" y="20584"/>
                </a:cubicBezTo>
                <a:cubicBezTo>
                  <a:pt x="14805" y="20550"/>
                  <a:pt x="14852" y="20532"/>
                  <a:pt x="14886" y="20532"/>
                </a:cubicBezTo>
                <a:cubicBezTo>
                  <a:pt x="14919" y="20532"/>
                  <a:pt x="14952" y="20517"/>
                  <a:pt x="14952" y="20498"/>
                </a:cubicBezTo>
                <a:cubicBezTo>
                  <a:pt x="14952" y="20479"/>
                  <a:pt x="14961" y="20463"/>
                  <a:pt x="14985" y="20463"/>
                </a:cubicBezTo>
                <a:cubicBezTo>
                  <a:pt x="15009" y="20463"/>
                  <a:pt x="15061" y="20433"/>
                  <a:pt x="15101" y="20395"/>
                </a:cubicBezTo>
                <a:cubicBezTo>
                  <a:pt x="15141" y="20356"/>
                  <a:pt x="15184" y="20332"/>
                  <a:pt x="15184" y="20343"/>
                </a:cubicBezTo>
                <a:cubicBezTo>
                  <a:pt x="15184" y="20365"/>
                  <a:pt x="15387" y="20205"/>
                  <a:pt x="15499" y="20103"/>
                </a:cubicBezTo>
                <a:cubicBezTo>
                  <a:pt x="15641" y="19971"/>
                  <a:pt x="15795" y="19844"/>
                  <a:pt x="15946" y="19742"/>
                </a:cubicBezTo>
                <a:cubicBezTo>
                  <a:pt x="16034" y="19683"/>
                  <a:pt x="16176" y="19596"/>
                  <a:pt x="16245" y="19536"/>
                </a:cubicBezTo>
                <a:cubicBezTo>
                  <a:pt x="16560" y="19259"/>
                  <a:pt x="16728" y="19106"/>
                  <a:pt x="16759" y="19106"/>
                </a:cubicBezTo>
                <a:cubicBezTo>
                  <a:pt x="16777" y="19106"/>
                  <a:pt x="16855" y="19029"/>
                  <a:pt x="16941" y="18934"/>
                </a:cubicBezTo>
                <a:cubicBezTo>
                  <a:pt x="17027" y="18839"/>
                  <a:pt x="17109" y="18762"/>
                  <a:pt x="17123" y="18762"/>
                </a:cubicBezTo>
                <a:cubicBezTo>
                  <a:pt x="17137" y="18762"/>
                  <a:pt x="17222" y="18702"/>
                  <a:pt x="17306" y="18625"/>
                </a:cubicBezTo>
                <a:cubicBezTo>
                  <a:pt x="17390" y="18548"/>
                  <a:pt x="17551" y="18402"/>
                  <a:pt x="17670" y="18299"/>
                </a:cubicBezTo>
                <a:cubicBezTo>
                  <a:pt x="17789" y="18195"/>
                  <a:pt x="18005" y="18007"/>
                  <a:pt x="18151" y="17869"/>
                </a:cubicBezTo>
                <a:cubicBezTo>
                  <a:pt x="18528" y="17515"/>
                  <a:pt x="19420" y="16529"/>
                  <a:pt x="19361" y="16529"/>
                </a:cubicBezTo>
                <a:cubicBezTo>
                  <a:pt x="19349" y="16529"/>
                  <a:pt x="19390" y="16470"/>
                  <a:pt x="19444" y="16409"/>
                </a:cubicBezTo>
                <a:cubicBezTo>
                  <a:pt x="19498" y="16347"/>
                  <a:pt x="19540" y="16290"/>
                  <a:pt x="19543" y="16271"/>
                </a:cubicBezTo>
                <a:cubicBezTo>
                  <a:pt x="19547" y="16252"/>
                  <a:pt x="19580" y="16214"/>
                  <a:pt x="19610" y="16185"/>
                </a:cubicBezTo>
                <a:cubicBezTo>
                  <a:pt x="19639" y="16157"/>
                  <a:pt x="19677" y="16088"/>
                  <a:pt x="19709" y="16031"/>
                </a:cubicBezTo>
                <a:cubicBezTo>
                  <a:pt x="19845" y="15794"/>
                  <a:pt x="20208" y="15033"/>
                  <a:pt x="20273" y="14845"/>
                </a:cubicBezTo>
                <a:cubicBezTo>
                  <a:pt x="20405" y="14463"/>
                  <a:pt x="20560" y="13952"/>
                  <a:pt x="20571" y="13883"/>
                </a:cubicBezTo>
                <a:cubicBezTo>
                  <a:pt x="20577" y="13845"/>
                  <a:pt x="20592" y="13807"/>
                  <a:pt x="20604" y="13797"/>
                </a:cubicBezTo>
                <a:cubicBezTo>
                  <a:pt x="20616" y="13788"/>
                  <a:pt x="20632" y="13711"/>
                  <a:pt x="20637" y="13625"/>
                </a:cubicBezTo>
                <a:cubicBezTo>
                  <a:pt x="20643" y="13540"/>
                  <a:pt x="20658" y="13463"/>
                  <a:pt x="20671" y="13454"/>
                </a:cubicBezTo>
                <a:cubicBezTo>
                  <a:pt x="20683" y="13444"/>
                  <a:pt x="20697" y="13390"/>
                  <a:pt x="20704" y="13333"/>
                </a:cubicBezTo>
                <a:cubicBezTo>
                  <a:pt x="20710" y="13276"/>
                  <a:pt x="20725" y="13223"/>
                  <a:pt x="20737" y="13213"/>
                </a:cubicBezTo>
                <a:cubicBezTo>
                  <a:pt x="20749" y="13204"/>
                  <a:pt x="20764" y="13142"/>
                  <a:pt x="20770" y="13076"/>
                </a:cubicBezTo>
                <a:cubicBezTo>
                  <a:pt x="20776" y="13009"/>
                  <a:pt x="20791" y="12948"/>
                  <a:pt x="20803" y="12938"/>
                </a:cubicBezTo>
                <a:cubicBezTo>
                  <a:pt x="20816" y="12929"/>
                  <a:pt x="20831" y="12852"/>
                  <a:pt x="20836" y="12766"/>
                </a:cubicBezTo>
                <a:cubicBezTo>
                  <a:pt x="20842" y="12681"/>
                  <a:pt x="20856" y="12605"/>
                  <a:pt x="20870" y="12595"/>
                </a:cubicBezTo>
                <a:cubicBezTo>
                  <a:pt x="20883" y="12585"/>
                  <a:pt x="20898" y="12495"/>
                  <a:pt x="20903" y="12406"/>
                </a:cubicBezTo>
                <a:cubicBezTo>
                  <a:pt x="20907" y="12316"/>
                  <a:pt x="20921" y="12251"/>
                  <a:pt x="20936" y="12251"/>
                </a:cubicBezTo>
                <a:cubicBezTo>
                  <a:pt x="20951" y="12251"/>
                  <a:pt x="20969" y="12151"/>
                  <a:pt x="20969" y="12028"/>
                </a:cubicBezTo>
                <a:cubicBezTo>
                  <a:pt x="20969" y="11901"/>
                  <a:pt x="20983" y="11804"/>
                  <a:pt x="21002" y="11804"/>
                </a:cubicBezTo>
                <a:cubicBezTo>
                  <a:pt x="21020" y="11804"/>
                  <a:pt x="21034" y="11707"/>
                  <a:pt x="21035" y="11598"/>
                </a:cubicBezTo>
                <a:cubicBezTo>
                  <a:pt x="21036" y="11489"/>
                  <a:pt x="21050" y="11286"/>
                  <a:pt x="21068" y="11134"/>
                </a:cubicBezTo>
                <a:cubicBezTo>
                  <a:pt x="21143" y="10533"/>
                  <a:pt x="21171" y="10316"/>
                  <a:pt x="21201" y="10035"/>
                </a:cubicBezTo>
                <a:cubicBezTo>
                  <a:pt x="21218" y="9873"/>
                  <a:pt x="21250" y="9627"/>
                  <a:pt x="21267" y="9485"/>
                </a:cubicBezTo>
                <a:cubicBezTo>
                  <a:pt x="21285" y="9343"/>
                  <a:pt x="21314" y="9096"/>
                  <a:pt x="21334" y="8935"/>
                </a:cubicBezTo>
                <a:cubicBezTo>
                  <a:pt x="21354" y="8774"/>
                  <a:pt x="21383" y="8497"/>
                  <a:pt x="21400" y="8317"/>
                </a:cubicBezTo>
                <a:cubicBezTo>
                  <a:pt x="21417" y="8136"/>
                  <a:pt x="21447" y="7836"/>
                  <a:pt x="21466" y="7647"/>
                </a:cubicBezTo>
                <a:cubicBezTo>
                  <a:pt x="21570" y="6621"/>
                  <a:pt x="21600" y="5117"/>
                  <a:pt x="21533" y="4485"/>
                </a:cubicBezTo>
                <a:cubicBezTo>
                  <a:pt x="21462" y="3820"/>
                  <a:pt x="21454" y="3675"/>
                  <a:pt x="21400" y="3523"/>
                </a:cubicBezTo>
                <a:cubicBezTo>
                  <a:pt x="21370" y="3438"/>
                  <a:pt x="21334" y="3344"/>
                  <a:pt x="21334" y="3317"/>
                </a:cubicBezTo>
                <a:cubicBezTo>
                  <a:pt x="21333" y="3253"/>
                  <a:pt x="21038" y="2610"/>
                  <a:pt x="21002" y="2596"/>
                </a:cubicBezTo>
                <a:cubicBezTo>
                  <a:pt x="20987" y="2589"/>
                  <a:pt x="20969" y="2571"/>
                  <a:pt x="20969" y="2544"/>
                </a:cubicBezTo>
                <a:cubicBezTo>
                  <a:pt x="20969" y="2517"/>
                  <a:pt x="20957" y="2492"/>
                  <a:pt x="20936" y="2492"/>
                </a:cubicBezTo>
                <a:cubicBezTo>
                  <a:pt x="20915" y="2492"/>
                  <a:pt x="20907" y="2471"/>
                  <a:pt x="20919" y="2458"/>
                </a:cubicBezTo>
                <a:cubicBezTo>
                  <a:pt x="20949" y="2427"/>
                  <a:pt x="20608" y="2074"/>
                  <a:pt x="20571" y="2097"/>
                </a:cubicBezTo>
                <a:cubicBezTo>
                  <a:pt x="20556" y="2107"/>
                  <a:pt x="20538" y="2100"/>
                  <a:pt x="20538" y="2080"/>
                </a:cubicBezTo>
                <a:cubicBezTo>
                  <a:pt x="20538" y="2060"/>
                  <a:pt x="20526" y="2046"/>
                  <a:pt x="20505" y="2046"/>
                </a:cubicBezTo>
                <a:cubicBezTo>
                  <a:pt x="20484" y="2046"/>
                  <a:pt x="20435" y="2010"/>
                  <a:pt x="20405" y="1977"/>
                </a:cubicBezTo>
                <a:cubicBezTo>
                  <a:pt x="20316" y="1877"/>
                  <a:pt x="19617" y="1544"/>
                  <a:pt x="19262" y="1427"/>
                </a:cubicBezTo>
                <a:cubicBezTo>
                  <a:pt x="18585" y="1206"/>
                  <a:pt x="18511" y="1187"/>
                  <a:pt x="18449" y="1187"/>
                </a:cubicBezTo>
                <a:cubicBezTo>
                  <a:pt x="18415" y="1187"/>
                  <a:pt x="18301" y="1156"/>
                  <a:pt x="18201" y="1118"/>
                </a:cubicBezTo>
                <a:cubicBezTo>
                  <a:pt x="18101" y="1080"/>
                  <a:pt x="17997" y="1049"/>
                  <a:pt x="17952" y="1049"/>
                </a:cubicBezTo>
                <a:cubicBezTo>
                  <a:pt x="17907" y="1049"/>
                  <a:pt x="17802" y="1018"/>
                  <a:pt x="17737" y="998"/>
                </a:cubicBezTo>
                <a:cubicBezTo>
                  <a:pt x="17475" y="915"/>
                  <a:pt x="17416" y="903"/>
                  <a:pt x="17256" y="895"/>
                </a:cubicBezTo>
                <a:cubicBezTo>
                  <a:pt x="17164" y="890"/>
                  <a:pt x="17083" y="874"/>
                  <a:pt x="17074" y="860"/>
                </a:cubicBezTo>
                <a:cubicBezTo>
                  <a:pt x="17064" y="847"/>
                  <a:pt x="16998" y="832"/>
                  <a:pt x="16924" y="826"/>
                </a:cubicBezTo>
                <a:cubicBezTo>
                  <a:pt x="16851" y="820"/>
                  <a:pt x="16784" y="805"/>
                  <a:pt x="16775" y="792"/>
                </a:cubicBezTo>
                <a:cubicBezTo>
                  <a:pt x="16766" y="778"/>
                  <a:pt x="16692" y="763"/>
                  <a:pt x="16609" y="757"/>
                </a:cubicBezTo>
                <a:cubicBezTo>
                  <a:pt x="16527" y="752"/>
                  <a:pt x="16453" y="737"/>
                  <a:pt x="16444" y="723"/>
                </a:cubicBezTo>
                <a:cubicBezTo>
                  <a:pt x="16434" y="709"/>
                  <a:pt x="16348" y="693"/>
                  <a:pt x="16261" y="688"/>
                </a:cubicBezTo>
                <a:cubicBezTo>
                  <a:pt x="16175" y="684"/>
                  <a:pt x="16112" y="670"/>
                  <a:pt x="16112" y="654"/>
                </a:cubicBezTo>
                <a:cubicBezTo>
                  <a:pt x="16112" y="639"/>
                  <a:pt x="16022" y="620"/>
                  <a:pt x="15913" y="620"/>
                </a:cubicBezTo>
                <a:cubicBezTo>
                  <a:pt x="15805" y="620"/>
                  <a:pt x="15720" y="621"/>
                  <a:pt x="15714" y="603"/>
                </a:cubicBezTo>
                <a:cubicBezTo>
                  <a:pt x="15708" y="585"/>
                  <a:pt x="15619" y="556"/>
                  <a:pt x="15532" y="551"/>
                </a:cubicBezTo>
                <a:cubicBezTo>
                  <a:pt x="15445" y="546"/>
                  <a:pt x="15383" y="532"/>
                  <a:pt x="15383" y="517"/>
                </a:cubicBezTo>
                <a:cubicBezTo>
                  <a:pt x="15383" y="501"/>
                  <a:pt x="15289" y="483"/>
                  <a:pt x="15184" y="482"/>
                </a:cubicBezTo>
                <a:cubicBezTo>
                  <a:pt x="15079" y="481"/>
                  <a:pt x="14927" y="466"/>
                  <a:pt x="14836" y="448"/>
                </a:cubicBezTo>
                <a:cubicBezTo>
                  <a:pt x="14744" y="430"/>
                  <a:pt x="14574" y="398"/>
                  <a:pt x="14455" y="379"/>
                </a:cubicBezTo>
                <a:cubicBezTo>
                  <a:pt x="14336" y="361"/>
                  <a:pt x="14157" y="331"/>
                  <a:pt x="14057" y="311"/>
                </a:cubicBezTo>
                <a:cubicBezTo>
                  <a:pt x="13956" y="290"/>
                  <a:pt x="13754" y="260"/>
                  <a:pt x="13626" y="242"/>
                </a:cubicBezTo>
                <a:cubicBezTo>
                  <a:pt x="13498" y="224"/>
                  <a:pt x="13290" y="192"/>
                  <a:pt x="13162" y="173"/>
                </a:cubicBezTo>
                <a:cubicBezTo>
                  <a:pt x="13034" y="154"/>
                  <a:pt x="12803" y="123"/>
                  <a:pt x="12648" y="104"/>
                </a:cubicBezTo>
                <a:cubicBezTo>
                  <a:pt x="12492" y="86"/>
                  <a:pt x="12232" y="56"/>
                  <a:pt x="12068" y="36"/>
                </a:cubicBezTo>
                <a:cubicBezTo>
                  <a:pt x="11687" y="-12"/>
                  <a:pt x="9404" y="-12"/>
                  <a:pt x="8984" y="36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221773-P1X0ZR-771.jpg" id="669" name="Google Shape;669;p38"/>
          <p:cNvPicPr preferRelativeResize="0"/>
          <p:nvPr/>
        </p:nvPicPr>
        <p:blipFill rotWithShape="1">
          <a:blip r:embed="rId4">
            <a:alphaModFix/>
          </a:blip>
          <a:srcRect b="20346" l="23286" r="23085" t="8201"/>
          <a:stretch/>
        </p:blipFill>
        <p:spPr>
          <a:xfrm>
            <a:off x="6495123" y="1243889"/>
            <a:ext cx="516818" cy="688587"/>
          </a:xfrm>
          <a:custGeom>
            <a:rect b="b" l="l" r="r" t="t"/>
            <a:pathLst>
              <a:path extrusionOk="0" h="21575" w="21565">
                <a:moveTo>
                  <a:pt x="10743" y="0"/>
                </a:moveTo>
                <a:cubicBezTo>
                  <a:pt x="9768" y="0"/>
                  <a:pt x="9544" y="50"/>
                  <a:pt x="8855" y="398"/>
                </a:cubicBezTo>
                <a:cubicBezTo>
                  <a:pt x="8207" y="725"/>
                  <a:pt x="7830" y="1094"/>
                  <a:pt x="7497" y="1741"/>
                </a:cubicBezTo>
                <a:cubicBezTo>
                  <a:pt x="7393" y="1942"/>
                  <a:pt x="7399" y="1970"/>
                  <a:pt x="7397" y="2487"/>
                </a:cubicBezTo>
                <a:cubicBezTo>
                  <a:pt x="7396" y="3020"/>
                  <a:pt x="7390" y="3042"/>
                  <a:pt x="7513" y="3308"/>
                </a:cubicBezTo>
                <a:cubicBezTo>
                  <a:pt x="7683" y="3673"/>
                  <a:pt x="7829" y="3874"/>
                  <a:pt x="8076" y="4066"/>
                </a:cubicBezTo>
                <a:cubicBezTo>
                  <a:pt x="8146" y="4120"/>
                  <a:pt x="8209" y="4175"/>
                  <a:pt x="8209" y="4191"/>
                </a:cubicBezTo>
                <a:cubicBezTo>
                  <a:pt x="8209" y="4224"/>
                  <a:pt x="8530" y="4464"/>
                  <a:pt x="8573" y="4464"/>
                </a:cubicBezTo>
                <a:cubicBezTo>
                  <a:pt x="8589" y="4464"/>
                  <a:pt x="8665" y="4514"/>
                  <a:pt x="8739" y="4564"/>
                </a:cubicBezTo>
                <a:cubicBezTo>
                  <a:pt x="8813" y="4614"/>
                  <a:pt x="8899" y="4662"/>
                  <a:pt x="8921" y="4676"/>
                </a:cubicBezTo>
                <a:cubicBezTo>
                  <a:pt x="9103" y="4792"/>
                  <a:pt x="9136" y="4870"/>
                  <a:pt x="9136" y="5136"/>
                </a:cubicBezTo>
                <a:cubicBezTo>
                  <a:pt x="9136" y="5397"/>
                  <a:pt x="9134" y="5409"/>
                  <a:pt x="9037" y="5409"/>
                </a:cubicBezTo>
                <a:cubicBezTo>
                  <a:pt x="8983" y="5409"/>
                  <a:pt x="8935" y="5418"/>
                  <a:pt x="8921" y="5434"/>
                </a:cubicBezTo>
                <a:cubicBezTo>
                  <a:pt x="8907" y="5451"/>
                  <a:pt x="8803" y="5459"/>
                  <a:pt x="8706" y="5459"/>
                </a:cubicBezTo>
                <a:cubicBezTo>
                  <a:pt x="8609" y="5459"/>
                  <a:pt x="8521" y="5480"/>
                  <a:pt x="8507" y="5496"/>
                </a:cubicBezTo>
                <a:cubicBezTo>
                  <a:pt x="8493" y="5513"/>
                  <a:pt x="8433" y="5521"/>
                  <a:pt x="8358" y="5521"/>
                </a:cubicBezTo>
                <a:cubicBezTo>
                  <a:pt x="8283" y="5521"/>
                  <a:pt x="8206" y="5542"/>
                  <a:pt x="8192" y="5559"/>
                </a:cubicBezTo>
                <a:cubicBezTo>
                  <a:pt x="8179" y="5575"/>
                  <a:pt x="8098" y="5583"/>
                  <a:pt x="8027" y="5583"/>
                </a:cubicBezTo>
                <a:cubicBezTo>
                  <a:pt x="7955" y="5583"/>
                  <a:pt x="7882" y="5595"/>
                  <a:pt x="7861" y="5608"/>
                </a:cubicBezTo>
                <a:cubicBezTo>
                  <a:pt x="7840" y="5622"/>
                  <a:pt x="7745" y="5650"/>
                  <a:pt x="7646" y="5670"/>
                </a:cubicBezTo>
                <a:cubicBezTo>
                  <a:pt x="7546" y="5691"/>
                  <a:pt x="7414" y="5728"/>
                  <a:pt x="7348" y="5745"/>
                </a:cubicBezTo>
                <a:cubicBezTo>
                  <a:pt x="7281" y="5763"/>
                  <a:pt x="7100" y="5805"/>
                  <a:pt x="6950" y="5845"/>
                </a:cubicBezTo>
                <a:cubicBezTo>
                  <a:pt x="6598" y="5938"/>
                  <a:pt x="5236" y="6455"/>
                  <a:pt x="4880" y="6628"/>
                </a:cubicBezTo>
                <a:cubicBezTo>
                  <a:pt x="4729" y="6702"/>
                  <a:pt x="4575" y="6779"/>
                  <a:pt x="4532" y="6815"/>
                </a:cubicBezTo>
                <a:cubicBezTo>
                  <a:pt x="4490" y="6850"/>
                  <a:pt x="4442" y="6889"/>
                  <a:pt x="4417" y="6889"/>
                </a:cubicBezTo>
                <a:cubicBezTo>
                  <a:pt x="4391" y="6889"/>
                  <a:pt x="4327" y="6909"/>
                  <a:pt x="4284" y="6939"/>
                </a:cubicBezTo>
                <a:cubicBezTo>
                  <a:pt x="4241" y="6969"/>
                  <a:pt x="4172" y="7010"/>
                  <a:pt x="4135" y="7026"/>
                </a:cubicBezTo>
                <a:cubicBezTo>
                  <a:pt x="3858" y="7143"/>
                  <a:pt x="2386" y="8249"/>
                  <a:pt x="2148" y="8518"/>
                </a:cubicBezTo>
                <a:cubicBezTo>
                  <a:pt x="2111" y="8560"/>
                  <a:pt x="2063" y="8597"/>
                  <a:pt x="2048" y="8605"/>
                </a:cubicBezTo>
                <a:cubicBezTo>
                  <a:pt x="2010" y="8628"/>
                  <a:pt x="1452" y="9268"/>
                  <a:pt x="1452" y="9289"/>
                </a:cubicBezTo>
                <a:cubicBezTo>
                  <a:pt x="1452" y="9299"/>
                  <a:pt x="1399" y="9357"/>
                  <a:pt x="1336" y="9426"/>
                </a:cubicBezTo>
                <a:cubicBezTo>
                  <a:pt x="1216" y="9560"/>
                  <a:pt x="806" y="10175"/>
                  <a:pt x="806" y="10222"/>
                </a:cubicBezTo>
                <a:cubicBezTo>
                  <a:pt x="806" y="10237"/>
                  <a:pt x="747" y="10363"/>
                  <a:pt x="674" y="10495"/>
                </a:cubicBezTo>
                <a:cubicBezTo>
                  <a:pt x="601" y="10628"/>
                  <a:pt x="523" y="10794"/>
                  <a:pt x="492" y="10868"/>
                </a:cubicBezTo>
                <a:cubicBezTo>
                  <a:pt x="461" y="10943"/>
                  <a:pt x="427" y="11014"/>
                  <a:pt x="409" y="11030"/>
                </a:cubicBezTo>
                <a:cubicBezTo>
                  <a:pt x="391" y="11046"/>
                  <a:pt x="360" y="11096"/>
                  <a:pt x="359" y="11130"/>
                </a:cubicBezTo>
                <a:cubicBezTo>
                  <a:pt x="359" y="11164"/>
                  <a:pt x="329" y="11254"/>
                  <a:pt x="293" y="11329"/>
                </a:cubicBezTo>
                <a:cubicBezTo>
                  <a:pt x="257" y="11403"/>
                  <a:pt x="228" y="11515"/>
                  <a:pt x="210" y="11590"/>
                </a:cubicBezTo>
                <a:cubicBezTo>
                  <a:pt x="193" y="11664"/>
                  <a:pt x="153" y="11789"/>
                  <a:pt x="127" y="11863"/>
                </a:cubicBezTo>
                <a:cubicBezTo>
                  <a:pt x="102" y="11938"/>
                  <a:pt x="68" y="12095"/>
                  <a:pt x="45" y="12211"/>
                </a:cubicBezTo>
                <a:cubicBezTo>
                  <a:pt x="-14" y="12509"/>
                  <a:pt x="-15" y="14488"/>
                  <a:pt x="45" y="14736"/>
                </a:cubicBezTo>
                <a:cubicBezTo>
                  <a:pt x="71" y="14844"/>
                  <a:pt x="98" y="14980"/>
                  <a:pt x="111" y="15047"/>
                </a:cubicBezTo>
                <a:cubicBezTo>
                  <a:pt x="124" y="15113"/>
                  <a:pt x="157" y="15180"/>
                  <a:pt x="177" y="15196"/>
                </a:cubicBezTo>
                <a:cubicBezTo>
                  <a:pt x="197" y="15212"/>
                  <a:pt x="210" y="15263"/>
                  <a:pt x="210" y="15295"/>
                </a:cubicBezTo>
                <a:cubicBezTo>
                  <a:pt x="210" y="15328"/>
                  <a:pt x="223" y="15394"/>
                  <a:pt x="243" y="15445"/>
                </a:cubicBezTo>
                <a:cubicBezTo>
                  <a:pt x="264" y="15496"/>
                  <a:pt x="304" y="15590"/>
                  <a:pt x="326" y="15656"/>
                </a:cubicBezTo>
                <a:cubicBezTo>
                  <a:pt x="503" y="16193"/>
                  <a:pt x="876" y="16880"/>
                  <a:pt x="1287" y="17422"/>
                </a:cubicBezTo>
                <a:cubicBezTo>
                  <a:pt x="1417" y="17594"/>
                  <a:pt x="1947" y="18188"/>
                  <a:pt x="2247" y="18504"/>
                </a:cubicBezTo>
                <a:cubicBezTo>
                  <a:pt x="2417" y="18683"/>
                  <a:pt x="3754" y="19678"/>
                  <a:pt x="4052" y="19847"/>
                </a:cubicBezTo>
                <a:cubicBezTo>
                  <a:pt x="4605" y="20160"/>
                  <a:pt x="5267" y="20473"/>
                  <a:pt x="5973" y="20742"/>
                </a:cubicBezTo>
                <a:cubicBezTo>
                  <a:pt x="6368" y="20892"/>
                  <a:pt x="6722" y="21016"/>
                  <a:pt x="6752" y="21016"/>
                </a:cubicBezTo>
                <a:cubicBezTo>
                  <a:pt x="6805" y="21016"/>
                  <a:pt x="6847" y="21030"/>
                  <a:pt x="7033" y="21103"/>
                </a:cubicBezTo>
                <a:cubicBezTo>
                  <a:pt x="7083" y="21122"/>
                  <a:pt x="7154" y="21140"/>
                  <a:pt x="7199" y="21140"/>
                </a:cubicBezTo>
                <a:cubicBezTo>
                  <a:pt x="7244" y="21140"/>
                  <a:pt x="7309" y="21150"/>
                  <a:pt x="7348" y="21165"/>
                </a:cubicBezTo>
                <a:cubicBezTo>
                  <a:pt x="7462" y="21209"/>
                  <a:pt x="7916" y="21309"/>
                  <a:pt x="8292" y="21376"/>
                </a:cubicBezTo>
                <a:cubicBezTo>
                  <a:pt x="8701" y="21449"/>
                  <a:pt x="9181" y="21498"/>
                  <a:pt x="9782" y="21525"/>
                </a:cubicBezTo>
                <a:cubicBezTo>
                  <a:pt x="10018" y="21536"/>
                  <a:pt x="10228" y="21549"/>
                  <a:pt x="10246" y="21563"/>
                </a:cubicBezTo>
                <a:cubicBezTo>
                  <a:pt x="10295" y="21600"/>
                  <a:pt x="11604" y="21551"/>
                  <a:pt x="12399" y="21476"/>
                </a:cubicBezTo>
                <a:cubicBezTo>
                  <a:pt x="12593" y="21457"/>
                  <a:pt x="13011" y="21386"/>
                  <a:pt x="13326" y="21327"/>
                </a:cubicBezTo>
                <a:cubicBezTo>
                  <a:pt x="13641" y="21267"/>
                  <a:pt x="13944" y="21211"/>
                  <a:pt x="14005" y="21202"/>
                </a:cubicBezTo>
                <a:cubicBezTo>
                  <a:pt x="14066" y="21194"/>
                  <a:pt x="14125" y="21180"/>
                  <a:pt x="14137" y="21165"/>
                </a:cubicBezTo>
                <a:cubicBezTo>
                  <a:pt x="14150" y="21150"/>
                  <a:pt x="14201" y="21140"/>
                  <a:pt x="14253" y="21140"/>
                </a:cubicBezTo>
                <a:cubicBezTo>
                  <a:pt x="14306" y="21140"/>
                  <a:pt x="14372" y="21119"/>
                  <a:pt x="14386" y="21103"/>
                </a:cubicBezTo>
                <a:cubicBezTo>
                  <a:pt x="14400" y="21086"/>
                  <a:pt x="14443" y="21078"/>
                  <a:pt x="14485" y="21078"/>
                </a:cubicBezTo>
                <a:cubicBezTo>
                  <a:pt x="14527" y="21078"/>
                  <a:pt x="14622" y="21049"/>
                  <a:pt x="14701" y="21016"/>
                </a:cubicBezTo>
                <a:cubicBezTo>
                  <a:pt x="14779" y="20982"/>
                  <a:pt x="14867" y="20953"/>
                  <a:pt x="14899" y="20953"/>
                </a:cubicBezTo>
                <a:cubicBezTo>
                  <a:pt x="14931" y="20953"/>
                  <a:pt x="15019" y="20924"/>
                  <a:pt x="15098" y="20891"/>
                </a:cubicBezTo>
                <a:cubicBezTo>
                  <a:pt x="15177" y="20858"/>
                  <a:pt x="15267" y="20829"/>
                  <a:pt x="15297" y="20829"/>
                </a:cubicBezTo>
                <a:cubicBezTo>
                  <a:pt x="15373" y="20829"/>
                  <a:pt x="15843" y="20648"/>
                  <a:pt x="15843" y="20618"/>
                </a:cubicBezTo>
                <a:cubicBezTo>
                  <a:pt x="15843" y="20604"/>
                  <a:pt x="15870" y="20593"/>
                  <a:pt x="15893" y="20593"/>
                </a:cubicBezTo>
                <a:cubicBezTo>
                  <a:pt x="15959" y="20593"/>
                  <a:pt x="17093" y="20052"/>
                  <a:pt x="17433" y="19859"/>
                </a:cubicBezTo>
                <a:cubicBezTo>
                  <a:pt x="17957" y="19561"/>
                  <a:pt x="18987" y="18797"/>
                  <a:pt x="19238" y="18516"/>
                </a:cubicBezTo>
                <a:cubicBezTo>
                  <a:pt x="19277" y="18473"/>
                  <a:pt x="19376" y="18367"/>
                  <a:pt x="19453" y="18292"/>
                </a:cubicBezTo>
                <a:cubicBezTo>
                  <a:pt x="19693" y="18060"/>
                  <a:pt x="20010" y="17692"/>
                  <a:pt x="20165" y="17472"/>
                </a:cubicBezTo>
                <a:cubicBezTo>
                  <a:pt x="20248" y="17355"/>
                  <a:pt x="20358" y="17195"/>
                  <a:pt x="20414" y="17123"/>
                </a:cubicBezTo>
                <a:cubicBezTo>
                  <a:pt x="20469" y="17052"/>
                  <a:pt x="20556" y="16928"/>
                  <a:pt x="20596" y="16850"/>
                </a:cubicBezTo>
                <a:cubicBezTo>
                  <a:pt x="20636" y="16772"/>
                  <a:pt x="20720" y="16610"/>
                  <a:pt x="20795" y="16477"/>
                </a:cubicBezTo>
                <a:cubicBezTo>
                  <a:pt x="20927" y="16240"/>
                  <a:pt x="21067" y="15941"/>
                  <a:pt x="21159" y="15668"/>
                </a:cubicBezTo>
                <a:cubicBezTo>
                  <a:pt x="21184" y="15594"/>
                  <a:pt x="21221" y="15496"/>
                  <a:pt x="21242" y="15445"/>
                </a:cubicBezTo>
                <a:cubicBezTo>
                  <a:pt x="21262" y="15394"/>
                  <a:pt x="21275" y="15328"/>
                  <a:pt x="21275" y="15295"/>
                </a:cubicBezTo>
                <a:cubicBezTo>
                  <a:pt x="21275" y="15263"/>
                  <a:pt x="21288" y="15212"/>
                  <a:pt x="21308" y="15196"/>
                </a:cubicBezTo>
                <a:cubicBezTo>
                  <a:pt x="21328" y="15180"/>
                  <a:pt x="21362" y="15113"/>
                  <a:pt x="21374" y="15047"/>
                </a:cubicBezTo>
                <a:cubicBezTo>
                  <a:pt x="21387" y="14980"/>
                  <a:pt x="21416" y="14844"/>
                  <a:pt x="21441" y="14736"/>
                </a:cubicBezTo>
                <a:cubicBezTo>
                  <a:pt x="21544" y="14276"/>
                  <a:pt x="21585" y="13708"/>
                  <a:pt x="21556" y="13144"/>
                </a:cubicBezTo>
                <a:cubicBezTo>
                  <a:pt x="21528" y="12580"/>
                  <a:pt x="21424" y="12026"/>
                  <a:pt x="21275" y="11577"/>
                </a:cubicBezTo>
                <a:cubicBezTo>
                  <a:pt x="21251" y="11507"/>
                  <a:pt x="21213" y="11391"/>
                  <a:pt x="21192" y="11329"/>
                </a:cubicBezTo>
                <a:cubicBezTo>
                  <a:pt x="21117" y="11103"/>
                  <a:pt x="21093" y="11002"/>
                  <a:pt x="21027" y="10868"/>
                </a:cubicBezTo>
                <a:cubicBezTo>
                  <a:pt x="20989" y="10794"/>
                  <a:pt x="20914" y="10647"/>
                  <a:pt x="20861" y="10533"/>
                </a:cubicBezTo>
                <a:cubicBezTo>
                  <a:pt x="20745" y="10286"/>
                  <a:pt x="20226" y="9492"/>
                  <a:pt x="20066" y="9314"/>
                </a:cubicBezTo>
                <a:cubicBezTo>
                  <a:pt x="20004" y="9245"/>
                  <a:pt x="19950" y="9175"/>
                  <a:pt x="19950" y="9165"/>
                </a:cubicBezTo>
                <a:cubicBezTo>
                  <a:pt x="19950" y="9144"/>
                  <a:pt x="19542" y="8691"/>
                  <a:pt x="19503" y="8667"/>
                </a:cubicBezTo>
                <a:cubicBezTo>
                  <a:pt x="19489" y="8659"/>
                  <a:pt x="19440" y="8601"/>
                  <a:pt x="19387" y="8543"/>
                </a:cubicBezTo>
                <a:cubicBezTo>
                  <a:pt x="19334" y="8485"/>
                  <a:pt x="19285" y="8427"/>
                  <a:pt x="19271" y="8419"/>
                </a:cubicBezTo>
                <a:cubicBezTo>
                  <a:pt x="19258" y="8410"/>
                  <a:pt x="19208" y="8372"/>
                  <a:pt x="19172" y="8332"/>
                </a:cubicBezTo>
                <a:cubicBezTo>
                  <a:pt x="19075" y="8225"/>
                  <a:pt x="17610" y="7125"/>
                  <a:pt x="17565" y="7125"/>
                </a:cubicBezTo>
                <a:cubicBezTo>
                  <a:pt x="17545" y="7125"/>
                  <a:pt x="17471" y="7088"/>
                  <a:pt x="17400" y="7038"/>
                </a:cubicBezTo>
                <a:cubicBezTo>
                  <a:pt x="17329" y="6989"/>
                  <a:pt x="17258" y="6939"/>
                  <a:pt x="17234" y="6939"/>
                </a:cubicBezTo>
                <a:cubicBezTo>
                  <a:pt x="17211" y="6939"/>
                  <a:pt x="17132" y="6902"/>
                  <a:pt x="17069" y="6852"/>
                </a:cubicBezTo>
                <a:cubicBezTo>
                  <a:pt x="17005" y="6802"/>
                  <a:pt x="16946" y="6765"/>
                  <a:pt x="16920" y="6765"/>
                </a:cubicBezTo>
                <a:cubicBezTo>
                  <a:pt x="16893" y="6765"/>
                  <a:pt x="16846" y="6738"/>
                  <a:pt x="16820" y="6715"/>
                </a:cubicBezTo>
                <a:cubicBezTo>
                  <a:pt x="16710" y="6615"/>
                  <a:pt x="15322" y="6056"/>
                  <a:pt x="14883" y="5932"/>
                </a:cubicBezTo>
                <a:cubicBezTo>
                  <a:pt x="14788" y="5905"/>
                  <a:pt x="14475" y="5828"/>
                  <a:pt x="14204" y="5758"/>
                </a:cubicBezTo>
                <a:cubicBezTo>
                  <a:pt x="13933" y="5687"/>
                  <a:pt x="13705" y="5619"/>
                  <a:pt x="13690" y="5608"/>
                </a:cubicBezTo>
                <a:cubicBezTo>
                  <a:pt x="13675" y="5597"/>
                  <a:pt x="13597" y="5583"/>
                  <a:pt x="13525" y="5583"/>
                </a:cubicBezTo>
                <a:cubicBezTo>
                  <a:pt x="13452" y="5583"/>
                  <a:pt x="13389" y="5575"/>
                  <a:pt x="13376" y="5559"/>
                </a:cubicBezTo>
                <a:cubicBezTo>
                  <a:pt x="13362" y="5542"/>
                  <a:pt x="13274" y="5521"/>
                  <a:pt x="13177" y="5521"/>
                </a:cubicBezTo>
                <a:cubicBezTo>
                  <a:pt x="13080" y="5521"/>
                  <a:pt x="12992" y="5513"/>
                  <a:pt x="12978" y="5496"/>
                </a:cubicBezTo>
                <a:cubicBezTo>
                  <a:pt x="12965" y="5480"/>
                  <a:pt x="12876" y="5459"/>
                  <a:pt x="12780" y="5459"/>
                </a:cubicBezTo>
                <a:cubicBezTo>
                  <a:pt x="12683" y="5459"/>
                  <a:pt x="12578" y="5451"/>
                  <a:pt x="12564" y="5434"/>
                </a:cubicBezTo>
                <a:cubicBezTo>
                  <a:pt x="12551" y="5418"/>
                  <a:pt x="12502" y="5409"/>
                  <a:pt x="12448" y="5409"/>
                </a:cubicBezTo>
                <a:cubicBezTo>
                  <a:pt x="12352" y="5409"/>
                  <a:pt x="12349" y="5406"/>
                  <a:pt x="12349" y="5161"/>
                </a:cubicBezTo>
                <a:cubicBezTo>
                  <a:pt x="12349" y="4974"/>
                  <a:pt x="12364" y="4881"/>
                  <a:pt x="12415" y="4825"/>
                </a:cubicBezTo>
                <a:cubicBezTo>
                  <a:pt x="12507" y="4725"/>
                  <a:pt x="12783" y="4526"/>
                  <a:pt x="12829" y="4526"/>
                </a:cubicBezTo>
                <a:cubicBezTo>
                  <a:pt x="12886" y="4526"/>
                  <a:pt x="13412" y="4124"/>
                  <a:pt x="13541" y="3979"/>
                </a:cubicBezTo>
                <a:cubicBezTo>
                  <a:pt x="13688" y="3816"/>
                  <a:pt x="13955" y="3416"/>
                  <a:pt x="14038" y="3221"/>
                </a:cubicBezTo>
                <a:cubicBezTo>
                  <a:pt x="14087" y="3105"/>
                  <a:pt x="14104" y="2939"/>
                  <a:pt x="14104" y="2512"/>
                </a:cubicBezTo>
                <a:cubicBezTo>
                  <a:pt x="14105" y="1955"/>
                  <a:pt x="14106" y="1951"/>
                  <a:pt x="13972" y="1666"/>
                </a:cubicBezTo>
                <a:cubicBezTo>
                  <a:pt x="13898" y="1509"/>
                  <a:pt x="13771" y="1314"/>
                  <a:pt x="13707" y="1244"/>
                </a:cubicBezTo>
                <a:cubicBezTo>
                  <a:pt x="13642" y="1173"/>
                  <a:pt x="13591" y="1100"/>
                  <a:pt x="13591" y="1082"/>
                </a:cubicBezTo>
                <a:cubicBezTo>
                  <a:pt x="13591" y="1025"/>
                  <a:pt x="12912" y="515"/>
                  <a:pt x="12680" y="398"/>
                </a:cubicBezTo>
                <a:cubicBezTo>
                  <a:pt x="12395" y="255"/>
                  <a:pt x="12048" y="133"/>
                  <a:pt x="11736" y="62"/>
                </a:cubicBezTo>
                <a:cubicBezTo>
                  <a:pt x="11533" y="16"/>
                  <a:pt x="11355" y="0"/>
                  <a:pt x="10743" y="0"/>
                </a:cubicBezTo>
                <a:close/>
                <a:moveTo>
                  <a:pt x="10743" y="709"/>
                </a:moveTo>
                <a:cubicBezTo>
                  <a:pt x="11305" y="709"/>
                  <a:pt x="11742" y="815"/>
                  <a:pt x="12101" y="1020"/>
                </a:cubicBezTo>
                <a:cubicBezTo>
                  <a:pt x="12169" y="1059"/>
                  <a:pt x="12235" y="1082"/>
                  <a:pt x="12250" y="1082"/>
                </a:cubicBezTo>
                <a:cubicBezTo>
                  <a:pt x="12347" y="1082"/>
                  <a:pt x="12725" y="1476"/>
                  <a:pt x="12929" y="1778"/>
                </a:cubicBezTo>
                <a:cubicBezTo>
                  <a:pt x="13312" y="2348"/>
                  <a:pt x="13186" y="3070"/>
                  <a:pt x="12614" y="3631"/>
                </a:cubicBezTo>
                <a:lnTo>
                  <a:pt x="12465" y="3780"/>
                </a:lnTo>
                <a:lnTo>
                  <a:pt x="10776" y="3793"/>
                </a:lnTo>
                <a:lnTo>
                  <a:pt x="9103" y="3805"/>
                </a:lnTo>
                <a:lnTo>
                  <a:pt x="8938" y="3668"/>
                </a:lnTo>
                <a:cubicBezTo>
                  <a:pt x="8580" y="3377"/>
                  <a:pt x="8328" y="2906"/>
                  <a:pt x="8325" y="2512"/>
                </a:cubicBezTo>
                <a:cubicBezTo>
                  <a:pt x="8322" y="2204"/>
                  <a:pt x="8557" y="1698"/>
                  <a:pt x="8805" y="1467"/>
                </a:cubicBezTo>
                <a:cubicBezTo>
                  <a:pt x="8874" y="1403"/>
                  <a:pt x="8937" y="1341"/>
                  <a:pt x="8938" y="1331"/>
                </a:cubicBezTo>
                <a:cubicBezTo>
                  <a:pt x="8938" y="1300"/>
                  <a:pt x="9115" y="1144"/>
                  <a:pt x="9153" y="1144"/>
                </a:cubicBezTo>
                <a:cubicBezTo>
                  <a:pt x="9172" y="1144"/>
                  <a:pt x="9290" y="1095"/>
                  <a:pt x="9401" y="1032"/>
                </a:cubicBezTo>
                <a:cubicBezTo>
                  <a:pt x="9825" y="791"/>
                  <a:pt x="10142" y="709"/>
                  <a:pt x="10743" y="709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9"/>
          <p:cNvSpPr txBox="1"/>
          <p:nvPr/>
        </p:nvSpPr>
        <p:spPr>
          <a:xfrm>
            <a:off x="457199" y="330288"/>
            <a:ext cx="8394194" cy="811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Часть 2:</a:t>
            </a:r>
            <a:r>
              <a:rPr b="1" i="0" lang="en-US" sz="28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В2B-направление</a:t>
            </a:r>
            <a:r>
              <a:rPr b="1" i="0" lang="en-US" sz="28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1" i="0" lang="en-US" sz="28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28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Что мы продаём банкам и МФО?</a:t>
            </a:r>
            <a:endParaRPr/>
          </a:p>
        </p:txBody>
      </p:sp>
      <p:sp>
        <p:nvSpPr>
          <p:cNvPr id="675" name="Google Shape;675;p39"/>
          <p:cNvSpPr/>
          <p:nvPr/>
        </p:nvSpPr>
        <p:spPr>
          <a:xfrm>
            <a:off x="450176" y="1735981"/>
            <a:ext cx="4038601" cy="3037977"/>
          </a:xfrm>
          <a:prstGeom prst="roundRect">
            <a:avLst>
              <a:gd fmla="val 36119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9"/>
          <p:cNvSpPr txBox="1"/>
          <p:nvPr/>
        </p:nvSpPr>
        <p:spPr>
          <a:xfrm>
            <a:off x="1790560" y="2253388"/>
            <a:ext cx="1357834" cy="172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Кому продаём?</a:t>
            </a:r>
            <a:endParaRPr/>
          </a:p>
        </p:txBody>
      </p:sp>
      <p:sp>
        <p:nvSpPr>
          <p:cNvPr id="677" name="Google Shape;677;p39"/>
          <p:cNvSpPr txBox="1"/>
          <p:nvPr/>
        </p:nvSpPr>
        <p:spPr>
          <a:xfrm>
            <a:off x="1022159" y="2606590"/>
            <a:ext cx="3119373" cy="552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Крупнейшие МФО, банки, брокеры и юридические компании (БФЛ)</a:t>
            </a:r>
            <a:endParaRPr/>
          </a:p>
        </p:txBody>
      </p:sp>
      <p:sp>
        <p:nvSpPr>
          <p:cNvPr id="678" name="Google Shape;678;p39"/>
          <p:cNvSpPr/>
          <p:nvPr/>
        </p:nvSpPr>
        <p:spPr>
          <a:xfrm>
            <a:off x="4734232" y="1788713"/>
            <a:ext cx="4038601" cy="2932512"/>
          </a:xfrm>
          <a:prstGeom prst="roundRect">
            <a:avLst>
              <a:gd fmla="val 37418" name="adj"/>
            </a:avLst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9"/>
          <p:cNvSpPr txBox="1"/>
          <p:nvPr/>
        </p:nvSpPr>
        <p:spPr>
          <a:xfrm>
            <a:off x="6184680" y="2253388"/>
            <a:ext cx="3238501" cy="172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Что продаём?</a:t>
            </a:r>
            <a:endParaRPr/>
          </a:p>
        </p:txBody>
      </p:sp>
      <p:sp>
        <p:nvSpPr>
          <p:cNvPr id="680" name="Google Shape;680;p39"/>
          <p:cNvSpPr txBox="1"/>
          <p:nvPr/>
        </p:nvSpPr>
        <p:spPr>
          <a:xfrm>
            <a:off x="5334307" y="2606590"/>
            <a:ext cx="3119372" cy="1764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Очищенный, валидированный трафик с гарантированной конверсией и низким риском дефолта (NPL)</a:t>
            </a: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Обычный агрегатор продает «клики» и «заявки», где 80% — это фрод, дубли или безнадежные должники. Мы меняем правила игры и продаем качество, за которое просим премиальную комиссию (CPA x 1.5-2)</a:t>
            </a:r>
            <a:endParaRPr/>
          </a:p>
        </p:txBody>
      </p:sp>
      <p:pic>
        <p:nvPicPr>
          <p:cNvPr descr="lemon_rr_01.jpg" id="681" name="Google Shape;681;p39"/>
          <p:cNvPicPr preferRelativeResize="0"/>
          <p:nvPr/>
        </p:nvPicPr>
        <p:blipFill rotWithShape="1">
          <a:blip r:embed="rId3">
            <a:alphaModFix/>
          </a:blip>
          <a:srcRect b="146" l="21080" r="18850" t="817"/>
          <a:stretch/>
        </p:blipFill>
        <p:spPr>
          <a:xfrm>
            <a:off x="2004925" y="1342807"/>
            <a:ext cx="787371" cy="730195"/>
          </a:xfrm>
          <a:custGeom>
            <a:rect b="b" l="l" r="r" t="t"/>
            <a:pathLst>
              <a:path extrusionOk="0" h="21556" w="21576">
                <a:moveTo>
                  <a:pt x="6710" y="23"/>
                </a:moveTo>
                <a:cubicBezTo>
                  <a:pt x="6633" y="-19"/>
                  <a:pt x="6189" y="0"/>
                  <a:pt x="6123" y="46"/>
                </a:cubicBezTo>
                <a:cubicBezTo>
                  <a:pt x="6090" y="69"/>
                  <a:pt x="6058" y="77"/>
                  <a:pt x="6058" y="70"/>
                </a:cubicBezTo>
                <a:cubicBezTo>
                  <a:pt x="6058" y="55"/>
                  <a:pt x="5976" y="135"/>
                  <a:pt x="5829" y="280"/>
                </a:cubicBezTo>
                <a:cubicBezTo>
                  <a:pt x="5775" y="334"/>
                  <a:pt x="5685" y="414"/>
                  <a:pt x="5633" y="456"/>
                </a:cubicBezTo>
                <a:cubicBezTo>
                  <a:pt x="5582" y="498"/>
                  <a:pt x="5517" y="549"/>
                  <a:pt x="5492" y="573"/>
                </a:cubicBezTo>
                <a:cubicBezTo>
                  <a:pt x="5467" y="597"/>
                  <a:pt x="5364" y="681"/>
                  <a:pt x="5264" y="761"/>
                </a:cubicBezTo>
                <a:cubicBezTo>
                  <a:pt x="5163" y="841"/>
                  <a:pt x="5044" y="941"/>
                  <a:pt x="5003" y="983"/>
                </a:cubicBezTo>
                <a:cubicBezTo>
                  <a:pt x="4961" y="1026"/>
                  <a:pt x="4927" y="1052"/>
                  <a:pt x="4927" y="1042"/>
                </a:cubicBezTo>
                <a:cubicBezTo>
                  <a:pt x="4927" y="1032"/>
                  <a:pt x="4910" y="1058"/>
                  <a:pt x="4883" y="1089"/>
                </a:cubicBezTo>
                <a:cubicBezTo>
                  <a:pt x="4856" y="1120"/>
                  <a:pt x="4770" y="1189"/>
                  <a:pt x="4698" y="1253"/>
                </a:cubicBezTo>
                <a:cubicBezTo>
                  <a:pt x="4627" y="1317"/>
                  <a:pt x="4563" y="1388"/>
                  <a:pt x="4546" y="1405"/>
                </a:cubicBezTo>
                <a:cubicBezTo>
                  <a:pt x="4529" y="1423"/>
                  <a:pt x="4498" y="1446"/>
                  <a:pt x="4481" y="1452"/>
                </a:cubicBezTo>
                <a:cubicBezTo>
                  <a:pt x="4463" y="1459"/>
                  <a:pt x="4393" y="1528"/>
                  <a:pt x="4318" y="1604"/>
                </a:cubicBezTo>
                <a:cubicBezTo>
                  <a:pt x="4242" y="1681"/>
                  <a:pt x="4176" y="1731"/>
                  <a:pt x="4176" y="1722"/>
                </a:cubicBezTo>
                <a:cubicBezTo>
                  <a:pt x="4176" y="1703"/>
                  <a:pt x="4070" y="1806"/>
                  <a:pt x="3959" y="1921"/>
                </a:cubicBezTo>
                <a:cubicBezTo>
                  <a:pt x="3917" y="1963"/>
                  <a:pt x="3883" y="1986"/>
                  <a:pt x="3883" y="1979"/>
                </a:cubicBezTo>
                <a:cubicBezTo>
                  <a:pt x="3883" y="1966"/>
                  <a:pt x="3796" y="2042"/>
                  <a:pt x="3719" y="2120"/>
                </a:cubicBezTo>
                <a:cubicBezTo>
                  <a:pt x="3692" y="2148"/>
                  <a:pt x="3653" y="2167"/>
                  <a:pt x="3643" y="2167"/>
                </a:cubicBezTo>
                <a:cubicBezTo>
                  <a:pt x="3634" y="2167"/>
                  <a:pt x="3613" y="2197"/>
                  <a:pt x="3589" y="2225"/>
                </a:cubicBezTo>
                <a:cubicBezTo>
                  <a:pt x="3531" y="2293"/>
                  <a:pt x="3260" y="2530"/>
                  <a:pt x="3176" y="2589"/>
                </a:cubicBezTo>
                <a:cubicBezTo>
                  <a:pt x="3139" y="2614"/>
                  <a:pt x="3071" y="2672"/>
                  <a:pt x="3023" y="2717"/>
                </a:cubicBezTo>
                <a:cubicBezTo>
                  <a:pt x="2889" y="2848"/>
                  <a:pt x="2831" y="2893"/>
                  <a:pt x="2817" y="2893"/>
                </a:cubicBezTo>
                <a:cubicBezTo>
                  <a:pt x="2810" y="2893"/>
                  <a:pt x="2769" y="2928"/>
                  <a:pt x="2730" y="2964"/>
                </a:cubicBezTo>
                <a:cubicBezTo>
                  <a:pt x="2529" y="3145"/>
                  <a:pt x="2377" y="3280"/>
                  <a:pt x="2316" y="3338"/>
                </a:cubicBezTo>
                <a:cubicBezTo>
                  <a:pt x="2279" y="3374"/>
                  <a:pt x="2180" y="3467"/>
                  <a:pt x="2099" y="3538"/>
                </a:cubicBezTo>
                <a:cubicBezTo>
                  <a:pt x="2017" y="3608"/>
                  <a:pt x="1952" y="3678"/>
                  <a:pt x="1947" y="3690"/>
                </a:cubicBezTo>
                <a:cubicBezTo>
                  <a:pt x="1942" y="3702"/>
                  <a:pt x="1926" y="3710"/>
                  <a:pt x="1914" y="3702"/>
                </a:cubicBezTo>
                <a:cubicBezTo>
                  <a:pt x="1902" y="3693"/>
                  <a:pt x="1867" y="3708"/>
                  <a:pt x="1838" y="3749"/>
                </a:cubicBezTo>
                <a:cubicBezTo>
                  <a:pt x="1809" y="3789"/>
                  <a:pt x="1775" y="3831"/>
                  <a:pt x="1762" y="3831"/>
                </a:cubicBezTo>
                <a:cubicBezTo>
                  <a:pt x="1749" y="3831"/>
                  <a:pt x="1718" y="3857"/>
                  <a:pt x="1697" y="3889"/>
                </a:cubicBezTo>
                <a:cubicBezTo>
                  <a:pt x="1675" y="3921"/>
                  <a:pt x="1653" y="3948"/>
                  <a:pt x="1642" y="3948"/>
                </a:cubicBezTo>
                <a:cubicBezTo>
                  <a:pt x="1631" y="3948"/>
                  <a:pt x="1579" y="3982"/>
                  <a:pt x="1533" y="4030"/>
                </a:cubicBezTo>
                <a:cubicBezTo>
                  <a:pt x="1488" y="4078"/>
                  <a:pt x="1438" y="4112"/>
                  <a:pt x="1425" y="4112"/>
                </a:cubicBezTo>
                <a:cubicBezTo>
                  <a:pt x="1411" y="4112"/>
                  <a:pt x="1386" y="4141"/>
                  <a:pt x="1359" y="4170"/>
                </a:cubicBezTo>
                <a:cubicBezTo>
                  <a:pt x="1333" y="4199"/>
                  <a:pt x="1249" y="4271"/>
                  <a:pt x="1175" y="4334"/>
                </a:cubicBezTo>
                <a:cubicBezTo>
                  <a:pt x="1100" y="4397"/>
                  <a:pt x="1030" y="4455"/>
                  <a:pt x="1022" y="4463"/>
                </a:cubicBezTo>
                <a:cubicBezTo>
                  <a:pt x="1015" y="4471"/>
                  <a:pt x="958" y="4525"/>
                  <a:pt x="892" y="4580"/>
                </a:cubicBezTo>
                <a:cubicBezTo>
                  <a:pt x="766" y="4684"/>
                  <a:pt x="748" y="4700"/>
                  <a:pt x="533" y="4908"/>
                </a:cubicBezTo>
                <a:cubicBezTo>
                  <a:pt x="461" y="4978"/>
                  <a:pt x="359" y="5066"/>
                  <a:pt x="305" y="5096"/>
                </a:cubicBezTo>
                <a:cubicBezTo>
                  <a:pt x="172" y="5170"/>
                  <a:pt x="0" y="5356"/>
                  <a:pt x="0" y="5436"/>
                </a:cubicBezTo>
                <a:cubicBezTo>
                  <a:pt x="0" y="5471"/>
                  <a:pt x="32" y="5531"/>
                  <a:pt x="65" y="5565"/>
                </a:cubicBezTo>
                <a:cubicBezTo>
                  <a:pt x="213" y="5712"/>
                  <a:pt x="284" y="5784"/>
                  <a:pt x="359" y="5822"/>
                </a:cubicBezTo>
                <a:cubicBezTo>
                  <a:pt x="403" y="5845"/>
                  <a:pt x="467" y="5868"/>
                  <a:pt x="489" y="5881"/>
                </a:cubicBezTo>
                <a:cubicBezTo>
                  <a:pt x="602" y="5948"/>
                  <a:pt x="644" y="5975"/>
                  <a:pt x="674" y="5975"/>
                </a:cubicBezTo>
                <a:cubicBezTo>
                  <a:pt x="731" y="5975"/>
                  <a:pt x="964" y="6158"/>
                  <a:pt x="1001" y="6232"/>
                </a:cubicBezTo>
                <a:cubicBezTo>
                  <a:pt x="1020" y="6271"/>
                  <a:pt x="1097" y="6337"/>
                  <a:pt x="1175" y="6385"/>
                </a:cubicBezTo>
                <a:cubicBezTo>
                  <a:pt x="1255" y="6433"/>
                  <a:pt x="1315" y="6498"/>
                  <a:pt x="1316" y="6525"/>
                </a:cubicBezTo>
                <a:cubicBezTo>
                  <a:pt x="1316" y="6552"/>
                  <a:pt x="1338" y="6600"/>
                  <a:pt x="1359" y="6631"/>
                </a:cubicBezTo>
                <a:cubicBezTo>
                  <a:pt x="1381" y="6662"/>
                  <a:pt x="1403" y="6740"/>
                  <a:pt x="1403" y="6818"/>
                </a:cubicBezTo>
                <a:cubicBezTo>
                  <a:pt x="1403" y="6895"/>
                  <a:pt x="1414" y="6959"/>
                  <a:pt x="1425" y="6959"/>
                </a:cubicBezTo>
                <a:cubicBezTo>
                  <a:pt x="1451" y="6959"/>
                  <a:pt x="1512" y="7098"/>
                  <a:pt x="1512" y="7158"/>
                </a:cubicBezTo>
                <a:cubicBezTo>
                  <a:pt x="1512" y="7215"/>
                  <a:pt x="1576" y="7278"/>
                  <a:pt x="1707" y="7345"/>
                </a:cubicBezTo>
                <a:cubicBezTo>
                  <a:pt x="1763" y="7374"/>
                  <a:pt x="1805" y="7404"/>
                  <a:pt x="1805" y="7416"/>
                </a:cubicBezTo>
                <a:cubicBezTo>
                  <a:pt x="1805" y="7428"/>
                  <a:pt x="1875" y="7491"/>
                  <a:pt x="1958" y="7545"/>
                </a:cubicBezTo>
                <a:cubicBezTo>
                  <a:pt x="2040" y="7598"/>
                  <a:pt x="2117" y="7657"/>
                  <a:pt x="2132" y="7685"/>
                </a:cubicBezTo>
                <a:cubicBezTo>
                  <a:pt x="2146" y="7714"/>
                  <a:pt x="2153" y="7962"/>
                  <a:pt x="2153" y="8236"/>
                </a:cubicBezTo>
                <a:cubicBezTo>
                  <a:pt x="2153" y="8639"/>
                  <a:pt x="2164" y="8740"/>
                  <a:pt x="2197" y="8775"/>
                </a:cubicBezTo>
                <a:cubicBezTo>
                  <a:pt x="2230" y="8811"/>
                  <a:pt x="2240" y="8929"/>
                  <a:pt x="2240" y="9443"/>
                </a:cubicBezTo>
                <a:cubicBezTo>
                  <a:pt x="2240" y="9838"/>
                  <a:pt x="2245" y="10064"/>
                  <a:pt x="2262" y="10064"/>
                </a:cubicBezTo>
                <a:cubicBezTo>
                  <a:pt x="2279" y="10064"/>
                  <a:pt x="2295" y="10250"/>
                  <a:pt x="2295" y="10556"/>
                </a:cubicBezTo>
                <a:cubicBezTo>
                  <a:pt x="2295" y="10940"/>
                  <a:pt x="2296" y="11050"/>
                  <a:pt x="2327" y="11095"/>
                </a:cubicBezTo>
                <a:cubicBezTo>
                  <a:pt x="2359" y="11139"/>
                  <a:pt x="2370" y="11265"/>
                  <a:pt x="2371" y="11669"/>
                </a:cubicBezTo>
                <a:cubicBezTo>
                  <a:pt x="2372" y="12092"/>
                  <a:pt x="2380" y="12189"/>
                  <a:pt x="2414" y="12219"/>
                </a:cubicBezTo>
                <a:cubicBezTo>
                  <a:pt x="2448" y="12249"/>
                  <a:pt x="2453" y="12309"/>
                  <a:pt x="2447" y="12583"/>
                </a:cubicBezTo>
                <a:lnTo>
                  <a:pt x="2436" y="12922"/>
                </a:lnTo>
                <a:lnTo>
                  <a:pt x="2273" y="12981"/>
                </a:lnTo>
                <a:cubicBezTo>
                  <a:pt x="2066" y="13058"/>
                  <a:pt x="1961" y="13130"/>
                  <a:pt x="1881" y="13215"/>
                </a:cubicBezTo>
                <a:cubicBezTo>
                  <a:pt x="1845" y="13255"/>
                  <a:pt x="1743" y="13305"/>
                  <a:pt x="1642" y="13332"/>
                </a:cubicBezTo>
                <a:cubicBezTo>
                  <a:pt x="1547" y="13359"/>
                  <a:pt x="1462" y="13387"/>
                  <a:pt x="1457" y="13403"/>
                </a:cubicBezTo>
                <a:cubicBezTo>
                  <a:pt x="1452" y="13419"/>
                  <a:pt x="1440" y="13438"/>
                  <a:pt x="1425" y="13438"/>
                </a:cubicBezTo>
                <a:cubicBezTo>
                  <a:pt x="1409" y="13438"/>
                  <a:pt x="1354" y="13478"/>
                  <a:pt x="1305" y="13532"/>
                </a:cubicBezTo>
                <a:cubicBezTo>
                  <a:pt x="1244" y="13599"/>
                  <a:pt x="1174" y="13635"/>
                  <a:pt x="1077" y="13661"/>
                </a:cubicBezTo>
                <a:cubicBezTo>
                  <a:pt x="929" y="13699"/>
                  <a:pt x="916" y="13711"/>
                  <a:pt x="761" y="13860"/>
                </a:cubicBezTo>
                <a:cubicBezTo>
                  <a:pt x="709" y="13910"/>
                  <a:pt x="619" y="13961"/>
                  <a:pt x="566" y="13977"/>
                </a:cubicBezTo>
                <a:cubicBezTo>
                  <a:pt x="348" y="14043"/>
                  <a:pt x="257" y="14095"/>
                  <a:pt x="185" y="14188"/>
                </a:cubicBezTo>
                <a:cubicBezTo>
                  <a:pt x="101" y="14297"/>
                  <a:pt x="92" y="14392"/>
                  <a:pt x="152" y="14457"/>
                </a:cubicBezTo>
                <a:cubicBezTo>
                  <a:pt x="174" y="14481"/>
                  <a:pt x="185" y="14522"/>
                  <a:pt x="185" y="14551"/>
                </a:cubicBezTo>
                <a:cubicBezTo>
                  <a:pt x="185" y="14598"/>
                  <a:pt x="468" y="14914"/>
                  <a:pt x="511" y="14914"/>
                </a:cubicBezTo>
                <a:cubicBezTo>
                  <a:pt x="521" y="14914"/>
                  <a:pt x="562" y="14937"/>
                  <a:pt x="598" y="14973"/>
                </a:cubicBezTo>
                <a:cubicBezTo>
                  <a:pt x="635" y="15009"/>
                  <a:pt x="701" y="15073"/>
                  <a:pt x="750" y="15113"/>
                </a:cubicBezTo>
                <a:cubicBezTo>
                  <a:pt x="800" y="15153"/>
                  <a:pt x="890" y="15241"/>
                  <a:pt x="946" y="15301"/>
                </a:cubicBezTo>
                <a:cubicBezTo>
                  <a:pt x="1003" y="15361"/>
                  <a:pt x="1057" y="15406"/>
                  <a:pt x="1066" y="15406"/>
                </a:cubicBezTo>
                <a:cubicBezTo>
                  <a:pt x="1075" y="15406"/>
                  <a:pt x="1101" y="15421"/>
                  <a:pt x="1120" y="15441"/>
                </a:cubicBezTo>
                <a:cubicBezTo>
                  <a:pt x="1139" y="15461"/>
                  <a:pt x="1207" y="15524"/>
                  <a:pt x="1272" y="15582"/>
                </a:cubicBezTo>
                <a:cubicBezTo>
                  <a:pt x="1338" y="15640"/>
                  <a:pt x="1419" y="15720"/>
                  <a:pt x="1457" y="15758"/>
                </a:cubicBezTo>
                <a:cubicBezTo>
                  <a:pt x="1495" y="15795"/>
                  <a:pt x="1634" y="15931"/>
                  <a:pt x="1773" y="16051"/>
                </a:cubicBezTo>
                <a:cubicBezTo>
                  <a:pt x="1911" y="16170"/>
                  <a:pt x="2075" y="16307"/>
                  <a:pt x="2132" y="16367"/>
                </a:cubicBezTo>
                <a:cubicBezTo>
                  <a:pt x="2188" y="16427"/>
                  <a:pt x="2248" y="16484"/>
                  <a:pt x="2262" y="16484"/>
                </a:cubicBezTo>
                <a:cubicBezTo>
                  <a:pt x="2276" y="16484"/>
                  <a:pt x="2338" y="16534"/>
                  <a:pt x="2403" y="16601"/>
                </a:cubicBezTo>
                <a:cubicBezTo>
                  <a:pt x="2468" y="16669"/>
                  <a:pt x="2588" y="16768"/>
                  <a:pt x="2664" y="16824"/>
                </a:cubicBezTo>
                <a:cubicBezTo>
                  <a:pt x="2741" y="16880"/>
                  <a:pt x="2805" y="16948"/>
                  <a:pt x="2806" y="16965"/>
                </a:cubicBezTo>
                <a:cubicBezTo>
                  <a:pt x="2806" y="16981"/>
                  <a:pt x="2831" y="17015"/>
                  <a:pt x="2871" y="17047"/>
                </a:cubicBezTo>
                <a:cubicBezTo>
                  <a:pt x="2911" y="17078"/>
                  <a:pt x="2967" y="17127"/>
                  <a:pt x="2991" y="17152"/>
                </a:cubicBezTo>
                <a:cubicBezTo>
                  <a:pt x="3014" y="17177"/>
                  <a:pt x="3069" y="17231"/>
                  <a:pt x="3121" y="17269"/>
                </a:cubicBezTo>
                <a:cubicBezTo>
                  <a:pt x="3227" y="17348"/>
                  <a:pt x="3296" y="17402"/>
                  <a:pt x="3360" y="17468"/>
                </a:cubicBezTo>
                <a:cubicBezTo>
                  <a:pt x="3385" y="17493"/>
                  <a:pt x="3521" y="17607"/>
                  <a:pt x="3654" y="17726"/>
                </a:cubicBezTo>
                <a:cubicBezTo>
                  <a:pt x="3788" y="17845"/>
                  <a:pt x="3913" y="17968"/>
                  <a:pt x="3937" y="17996"/>
                </a:cubicBezTo>
                <a:cubicBezTo>
                  <a:pt x="3961" y="18024"/>
                  <a:pt x="3989" y="18042"/>
                  <a:pt x="4002" y="18042"/>
                </a:cubicBezTo>
                <a:cubicBezTo>
                  <a:pt x="4015" y="18042"/>
                  <a:pt x="4050" y="18085"/>
                  <a:pt x="4078" y="18124"/>
                </a:cubicBezTo>
                <a:cubicBezTo>
                  <a:pt x="4106" y="18164"/>
                  <a:pt x="4141" y="18195"/>
                  <a:pt x="4154" y="18195"/>
                </a:cubicBezTo>
                <a:cubicBezTo>
                  <a:pt x="4168" y="18195"/>
                  <a:pt x="4201" y="18210"/>
                  <a:pt x="4220" y="18230"/>
                </a:cubicBezTo>
                <a:cubicBezTo>
                  <a:pt x="4239" y="18250"/>
                  <a:pt x="4319" y="18326"/>
                  <a:pt x="4405" y="18406"/>
                </a:cubicBezTo>
                <a:cubicBezTo>
                  <a:pt x="4490" y="18485"/>
                  <a:pt x="4600" y="18596"/>
                  <a:pt x="4644" y="18640"/>
                </a:cubicBezTo>
                <a:cubicBezTo>
                  <a:pt x="4687" y="18684"/>
                  <a:pt x="4723" y="18710"/>
                  <a:pt x="4731" y="18710"/>
                </a:cubicBezTo>
                <a:cubicBezTo>
                  <a:pt x="4739" y="18710"/>
                  <a:pt x="4772" y="18741"/>
                  <a:pt x="4796" y="18769"/>
                </a:cubicBezTo>
                <a:cubicBezTo>
                  <a:pt x="4820" y="18797"/>
                  <a:pt x="4942" y="18904"/>
                  <a:pt x="5068" y="19015"/>
                </a:cubicBezTo>
                <a:cubicBezTo>
                  <a:pt x="5194" y="19126"/>
                  <a:pt x="5312" y="19232"/>
                  <a:pt x="5329" y="19249"/>
                </a:cubicBezTo>
                <a:cubicBezTo>
                  <a:pt x="5346" y="19266"/>
                  <a:pt x="5408" y="19323"/>
                  <a:pt x="5470" y="19378"/>
                </a:cubicBezTo>
                <a:cubicBezTo>
                  <a:pt x="5533" y="19433"/>
                  <a:pt x="5616" y="19517"/>
                  <a:pt x="5655" y="19554"/>
                </a:cubicBezTo>
                <a:cubicBezTo>
                  <a:pt x="5695" y="19591"/>
                  <a:pt x="5766" y="19652"/>
                  <a:pt x="5818" y="19694"/>
                </a:cubicBezTo>
                <a:cubicBezTo>
                  <a:pt x="5870" y="19737"/>
                  <a:pt x="5941" y="19802"/>
                  <a:pt x="5971" y="19835"/>
                </a:cubicBezTo>
                <a:cubicBezTo>
                  <a:pt x="6000" y="19868"/>
                  <a:pt x="6055" y="19914"/>
                  <a:pt x="6090" y="19941"/>
                </a:cubicBezTo>
                <a:cubicBezTo>
                  <a:pt x="6125" y="19967"/>
                  <a:pt x="6206" y="20039"/>
                  <a:pt x="6275" y="20105"/>
                </a:cubicBezTo>
                <a:cubicBezTo>
                  <a:pt x="6344" y="20170"/>
                  <a:pt x="6485" y="20294"/>
                  <a:pt x="6590" y="20386"/>
                </a:cubicBezTo>
                <a:cubicBezTo>
                  <a:pt x="6696" y="20477"/>
                  <a:pt x="6867" y="20641"/>
                  <a:pt x="6971" y="20737"/>
                </a:cubicBezTo>
                <a:cubicBezTo>
                  <a:pt x="7075" y="20833"/>
                  <a:pt x="7200" y="20936"/>
                  <a:pt x="7243" y="20972"/>
                </a:cubicBezTo>
                <a:cubicBezTo>
                  <a:pt x="7286" y="21007"/>
                  <a:pt x="7391" y="21114"/>
                  <a:pt x="7482" y="21206"/>
                </a:cubicBezTo>
                <a:cubicBezTo>
                  <a:pt x="7625" y="21350"/>
                  <a:pt x="7830" y="21495"/>
                  <a:pt x="7972" y="21546"/>
                </a:cubicBezTo>
                <a:cubicBezTo>
                  <a:pt x="8071" y="21581"/>
                  <a:pt x="8420" y="21521"/>
                  <a:pt x="8548" y="21452"/>
                </a:cubicBezTo>
                <a:cubicBezTo>
                  <a:pt x="8591" y="21429"/>
                  <a:pt x="8643" y="21417"/>
                  <a:pt x="8657" y="21417"/>
                </a:cubicBezTo>
                <a:cubicBezTo>
                  <a:pt x="8671" y="21417"/>
                  <a:pt x="8722" y="21395"/>
                  <a:pt x="8776" y="21370"/>
                </a:cubicBezTo>
                <a:cubicBezTo>
                  <a:pt x="8831" y="21345"/>
                  <a:pt x="8924" y="21299"/>
                  <a:pt x="8972" y="21276"/>
                </a:cubicBezTo>
                <a:cubicBezTo>
                  <a:pt x="9021" y="21254"/>
                  <a:pt x="9070" y="21241"/>
                  <a:pt x="9092" y="21241"/>
                </a:cubicBezTo>
                <a:cubicBezTo>
                  <a:pt x="9113" y="21241"/>
                  <a:pt x="9223" y="21201"/>
                  <a:pt x="9331" y="21147"/>
                </a:cubicBezTo>
                <a:cubicBezTo>
                  <a:pt x="9439" y="21094"/>
                  <a:pt x="9583" y="21023"/>
                  <a:pt x="9657" y="20995"/>
                </a:cubicBezTo>
                <a:cubicBezTo>
                  <a:pt x="9731" y="20967"/>
                  <a:pt x="9862" y="20914"/>
                  <a:pt x="9951" y="20878"/>
                </a:cubicBezTo>
                <a:cubicBezTo>
                  <a:pt x="10040" y="20841"/>
                  <a:pt x="10188" y="20784"/>
                  <a:pt x="10277" y="20749"/>
                </a:cubicBezTo>
                <a:cubicBezTo>
                  <a:pt x="10366" y="20714"/>
                  <a:pt x="10522" y="20653"/>
                  <a:pt x="10625" y="20608"/>
                </a:cubicBezTo>
                <a:cubicBezTo>
                  <a:pt x="10729" y="20564"/>
                  <a:pt x="10881" y="20496"/>
                  <a:pt x="10962" y="20468"/>
                </a:cubicBezTo>
                <a:cubicBezTo>
                  <a:pt x="11044" y="20440"/>
                  <a:pt x="11139" y="20404"/>
                  <a:pt x="11169" y="20386"/>
                </a:cubicBezTo>
                <a:cubicBezTo>
                  <a:pt x="11215" y="20357"/>
                  <a:pt x="11322" y="20312"/>
                  <a:pt x="11571" y="20210"/>
                </a:cubicBezTo>
                <a:cubicBezTo>
                  <a:pt x="11601" y="20198"/>
                  <a:pt x="11651" y="20181"/>
                  <a:pt x="11680" y="20175"/>
                </a:cubicBezTo>
                <a:cubicBezTo>
                  <a:pt x="11710" y="20169"/>
                  <a:pt x="11766" y="20151"/>
                  <a:pt x="11811" y="20128"/>
                </a:cubicBezTo>
                <a:cubicBezTo>
                  <a:pt x="11855" y="20105"/>
                  <a:pt x="12007" y="20033"/>
                  <a:pt x="12148" y="19976"/>
                </a:cubicBezTo>
                <a:cubicBezTo>
                  <a:pt x="12289" y="19919"/>
                  <a:pt x="12440" y="19856"/>
                  <a:pt x="12485" y="19835"/>
                </a:cubicBezTo>
                <a:cubicBezTo>
                  <a:pt x="12601" y="19780"/>
                  <a:pt x="12744" y="19725"/>
                  <a:pt x="12822" y="19706"/>
                </a:cubicBezTo>
                <a:cubicBezTo>
                  <a:pt x="12859" y="19697"/>
                  <a:pt x="12923" y="19679"/>
                  <a:pt x="12953" y="19659"/>
                </a:cubicBezTo>
                <a:cubicBezTo>
                  <a:pt x="12982" y="19640"/>
                  <a:pt x="13120" y="19573"/>
                  <a:pt x="13268" y="19519"/>
                </a:cubicBezTo>
                <a:cubicBezTo>
                  <a:pt x="13416" y="19465"/>
                  <a:pt x="13543" y="19412"/>
                  <a:pt x="13551" y="19402"/>
                </a:cubicBezTo>
                <a:cubicBezTo>
                  <a:pt x="13558" y="19391"/>
                  <a:pt x="13608" y="19371"/>
                  <a:pt x="13659" y="19355"/>
                </a:cubicBezTo>
                <a:cubicBezTo>
                  <a:pt x="13711" y="19338"/>
                  <a:pt x="13839" y="19292"/>
                  <a:pt x="13942" y="19249"/>
                </a:cubicBezTo>
                <a:cubicBezTo>
                  <a:pt x="14046" y="19206"/>
                  <a:pt x="14226" y="19132"/>
                  <a:pt x="14345" y="19085"/>
                </a:cubicBezTo>
                <a:cubicBezTo>
                  <a:pt x="14463" y="19039"/>
                  <a:pt x="14587" y="18995"/>
                  <a:pt x="14617" y="18980"/>
                </a:cubicBezTo>
                <a:cubicBezTo>
                  <a:pt x="14646" y="18965"/>
                  <a:pt x="14727" y="18935"/>
                  <a:pt x="14801" y="18909"/>
                </a:cubicBezTo>
                <a:cubicBezTo>
                  <a:pt x="14952" y="18858"/>
                  <a:pt x="15304" y="18704"/>
                  <a:pt x="15421" y="18640"/>
                </a:cubicBezTo>
                <a:cubicBezTo>
                  <a:pt x="15463" y="18617"/>
                  <a:pt x="15513" y="18593"/>
                  <a:pt x="15530" y="18593"/>
                </a:cubicBezTo>
                <a:cubicBezTo>
                  <a:pt x="15564" y="18593"/>
                  <a:pt x="16343" y="18293"/>
                  <a:pt x="16531" y="18206"/>
                </a:cubicBezTo>
                <a:cubicBezTo>
                  <a:pt x="16575" y="18186"/>
                  <a:pt x="16677" y="18145"/>
                  <a:pt x="16759" y="18113"/>
                </a:cubicBezTo>
                <a:cubicBezTo>
                  <a:pt x="17332" y="17889"/>
                  <a:pt x="17453" y="17834"/>
                  <a:pt x="17520" y="17796"/>
                </a:cubicBezTo>
                <a:cubicBezTo>
                  <a:pt x="17562" y="17773"/>
                  <a:pt x="17613" y="17761"/>
                  <a:pt x="17629" y="17761"/>
                </a:cubicBezTo>
                <a:cubicBezTo>
                  <a:pt x="17645" y="17761"/>
                  <a:pt x="17709" y="17733"/>
                  <a:pt x="17770" y="17703"/>
                </a:cubicBezTo>
                <a:cubicBezTo>
                  <a:pt x="17992" y="17594"/>
                  <a:pt x="18086" y="17550"/>
                  <a:pt x="18118" y="17550"/>
                </a:cubicBezTo>
                <a:cubicBezTo>
                  <a:pt x="18137" y="17550"/>
                  <a:pt x="18194" y="17524"/>
                  <a:pt x="18249" y="17492"/>
                </a:cubicBezTo>
                <a:cubicBezTo>
                  <a:pt x="18304" y="17460"/>
                  <a:pt x="18374" y="17433"/>
                  <a:pt x="18401" y="17433"/>
                </a:cubicBezTo>
                <a:cubicBezTo>
                  <a:pt x="18428" y="17433"/>
                  <a:pt x="18456" y="17432"/>
                  <a:pt x="18466" y="17422"/>
                </a:cubicBezTo>
                <a:cubicBezTo>
                  <a:pt x="18486" y="17401"/>
                  <a:pt x="18649" y="17324"/>
                  <a:pt x="18727" y="17304"/>
                </a:cubicBezTo>
                <a:cubicBezTo>
                  <a:pt x="18753" y="17298"/>
                  <a:pt x="18818" y="17272"/>
                  <a:pt x="18869" y="17246"/>
                </a:cubicBezTo>
                <a:cubicBezTo>
                  <a:pt x="18920" y="17220"/>
                  <a:pt x="18980" y="17203"/>
                  <a:pt x="18999" y="17199"/>
                </a:cubicBezTo>
                <a:cubicBezTo>
                  <a:pt x="19044" y="17189"/>
                  <a:pt x="19241" y="17096"/>
                  <a:pt x="19304" y="17058"/>
                </a:cubicBezTo>
                <a:cubicBezTo>
                  <a:pt x="19330" y="17043"/>
                  <a:pt x="19361" y="17035"/>
                  <a:pt x="19380" y="17035"/>
                </a:cubicBezTo>
                <a:cubicBezTo>
                  <a:pt x="19413" y="17035"/>
                  <a:pt x="19787" y="16882"/>
                  <a:pt x="19902" y="16824"/>
                </a:cubicBezTo>
                <a:cubicBezTo>
                  <a:pt x="20014" y="16768"/>
                  <a:pt x="20165" y="16706"/>
                  <a:pt x="20217" y="16695"/>
                </a:cubicBezTo>
                <a:cubicBezTo>
                  <a:pt x="20247" y="16689"/>
                  <a:pt x="20296" y="16674"/>
                  <a:pt x="20326" y="16660"/>
                </a:cubicBezTo>
                <a:cubicBezTo>
                  <a:pt x="20356" y="16646"/>
                  <a:pt x="20497" y="16591"/>
                  <a:pt x="20631" y="16543"/>
                </a:cubicBezTo>
                <a:cubicBezTo>
                  <a:pt x="21135" y="16361"/>
                  <a:pt x="21283" y="16272"/>
                  <a:pt x="21283" y="16168"/>
                </a:cubicBezTo>
                <a:cubicBezTo>
                  <a:pt x="21283" y="16147"/>
                  <a:pt x="21301" y="16133"/>
                  <a:pt x="21316" y="16133"/>
                </a:cubicBezTo>
                <a:cubicBezTo>
                  <a:pt x="21331" y="16133"/>
                  <a:pt x="21338" y="16064"/>
                  <a:pt x="21338" y="15980"/>
                </a:cubicBezTo>
                <a:cubicBezTo>
                  <a:pt x="21337" y="15846"/>
                  <a:pt x="21328" y="15819"/>
                  <a:pt x="21251" y="15746"/>
                </a:cubicBezTo>
                <a:cubicBezTo>
                  <a:pt x="21203" y="15700"/>
                  <a:pt x="21058" y="15592"/>
                  <a:pt x="20924" y="15512"/>
                </a:cubicBezTo>
                <a:cubicBezTo>
                  <a:pt x="20791" y="15432"/>
                  <a:pt x="20650" y="15338"/>
                  <a:pt x="20609" y="15301"/>
                </a:cubicBezTo>
                <a:cubicBezTo>
                  <a:pt x="20568" y="15264"/>
                  <a:pt x="20508" y="15229"/>
                  <a:pt x="20478" y="15219"/>
                </a:cubicBezTo>
                <a:cubicBezTo>
                  <a:pt x="20449" y="15209"/>
                  <a:pt x="20424" y="15187"/>
                  <a:pt x="20424" y="15172"/>
                </a:cubicBezTo>
                <a:cubicBezTo>
                  <a:pt x="20424" y="15157"/>
                  <a:pt x="20413" y="15145"/>
                  <a:pt x="20402" y="15149"/>
                </a:cubicBezTo>
                <a:cubicBezTo>
                  <a:pt x="20375" y="15157"/>
                  <a:pt x="20022" y="14940"/>
                  <a:pt x="20022" y="14914"/>
                </a:cubicBezTo>
                <a:cubicBezTo>
                  <a:pt x="20022" y="14889"/>
                  <a:pt x="19721" y="14695"/>
                  <a:pt x="19695" y="14703"/>
                </a:cubicBezTo>
                <a:cubicBezTo>
                  <a:pt x="19685" y="14707"/>
                  <a:pt x="19659" y="14692"/>
                  <a:pt x="19641" y="14668"/>
                </a:cubicBezTo>
                <a:cubicBezTo>
                  <a:pt x="19623" y="14645"/>
                  <a:pt x="19594" y="14621"/>
                  <a:pt x="19576" y="14621"/>
                </a:cubicBezTo>
                <a:cubicBezTo>
                  <a:pt x="19557" y="14621"/>
                  <a:pt x="19477" y="14557"/>
                  <a:pt x="19391" y="14469"/>
                </a:cubicBezTo>
                <a:cubicBezTo>
                  <a:pt x="19305" y="14381"/>
                  <a:pt x="19213" y="14305"/>
                  <a:pt x="19195" y="14305"/>
                </a:cubicBezTo>
                <a:cubicBezTo>
                  <a:pt x="19177" y="14305"/>
                  <a:pt x="19148" y="14282"/>
                  <a:pt x="19130" y="14258"/>
                </a:cubicBezTo>
                <a:cubicBezTo>
                  <a:pt x="19112" y="14234"/>
                  <a:pt x="19086" y="14227"/>
                  <a:pt x="19075" y="14235"/>
                </a:cubicBezTo>
                <a:cubicBezTo>
                  <a:pt x="19064" y="14242"/>
                  <a:pt x="18996" y="14183"/>
                  <a:pt x="18923" y="14106"/>
                </a:cubicBezTo>
                <a:cubicBezTo>
                  <a:pt x="18851" y="14029"/>
                  <a:pt x="18715" y="13923"/>
                  <a:pt x="18619" y="13871"/>
                </a:cubicBezTo>
                <a:cubicBezTo>
                  <a:pt x="18360" y="13732"/>
                  <a:pt x="18271" y="13609"/>
                  <a:pt x="18271" y="13403"/>
                </a:cubicBezTo>
                <a:cubicBezTo>
                  <a:pt x="18271" y="13341"/>
                  <a:pt x="18256" y="13259"/>
                  <a:pt x="18238" y="13227"/>
                </a:cubicBezTo>
                <a:cubicBezTo>
                  <a:pt x="18211" y="13181"/>
                  <a:pt x="18211" y="13156"/>
                  <a:pt x="18238" y="13110"/>
                </a:cubicBezTo>
                <a:cubicBezTo>
                  <a:pt x="18261" y="13070"/>
                  <a:pt x="18271" y="12913"/>
                  <a:pt x="18271" y="12606"/>
                </a:cubicBezTo>
                <a:cubicBezTo>
                  <a:pt x="18271" y="12338"/>
                  <a:pt x="18276" y="12148"/>
                  <a:pt x="18292" y="12137"/>
                </a:cubicBezTo>
                <a:cubicBezTo>
                  <a:pt x="18309" y="12126"/>
                  <a:pt x="18325" y="11886"/>
                  <a:pt x="18325" y="11505"/>
                </a:cubicBezTo>
                <a:cubicBezTo>
                  <a:pt x="18325" y="10981"/>
                  <a:pt x="18334" y="10886"/>
                  <a:pt x="18369" y="10872"/>
                </a:cubicBezTo>
                <a:cubicBezTo>
                  <a:pt x="18402" y="10858"/>
                  <a:pt x="18401" y="10785"/>
                  <a:pt x="18401" y="10474"/>
                </a:cubicBezTo>
                <a:cubicBezTo>
                  <a:pt x="18401" y="10174"/>
                  <a:pt x="18413" y="10086"/>
                  <a:pt x="18445" y="10052"/>
                </a:cubicBezTo>
                <a:cubicBezTo>
                  <a:pt x="18476" y="10018"/>
                  <a:pt x="18488" y="9934"/>
                  <a:pt x="18488" y="9689"/>
                </a:cubicBezTo>
                <a:cubicBezTo>
                  <a:pt x="18488" y="9387"/>
                  <a:pt x="18484" y="9359"/>
                  <a:pt x="18553" y="9255"/>
                </a:cubicBezTo>
                <a:cubicBezTo>
                  <a:pt x="18611" y="9168"/>
                  <a:pt x="18663" y="9142"/>
                  <a:pt x="18771" y="9115"/>
                </a:cubicBezTo>
                <a:cubicBezTo>
                  <a:pt x="18956" y="9067"/>
                  <a:pt x="19184" y="8958"/>
                  <a:pt x="19184" y="8927"/>
                </a:cubicBezTo>
                <a:cubicBezTo>
                  <a:pt x="19184" y="8913"/>
                  <a:pt x="19205" y="8904"/>
                  <a:pt x="19228" y="8904"/>
                </a:cubicBezTo>
                <a:cubicBezTo>
                  <a:pt x="19250" y="8904"/>
                  <a:pt x="19271" y="8891"/>
                  <a:pt x="19271" y="8869"/>
                </a:cubicBezTo>
                <a:cubicBezTo>
                  <a:pt x="19271" y="8827"/>
                  <a:pt x="19323" y="8792"/>
                  <a:pt x="19532" y="8728"/>
                </a:cubicBezTo>
                <a:cubicBezTo>
                  <a:pt x="19599" y="8708"/>
                  <a:pt x="19684" y="8679"/>
                  <a:pt x="19717" y="8658"/>
                </a:cubicBezTo>
                <a:cubicBezTo>
                  <a:pt x="19750" y="8636"/>
                  <a:pt x="19782" y="8625"/>
                  <a:pt x="19782" y="8634"/>
                </a:cubicBezTo>
                <a:cubicBezTo>
                  <a:pt x="19782" y="8643"/>
                  <a:pt x="19811" y="8612"/>
                  <a:pt x="19848" y="8576"/>
                </a:cubicBezTo>
                <a:cubicBezTo>
                  <a:pt x="19922" y="8501"/>
                  <a:pt x="20022" y="8306"/>
                  <a:pt x="20022" y="8236"/>
                </a:cubicBezTo>
                <a:cubicBezTo>
                  <a:pt x="20022" y="8211"/>
                  <a:pt x="20033" y="8163"/>
                  <a:pt x="20054" y="8130"/>
                </a:cubicBezTo>
                <a:cubicBezTo>
                  <a:pt x="20076" y="8098"/>
                  <a:pt x="20104" y="8003"/>
                  <a:pt x="20109" y="7920"/>
                </a:cubicBezTo>
                <a:lnTo>
                  <a:pt x="20119" y="7767"/>
                </a:lnTo>
                <a:lnTo>
                  <a:pt x="20293" y="7673"/>
                </a:lnTo>
                <a:cubicBezTo>
                  <a:pt x="20503" y="7552"/>
                  <a:pt x="20587" y="7459"/>
                  <a:pt x="20587" y="7357"/>
                </a:cubicBezTo>
                <a:cubicBezTo>
                  <a:pt x="20587" y="7253"/>
                  <a:pt x="20697" y="7144"/>
                  <a:pt x="20892" y="7076"/>
                </a:cubicBezTo>
                <a:cubicBezTo>
                  <a:pt x="21224" y="6961"/>
                  <a:pt x="21376" y="6876"/>
                  <a:pt x="21479" y="6748"/>
                </a:cubicBezTo>
                <a:cubicBezTo>
                  <a:pt x="21593" y="6606"/>
                  <a:pt x="21600" y="6585"/>
                  <a:pt x="21533" y="6525"/>
                </a:cubicBezTo>
                <a:cubicBezTo>
                  <a:pt x="21443" y="6444"/>
                  <a:pt x="20858" y="6071"/>
                  <a:pt x="20533" y="5893"/>
                </a:cubicBezTo>
                <a:cubicBezTo>
                  <a:pt x="20481" y="5864"/>
                  <a:pt x="20424" y="5827"/>
                  <a:pt x="20413" y="5811"/>
                </a:cubicBezTo>
                <a:cubicBezTo>
                  <a:pt x="20402" y="5794"/>
                  <a:pt x="20402" y="5798"/>
                  <a:pt x="20402" y="5811"/>
                </a:cubicBezTo>
                <a:cubicBezTo>
                  <a:pt x="20402" y="5823"/>
                  <a:pt x="20370" y="5803"/>
                  <a:pt x="20337" y="5764"/>
                </a:cubicBezTo>
                <a:cubicBezTo>
                  <a:pt x="20304" y="5724"/>
                  <a:pt x="20162" y="5625"/>
                  <a:pt x="20022" y="5541"/>
                </a:cubicBezTo>
                <a:cubicBezTo>
                  <a:pt x="19881" y="5457"/>
                  <a:pt x="19679" y="5334"/>
                  <a:pt x="19576" y="5272"/>
                </a:cubicBezTo>
                <a:cubicBezTo>
                  <a:pt x="19472" y="5209"/>
                  <a:pt x="19288" y="5089"/>
                  <a:pt x="19162" y="5014"/>
                </a:cubicBezTo>
                <a:cubicBezTo>
                  <a:pt x="18632" y="4697"/>
                  <a:pt x="18552" y="4651"/>
                  <a:pt x="18445" y="4545"/>
                </a:cubicBezTo>
                <a:cubicBezTo>
                  <a:pt x="18416" y="4517"/>
                  <a:pt x="18375" y="4498"/>
                  <a:pt x="18358" y="4498"/>
                </a:cubicBezTo>
                <a:cubicBezTo>
                  <a:pt x="18340" y="4498"/>
                  <a:pt x="18311" y="4476"/>
                  <a:pt x="18292" y="4451"/>
                </a:cubicBezTo>
                <a:cubicBezTo>
                  <a:pt x="18274" y="4427"/>
                  <a:pt x="18257" y="4408"/>
                  <a:pt x="18249" y="4416"/>
                </a:cubicBezTo>
                <a:cubicBezTo>
                  <a:pt x="18241" y="4425"/>
                  <a:pt x="18215" y="4423"/>
                  <a:pt x="18195" y="4405"/>
                </a:cubicBezTo>
                <a:cubicBezTo>
                  <a:pt x="18143" y="4359"/>
                  <a:pt x="18000" y="4270"/>
                  <a:pt x="17912" y="4229"/>
                </a:cubicBezTo>
                <a:cubicBezTo>
                  <a:pt x="17871" y="4210"/>
                  <a:pt x="17836" y="4184"/>
                  <a:pt x="17836" y="4170"/>
                </a:cubicBezTo>
                <a:cubicBezTo>
                  <a:pt x="17836" y="4157"/>
                  <a:pt x="17828" y="4149"/>
                  <a:pt x="17814" y="4159"/>
                </a:cubicBezTo>
                <a:cubicBezTo>
                  <a:pt x="17800" y="4168"/>
                  <a:pt x="17780" y="4163"/>
                  <a:pt x="17770" y="4147"/>
                </a:cubicBezTo>
                <a:cubicBezTo>
                  <a:pt x="17761" y="4130"/>
                  <a:pt x="17707" y="4096"/>
                  <a:pt x="17651" y="4065"/>
                </a:cubicBezTo>
                <a:cubicBezTo>
                  <a:pt x="17594" y="4034"/>
                  <a:pt x="17530" y="3981"/>
                  <a:pt x="17509" y="3959"/>
                </a:cubicBezTo>
                <a:cubicBezTo>
                  <a:pt x="17447" y="3892"/>
                  <a:pt x="17174" y="3722"/>
                  <a:pt x="16846" y="3538"/>
                </a:cubicBezTo>
                <a:cubicBezTo>
                  <a:pt x="16783" y="3502"/>
                  <a:pt x="16724" y="3458"/>
                  <a:pt x="16715" y="3444"/>
                </a:cubicBezTo>
                <a:cubicBezTo>
                  <a:pt x="16707" y="3429"/>
                  <a:pt x="16695" y="3424"/>
                  <a:pt x="16683" y="3432"/>
                </a:cubicBezTo>
                <a:cubicBezTo>
                  <a:pt x="16671" y="3440"/>
                  <a:pt x="16647" y="3433"/>
                  <a:pt x="16628" y="3409"/>
                </a:cubicBezTo>
                <a:cubicBezTo>
                  <a:pt x="16610" y="3385"/>
                  <a:pt x="16579" y="3362"/>
                  <a:pt x="16563" y="3362"/>
                </a:cubicBezTo>
                <a:cubicBezTo>
                  <a:pt x="16548" y="3362"/>
                  <a:pt x="16493" y="3332"/>
                  <a:pt x="16444" y="3292"/>
                </a:cubicBezTo>
                <a:cubicBezTo>
                  <a:pt x="16394" y="3251"/>
                  <a:pt x="16357" y="3222"/>
                  <a:pt x="16357" y="3233"/>
                </a:cubicBezTo>
                <a:cubicBezTo>
                  <a:pt x="16357" y="3244"/>
                  <a:pt x="16339" y="3234"/>
                  <a:pt x="16313" y="3210"/>
                </a:cubicBezTo>
                <a:cubicBezTo>
                  <a:pt x="16287" y="3185"/>
                  <a:pt x="16220" y="3150"/>
                  <a:pt x="16172" y="3128"/>
                </a:cubicBezTo>
                <a:cubicBezTo>
                  <a:pt x="16124" y="3105"/>
                  <a:pt x="16085" y="3081"/>
                  <a:pt x="16085" y="3069"/>
                </a:cubicBezTo>
                <a:cubicBezTo>
                  <a:pt x="16085" y="3057"/>
                  <a:pt x="16073" y="3046"/>
                  <a:pt x="16052" y="3046"/>
                </a:cubicBezTo>
                <a:cubicBezTo>
                  <a:pt x="16031" y="3046"/>
                  <a:pt x="15988" y="3024"/>
                  <a:pt x="15965" y="2999"/>
                </a:cubicBezTo>
                <a:cubicBezTo>
                  <a:pt x="15942" y="2974"/>
                  <a:pt x="15922" y="2954"/>
                  <a:pt x="15922" y="2964"/>
                </a:cubicBezTo>
                <a:cubicBezTo>
                  <a:pt x="15922" y="2973"/>
                  <a:pt x="15858" y="2946"/>
                  <a:pt x="15780" y="2893"/>
                </a:cubicBezTo>
                <a:cubicBezTo>
                  <a:pt x="15638" y="2796"/>
                  <a:pt x="14862" y="2536"/>
                  <a:pt x="14388" y="2425"/>
                </a:cubicBezTo>
                <a:cubicBezTo>
                  <a:pt x="14366" y="2419"/>
                  <a:pt x="14217" y="2363"/>
                  <a:pt x="14062" y="2307"/>
                </a:cubicBezTo>
                <a:cubicBezTo>
                  <a:pt x="13770" y="2204"/>
                  <a:pt x="13564" y="2134"/>
                  <a:pt x="13192" y="2026"/>
                </a:cubicBezTo>
                <a:cubicBezTo>
                  <a:pt x="13073" y="1992"/>
                  <a:pt x="12900" y="1940"/>
                  <a:pt x="12811" y="1909"/>
                </a:cubicBezTo>
                <a:cubicBezTo>
                  <a:pt x="12722" y="1878"/>
                  <a:pt x="12623" y="1844"/>
                  <a:pt x="12594" y="1839"/>
                </a:cubicBezTo>
                <a:cubicBezTo>
                  <a:pt x="12564" y="1833"/>
                  <a:pt x="12529" y="1824"/>
                  <a:pt x="12507" y="1815"/>
                </a:cubicBezTo>
                <a:cubicBezTo>
                  <a:pt x="12484" y="1807"/>
                  <a:pt x="12315" y="1761"/>
                  <a:pt x="12137" y="1710"/>
                </a:cubicBezTo>
                <a:cubicBezTo>
                  <a:pt x="11680" y="1578"/>
                  <a:pt x="11440" y="1499"/>
                  <a:pt x="11408" y="1476"/>
                </a:cubicBezTo>
                <a:cubicBezTo>
                  <a:pt x="11393" y="1464"/>
                  <a:pt x="11312" y="1432"/>
                  <a:pt x="11223" y="1405"/>
                </a:cubicBezTo>
                <a:cubicBezTo>
                  <a:pt x="11134" y="1379"/>
                  <a:pt x="10965" y="1334"/>
                  <a:pt x="10854" y="1300"/>
                </a:cubicBezTo>
                <a:cubicBezTo>
                  <a:pt x="10742" y="1266"/>
                  <a:pt x="10552" y="1210"/>
                  <a:pt x="10419" y="1171"/>
                </a:cubicBezTo>
                <a:cubicBezTo>
                  <a:pt x="10285" y="1131"/>
                  <a:pt x="10130" y="1080"/>
                  <a:pt x="10081" y="1065"/>
                </a:cubicBezTo>
                <a:cubicBezTo>
                  <a:pt x="10033" y="1051"/>
                  <a:pt x="9956" y="1033"/>
                  <a:pt x="9907" y="1019"/>
                </a:cubicBezTo>
                <a:cubicBezTo>
                  <a:pt x="9859" y="1004"/>
                  <a:pt x="9764" y="971"/>
                  <a:pt x="9690" y="948"/>
                </a:cubicBezTo>
                <a:cubicBezTo>
                  <a:pt x="9616" y="925"/>
                  <a:pt x="9446" y="879"/>
                  <a:pt x="9320" y="843"/>
                </a:cubicBezTo>
                <a:cubicBezTo>
                  <a:pt x="9194" y="807"/>
                  <a:pt x="9067" y="762"/>
                  <a:pt x="9037" y="749"/>
                </a:cubicBezTo>
                <a:cubicBezTo>
                  <a:pt x="9008" y="736"/>
                  <a:pt x="8934" y="707"/>
                  <a:pt x="8874" y="691"/>
                </a:cubicBezTo>
                <a:cubicBezTo>
                  <a:pt x="8650" y="628"/>
                  <a:pt x="8360" y="541"/>
                  <a:pt x="8178" y="480"/>
                </a:cubicBezTo>
                <a:cubicBezTo>
                  <a:pt x="8075" y="445"/>
                  <a:pt x="7979" y="423"/>
                  <a:pt x="7972" y="421"/>
                </a:cubicBezTo>
                <a:cubicBezTo>
                  <a:pt x="7964" y="419"/>
                  <a:pt x="7876" y="377"/>
                  <a:pt x="7765" y="339"/>
                </a:cubicBezTo>
                <a:cubicBezTo>
                  <a:pt x="7654" y="301"/>
                  <a:pt x="7551" y="273"/>
                  <a:pt x="7537" y="269"/>
                </a:cubicBezTo>
                <a:cubicBezTo>
                  <a:pt x="7522" y="265"/>
                  <a:pt x="7430" y="236"/>
                  <a:pt x="7341" y="210"/>
                </a:cubicBezTo>
                <a:cubicBezTo>
                  <a:pt x="7252" y="184"/>
                  <a:pt x="7079" y="137"/>
                  <a:pt x="6960" y="105"/>
                </a:cubicBezTo>
                <a:cubicBezTo>
                  <a:pt x="6842" y="72"/>
                  <a:pt x="6734" y="35"/>
                  <a:pt x="6710" y="23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rustic-burlap-sack-textured-canvas-natural-fiber_191095-85998.avif" id="682" name="Google Shape;682;p39"/>
          <p:cNvPicPr preferRelativeResize="0"/>
          <p:nvPr/>
        </p:nvPicPr>
        <p:blipFill rotWithShape="1">
          <a:blip r:embed="rId4">
            <a:alphaModFix/>
          </a:blip>
          <a:srcRect b="6726" l="10615" r="10280" t="7713"/>
          <a:stretch/>
        </p:blipFill>
        <p:spPr>
          <a:xfrm>
            <a:off x="6441836" y="1398634"/>
            <a:ext cx="623359" cy="674229"/>
          </a:xfrm>
          <a:custGeom>
            <a:rect b="b" l="l" r="r" t="t"/>
            <a:pathLst>
              <a:path extrusionOk="0" h="21587" w="21556">
                <a:moveTo>
                  <a:pt x="15169" y="36"/>
                </a:moveTo>
                <a:cubicBezTo>
                  <a:pt x="15157" y="55"/>
                  <a:pt x="15061" y="61"/>
                  <a:pt x="14963" y="61"/>
                </a:cubicBezTo>
                <a:cubicBezTo>
                  <a:pt x="14811" y="61"/>
                  <a:pt x="14769" y="81"/>
                  <a:pt x="14606" y="201"/>
                </a:cubicBezTo>
                <a:cubicBezTo>
                  <a:pt x="14376" y="371"/>
                  <a:pt x="14346" y="429"/>
                  <a:pt x="14346" y="633"/>
                </a:cubicBezTo>
                <a:cubicBezTo>
                  <a:pt x="14346" y="777"/>
                  <a:pt x="14328" y="804"/>
                  <a:pt x="14181" y="938"/>
                </a:cubicBezTo>
                <a:cubicBezTo>
                  <a:pt x="14091" y="1020"/>
                  <a:pt x="14003" y="1124"/>
                  <a:pt x="13989" y="1167"/>
                </a:cubicBezTo>
                <a:cubicBezTo>
                  <a:pt x="13975" y="1210"/>
                  <a:pt x="13923" y="1288"/>
                  <a:pt x="13879" y="1345"/>
                </a:cubicBezTo>
                <a:cubicBezTo>
                  <a:pt x="13835" y="1401"/>
                  <a:pt x="13780" y="1506"/>
                  <a:pt x="13742" y="1586"/>
                </a:cubicBezTo>
                <a:cubicBezTo>
                  <a:pt x="13695" y="1684"/>
                  <a:pt x="13660" y="1722"/>
                  <a:pt x="13632" y="1700"/>
                </a:cubicBezTo>
                <a:cubicBezTo>
                  <a:pt x="13572" y="1655"/>
                  <a:pt x="13274" y="1559"/>
                  <a:pt x="13083" y="1523"/>
                </a:cubicBezTo>
                <a:cubicBezTo>
                  <a:pt x="12992" y="1505"/>
                  <a:pt x="12890" y="1489"/>
                  <a:pt x="12850" y="1472"/>
                </a:cubicBezTo>
                <a:cubicBezTo>
                  <a:pt x="12252" y="1222"/>
                  <a:pt x="11926" y="1235"/>
                  <a:pt x="11601" y="1535"/>
                </a:cubicBezTo>
                <a:cubicBezTo>
                  <a:pt x="11542" y="1590"/>
                  <a:pt x="11424" y="1673"/>
                  <a:pt x="11340" y="1726"/>
                </a:cubicBezTo>
                <a:cubicBezTo>
                  <a:pt x="11096" y="1878"/>
                  <a:pt x="10444" y="2183"/>
                  <a:pt x="10352" y="2183"/>
                </a:cubicBezTo>
                <a:cubicBezTo>
                  <a:pt x="10306" y="2183"/>
                  <a:pt x="10192" y="2112"/>
                  <a:pt x="10091" y="2031"/>
                </a:cubicBezTo>
                <a:cubicBezTo>
                  <a:pt x="9834" y="1825"/>
                  <a:pt x="9703" y="1762"/>
                  <a:pt x="9309" y="1637"/>
                </a:cubicBezTo>
                <a:cubicBezTo>
                  <a:pt x="9009" y="1541"/>
                  <a:pt x="8931" y="1528"/>
                  <a:pt x="8732" y="1548"/>
                </a:cubicBezTo>
                <a:cubicBezTo>
                  <a:pt x="8608" y="1561"/>
                  <a:pt x="8423" y="1576"/>
                  <a:pt x="8321" y="1586"/>
                </a:cubicBezTo>
                <a:cubicBezTo>
                  <a:pt x="7970" y="1620"/>
                  <a:pt x="7607" y="1463"/>
                  <a:pt x="7607" y="1281"/>
                </a:cubicBezTo>
                <a:cubicBezTo>
                  <a:pt x="7607" y="1205"/>
                  <a:pt x="7395" y="1026"/>
                  <a:pt x="7223" y="951"/>
                </a:cubicBezTo>
                <a:cubicBezTo>
                  <a:pt x="7132" y="911"/>
                  <a:pt x="6933" y="868"/>
                  <a:pt x="6784" y="849"/>
                </a:cubicBezTo>
                <a:cubicBezTo>
                  <a:pt x="6634" y="831"/>
                  <a:pt x="6407" y="803"/>
                  <a:pt x="6276" y="786"/>
                </a:cubicBezTo>
                <a:cubicBezTo>
                  <a:pt x="6029" y="752"/>
                  <a:pt x="5408" y="766"/>
                  <a:pt x="5343" y="811"/>
                </a:cubicBezTo>
                <a:cubicBezTo>
                  <a:pt x="5322" y="825"/>
                  <a:pt x="5219" y="850"/>
                  <a:pt x="5123" y="862"/>
                </a:cubicBezTo>
                <a:cubicBezTo>
                  <a:pt x="5027" y="873"/>
                  <a:pt x="4879" y="926"/>
                  <a:pt x="4794" y="976"/>
                </a:cubicBezTo>
                <a:cubicBezTo>
                  <a:pt x="4590" y="1095"/>
                  <a:pt x="4343" y="1159"/>
                  <a:pt x="3970" y="1180"/>
                </a:cubicBezTo>
                <a:cubicBezTo>
                  <a:pt x="3804" y="1189"/>
                  <a:pt x="3607" y="1215"/>
                  <a:pt x="3531" y="1243"/>
                </a:cubicBezTo>
                <a:cubicBezTo>
                  <a:pt x="3365" y="1305"/>
                  <a:pt x="3215" y="1498"/>
                  <a:pt x="3215" y="1675"/>
                </a:cubicBezTo>
                <a:cubicBezTo>
                  <a:pt x="3215" y="1741"/>
                  <a:pt x="3208" y="1803"/>
                  <a:pt x="3188" y="1815"/>
                </a:cubicBezTo>
                <a:cubicBezTo>
                  <a:pt x="3115" y="1857"/>
                  <a:pt x="3148" y="2167"/>
                  <a:pt x="3243" y="2323"/>
                </a:cubicBezTo>
                <a:cubicBezTo>
                  <a:pt x="3293" y="2406"/>
                  <a:pt x="3354" y="2524"/>
                  <a:pt x="3394" y="2590"/>
                </a:cubicBezTo>
                <a:cubicBezTo>
                  <a:pt x="3433" y="2656"/>
                  <a:pt x="3518" y="2746"/>
                  <a:pt x="3572" y="2793"/>
                </a:cubicBezTo>
                <a:cubicBezTo>
                  <a:pt x="3627" y="2840"/>
                  <a:pt x="3746" y="3025"/>
                  <a:pt x="3847" y="3213"/>
                </a:cubicBezTo>
                <a:cubicBezTo>
                  <a:pt x="3992" y="3485"/>
                  <a:pt x="4094" y="3618"/>
                  <a:pt x="4313" y="3823"/>
                </a:cubicBezTo>
                <a:cubicBezTo>
                  <a:pt x="4551" y="4045"/>
                  <a:pt x="4659" y="4113"/>
                  <a:pt x="4999" y="4267"/>
                </a:cubicBezTo>
                <a:cubicBezTo>
                  <a:pt x="5034" y="4283"/>
                  <a:pt x="5125" y="4306"/>
                  <a:pt x="5205" y="4318"/>
                </a:cubicBezTo>
                <a:cubicBezTo>
                  <a:pt x="5330" y="4337"/>
                  <a:pt x="5370" y="4354"/>
                  <a:pt x="5466" y="4496"/>
                </a:cubicBezTo>
                <a:cubicBezTo>
                  <a:pt x="5528" y="4588"/>
                  <a:pt x="5595" y="4674"/>
                  <a:pt x="5617" y="4674"/>
                </a:cubicBezTo>
                <a:cubicBezTo>
                  <a:pt x="5639" y="4674"/>
                  <a:pt x="5642" y="4683"/>
                  <a:pt x="5631" y="4699"/>
                </a:cubicBezTo>
                <a:cubicBezTo>
                  <a:pt x="5620" y="4716"/>
                  <a:pt x="5532" y="4737"/>
                  <a:pt x="5425" y="4750"/>
                </a:cubicBezTo>
                <a:cubicBezTo>
                  <a:pt x="4721" y="4835"/>
                  <a:pt x="4095" y="5288"/>
                  <a:pt x="3750" y="5957"/>
                </a:cubicBezTo>
                <a:cubicBezTo>
                  <a:pt x="3656" y="6140"/>
                  <a:pt x="3558" y="6327"/>
                  <a:pt x="3531" y="6377"/>
                </a:cubicBezTo>
                <a:cubicBezTo>
                  <a:pt x="3504" y="6426"/>
                  <a:pt x="3476" y="6487"/>
                  <a:pt x="3476" y="6516"/>
                </a:cubicBezTo>
                <a:cubicBezTo>
                  <a:pt x="3476" y="6578"/>
                  <a:pt x="3427" y="6712"/>
                  <a:pt x="3202" y="7152"/>
                </a:cubicBezTo>
                <a:cubicBezTo>
                  <a:pt x="3113" y="7324"/>
                  <a:pt x="3037" y="7467"/>
                  <a:pt x="3037" y="7482"/>
                </a:cubicBezTo>
                <a:cubicBezTo>
                  <a:pt x="3037" y="7497"/>
                  <a:pt x="2967" y="7611"/>
                  <a:pt x="2886" y="7724"/>
                </a:cubicBezTo>
                <a:cubicBezTo>
                  <a:pt x="2805" y="7836"/>
                  <a:pt x="2735" y="7942"/>
                  <a:pt x="2735" y="7965"/>
                </a:cubicBezTo>
                <a:cubicBezTo>
                  <a:pt x="2735" y="7989"/>
                  <a:pt x="2724" y="8003"/>
                  <a:pt x="2707" y="8003"/>
                </a:cubicBezTo>
                <a:cubicBezTo>
                  <a:pt x="2662" y="8003"/>
                  <a:pt x="2431" y="8465"/>
                  <a:pt x="2337" y="8740"/>
                </a:cubicBezTo>
                <a:cubicBezTo>
                  <a:pt x="2292" y="8871"/>
                  <a:pt x="2246" y="9013"/>
                  <a:pt x="2227" y="9045"/>
                </a:cubicBezTo>
                <a:cubicBezTo>
                  <a:pt x="2209" y="9078"/>
                  <a:pt x="2186" y="9127"/>
                  <a:pt x="2186" y="9160"/>
                </a:cubicBezTo>
                <a:cubicBezTo>
                  <a:pt x="2186" y="9221"/>
                  <a:pt x="2018" y="9742"/>
                  <a:pt x="1898" y="10036"/>
                </a:cubicBezTo>
                <a:cubicBezTo>
                  <a:pt x="1859" y="10130"/>
                  <a:pt x="1815" y="10263"/>
                  <a:pt x="1802" y="10329"/>
                </a:cubicBezTo>
                <a:cubicBezTo>
                  <a:pt x="1788" y="10394"/>
                  <a:pt x="1755" y="10467"/>
                  <a:pt x="1733" y="10494"/>
                </a:cubicBezTo>
                <a:cubicBezTo>
                  <a:pt x="1704" y="10528"/>
                  <a:pt x="1695" y="11288"/>
                  <a:pt x="1692" y="13124"/>
                </a:cubicBezTo>
                <a:cubicBezTo>
                  <a:pt x="1689" y="14778"/>
                  <a:pt x="1674" y="15727"/>
                  <a:pt x="1651" y="15754"/>
                </a:cubicBezTo>
                <a:cubicBezTo>
                  <a:pt x="1630" y="15778"/>
                  <a:pt x="1597" y="16187"/>
                  <a:pt x="1582" y="16682"/>
                </a:cubicBezTo>
                <a:cubicBezTo>
                  <a:pt x="1568" y="17169"/>
                  <a:pt x="1547" y="17601"/>
                  <a:pt x="1527" y="17635"/>
                </a:cubicBezTo>
                <a:cubicBezTo>
                  <a:pt x="1490" y="17699"/>
                  <a:pt x="1496" y="18447"/>
                  <a:pt x="1541" y="18779"/>
                </a:cubicBezTo>
                <a:cubicBezTo>
                  <a:pt x="1564" y="18947"/>
                  <a:pt x="1570" y="18963"/>
                  <a:pt x="1472" y="19058"/>
                </a:cubicBezTo>
                <a:cubicBezTo>
                  <a:pt x="1414" y="19115"/>
                  <a:pt x="1268" y="19223"/>
                  <a:pt x="1157" y="19300"/>
                </a:cubicBezTo>
                <a:cubicBezTo>
                  <a:pt x="926" y="19458"/>
                  <a:pt x="524" y="19797"/>
                  <a:pt x="306" y="19999"/>
                </a:cubicBezTo>
                <a:cubicBezTo>
                  <a:pt x="64" y="20222"/>
                  <a:pt x="15" y="20332"/>
                  <a:pt x="4" y="20901"/>
                </a:cubicBezTo>
                <a:cubicBezTo>
                  <a:pt x="-6" y="21389"/>
                  <a:pt x="-4" y="21407"/>
                  <a:pt x="86" y="21498"/>
                </a:cubicBezTo>
                <a:lnTo>
                  <a:pt x="182" y="21587"/>
                </a:lnTo>
                <a:lnTo>
                  <a:pt x="1253" y="21562"/>
                </a:lnTo>
                <a:cubicBezTo>
                  <a:pt x="1840" y="21547"/>
                  <a:pt x="2810" y="21544"/>
                  <a:pt x="3407" y="21549"/>
                </a:cubicBezTo>
                <a:cubicBezTo>
                  <a:pt x="4135" y="21554"/>
                  <a:pt x="4531" y="21536"/>
                  <a:pt x="4601" y="21511"/>
                </a:cubicBezTo>
                <a:cubicBezTo>
                  <a:pt x="4747" y="21459"/>
                  <a:pt x="11416" y="21442"/>
                  <a:pt x="14126" y="21485"/>
                </a:cubicBezTo>
                <a:cubicBezTo>
                  <a:pt x="16659" y="21526"/>
                  <a:pt x="18064" y="21522"/>
                  <a:pt x="19685" y="21485"/>
                </a:cubicBezTo>
                <a:lnTo>
                  <a:pt x="20920" y="21460"/>
                </a:lnTo>
                <a:lnTo>
                  <a:pt x="21167" y="21346"/>
                </a:lnTo>
                <a:cubicBezTo>
                  <a:pt x="21385" y="21245"/>
                  <a:pt x="21414" y="21212"/>
                  <a:pt x="21482" y="21066"/>
                </a:cubicBezTo>
                <a:cubicBezTo>
                  <a:pt x="21594" y="20826"/>
                  <a:pt x="21582" y="20680"/>
                  <a:pt x="21428" y="20405"/>
                </a:cubicBezTo>
                <a:cubicBezTo>
                  <a:pt x="21238" y="20068"/>
                  <a:pt x="21019" y="19872"/>
                  <a:pt x="20824" y="19872"/>
                </a:cubicBezTo>
                <a:cubicBezTo>
                  <a:pt x="20762" y="19872"/>
                  <a:pt x="20760" y="19835"/>
                  <a:pt x="20741" y="19605"/>
                </a:cubicBezTo>
                <a:cubicBezTo>
                  <a:pt x="20716" y="19294"/>
                  <a:pt x="20594" y="18976"/>
                  <a:pt x="20398" y="18677"/>
                </a:cubicBezTo>
                <a:cubicBezTo>
                  <a:pt x="20266" y="18475"/>
                  <a:pt x="20261" y="18435"/>
                  <a:pt x="20247" y="18131"/>
                </a:cubicBezTo>
                <a:cubicBezTo>
                  <a:pt x="20239" y="17953"/>
                  <a:pt x="20251" y="17700"/>
                  <a:pt x="20275" y="17559"/>
                </a:cubicBezTo>
                <a:cubicBezTo>
                  <a:pt x="20339" y="17174"/>
                  <a:pt x="20357" y="16805"/>
                  <a:pt x="20316" y="16758"/>
                </a:cubicBezTo>
                <a:cubicBezTo>
                  <a:pt x="20296" y="16736"/>
                  <a:pt x="20261" y="16587"/>
                  <a:pt x="20247" y="16428"/>
                </a:cubicBezTo>
                <a:cubicBezTo>
                  <a:pt x="20233" y="16269"/>
                  <a:pt x="20205" y="16068"/>
                  <a:pt x="20179" y="15983"/>
                </a:cubicBezTo>
                <a:cubicBezTo>
                  <a:pt x="20017" y="15467"/>
                  <a:pt x="20022" y="15498"/>
                  <a:pt x="20000" y="13925"/>
                </a:cubicBezTo>
                <a:cubicBezTo>
                  <a:pt x="19988" y="13082"/>
                  <a:pt x="19965" y="12343"/>
                  <a:pt x="19945" y="12285"/>
                </a:cubicBezTo>
                <a:cubicBezTo>
                  <a:pt x="19926" y="12228"/>
                  <a:pt x="19883" y="12006"/>
                  <a:pt x="19863" y="11790"/>
                </a:cubicBezTo>
                <a:cubicBezTo>
                  <a:pt x="19833" y="11458"/>
                  <a:pt x="19737" y="10888"/>
                  <a:pt x="19712" y="10888"/>
                </a:cubicBezTo>
                <a:cubicBezTo>
                  <a:pt x="19698" y="10888"/>
                  <a:pt x="19607" y="10418"/>
                  <a:pt x="19534" y="9985"/>
                </a:cubicBezTo>
                <a:cubicBezTo>
                  <a:pt x="19436" y="9413"/>
                  <a:pt x="19299" y="8731"/>
                  <a:pt x="19245" y="8600"/>
                </a:cubicBezTo>
                <a:cubicBezTo>
                  <a:pt x="19135" y="8334"/>
                  <a:pt x="18984" y="8059"/>
                  <a:pt x="18847" y="7851"/>
                </a:cubicBezTo>
                <a:cubicBezTo>
                  <a:pt x="18759" y="7716"/>
                  <a:pt x="18683" y="7597"/>
                  <a:pt x="18683" y="7584"/>
                </a:cubicBezTo>
                <a:cubicBezTo>
                  <a:pt x="18683" y="7528"/>
                  <a:pt x="18289" y="7094"/>
                  <a:pt x="18010" y="6847"/>
                </a:cubicBezTo>
                <a:cubicBezTo>
                  <a:pt x="17795" y="6656"/>
                  <a:pt x="17825" y="6691"/>
                  <a:pt x="17530" y="6389"/>
                </a:cubicBezTo>
                <a:cubicBezTo>
                  <a:pt x="17401" y="6258"/>
                  <a:pt x="17270" y="6110"/>
                  <a:pt x="17228" y="6059"/>
                </a:cubicBezTo>
                <a:cubicBezTo>
                  <a:pt x="17068" y="5864"/>
                  <a:pt x="16459" y="5444"/>
                  <a:pt x="16075" y="5258"/>
                </a:cubicBezTo>
                <a:lnTo>
                  <a:pt x="15801" y="5119"/>
                </a:lnTo>
                <a:lnTo>
                  <a:pt x="15979" y="5093"/>
                </a:lnTo>
                <a:cubicBezTo>
                  <a:pt x="16143" y="5071"/>
                  <a:pt x="16212" y="5047"/>
                  <a:pt x="16363" y="4966"/>
                </a:cubicBezTo>
                <a:cubicBezTo>
                  <a:pt x="16394" y="4950"/>
                  <a:pt x="16464" y="4926"/>
                  <a:pt x="16514" y="4903"/>
                </a:cubicBezTo>
                <a:cubicBezTo>
                  <a:pt x="16737" y="4801"/>
                  <a:pt x="17025" y="4592"/>
                  <a:pt x="17365" y="4305"/>
                </a:cubicBezTo>
                <a:cubicBezTo>
                  <a:pt x="17420" y="4260"/>
                  <a:pt x="17474" y="4229"/>
                  <a:pt x="17489" y="4229"/>
                </a:cubicBezTo>
                <a:cubicBezTo>
                  <a:pt x="17503" y="4229"/>
                  <a:pt x="17609" y="4146"/>
                  <a:pt x="17722" y="4051"/>
                </a:cubicBezTo>
                <a:cubicBezTo>
                  <a:pt x="17978" y="3836"/>
                  <a:pt x="18024" y="3805"/>
                  <a:pt x="18147" y="3734"/>
                </a:cubicBezTo>
                <a:cubicBezTo>
                  <a:pt x="18202" y="3702"/>
                  <a:pt x="18296" y="3604"/>
                  <a:pt x="18367" y="3505"/>
                </a:cubicBezTo>
                <a:cubicBezTo>
                  <a:pt x="18438" y="3406"/>
                  <a:pt x="18552" y="3280"/>
                  <a:pt x="18614" y="3225"/>
                </a:cubicBezTo>
                <a:cubicBezTo>
                  <a:pt x="18721" y="3131"/>
                  <a:pt x="18724" y="3102"/>
                  <a:pt x="18724" y="2857"/>
                </a:cubicBezTo>
                <a:cubicBezTo>
                  <a:pt x="18724" y="2714"/>
                  <a:pt x="18745" y="2583"/>
                  <a:pt x="18765" y="2565"/>
                </a:cubicBezTo>
                <a:cubicBezTo>
                  <a:pt x="18823" y="2511"/>
                  <a:pt x="18822" y="2120"/>
                  <a:pt x="18765" y="2056"/>
                </a:cubicBezTo>
                <a:cubicBezTo>
                  <a:pt x="18737" y="2025"/>
                  <a:pt x="18695" y="1882"/>
                  <a:pt x="18683" y="1726"/>
                </a:cubicBezTo>
                <a:cubicBezTo>
                  <a:pt x="18657" y="1404"/>
                  <a:pt x="18600" y="1287"/>
                  <a:pt x="18340" y="1040"/>
                </a:cubicBezTo>
                <a:cubicBezTo>
                  <a:pt x="18243" y="949"/>
                  <a:pt x="18151" y="841"/>
                  <a:pt x="18120" y="786"/>
                </a:cubicBezTo>
                <a:cubicBezTo>
                  <a:pt x="18089" y="730"/>
                  <a:pt x="18040" y="684"/>
                  <a:pt x="18024" y="684"/>
                </a:cubicBezTo>
                <a:cubicBezTo>
                  <a:pt x="18008" y="684"/>
                  <a:pt x="17915" y="631"/>
                  <a:pt x="17804" y="570"/>
                </a:cubicBezTo>
                <a:cubicBezTo>
                  <a:pt x="17583" y="447"/>
                  <a:pt x="17007" y="212"/>
                  <a:pt x="16720" y="125"/>
                </a:cubicBezTo>
                <a:cubicBezTo>
                  <a:pt x="16619" y="94"/>
                  <a:pt x="16462" y="61"/>
                  <a:pt x="16377" y="61"/>
                </a:cubicBezTo>
                <a:cubicBezTo>
                  <a:pt x="16292" y="61"/>
                  <a:pt x="16211" y="55"/>
                  <a:pt x="16199" y="36"/>
                </a:cubicBezTo>
                <a:cubicBezTo>
                  <a:pt x="16167" y="-11"/>
                  <a:pt x="15916" y="-13"/>
                  <a:pt x="15801" y="36"/>
                </a:cubicBezTo>
                <a:cubicBezTo>
                  <a:pt x="15728" y="66"/>
                  <a:pt x="15696" y="66"/>
                  <a:pt x="15663" y="36"/>
                </a:cubicBezTo>
                <a:cubicBezTo>
                  <a:pt x="15611" y="-13"/>
                  <a:pt x="15201" y="-12"/>
                  <a:pt x="15169" y="36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0"/>
          <p:cNvSpPr txBox="1"/>
          <p:nvPr/>
        </p:nvSpPr>
        <p:spPr>
          <a:xfrm>
            <a:off x="318719" y="210511"/>
            <a:ext cx="8394193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000"/>
              <a:buFont typeface="Playfair Display"/>
              <a:buNone/>
            </a:pPr>
            <a:r>
              <a:rPr b="1" i="0" lang="en-US" sz="20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Архитектура B2B-проекта</a:t>
            </a:r>
            <a:endParaRPr/>
          </a:p>
        </p:txBody>
      </p:sp>
      <p:sp>
        <p:nvSpPr>
          <p:cNvPr id="688" name="Google Shape;688;p40"/>
          <p:cNvSpPr txBox="1"/>
          <p:nvPr/>
        </p:nvSpPr>
        <p:spPr>
          <a:xfrm>
            <a:off x="337919" y="1358071"/>
            <a:ext cx="1761213" cy="136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FFB54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Data-Driven Антифрод</a:t>
            </a:r>
            <a:endParaRPr/>
          </a:p>
        </p:txBody>
      </p:sp>
      <p:sp>
        <p:nvSpPr>
          <p:cNvPr id="689" name="Google Shape;689;p40"/>
          <p:cNvSpPr txBox="1"/>
          <p:nvPr/>
        </p:nvSpPr>
        <p:spPr>
          <a:xfrm>
            <a:off x="292931" y="1608792"/>
            <a:ext cx="2095673" cy="143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Helvetica Neue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Мы обогащаем каждую заявку перед отправкой партнеру. Используя историческое «озеро данных» Центрофинанс, мы кросс-валидируем доходы клиента, отсекаем серийных должников и мошенников. Партнер получает лид, который с вероятностью 90% вернет деньги.</a:t>
            </a:r>
            <a:endParaRPr/>
          </a:p>
        </p:txBody>
      </p:sp>
      <p:sp>
        <p:nvSpPr>
          <p:cNvPr id="690" name="Google Shape;690;p40"/>
          <p:cNvSpPr txBox="1"/>
          <p:nvPr/>
        </p:nvSpPr>
        <p:spPr>
          <a:xfrm>
            <a:off x="2508667" y="2457252"/>
            <a:ext cx="1891716" cy="311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Intent Scoring (Поведенческий анализ)</a:t>
            </a:r>
            <a:endParaRPr/>
          </a:p>
        </p:txBody>
      </p:sp>
      <p:sp>
        <p:nvSpPr>
          <p:cNvPr id="691" name="Google Shape;691;p40"/>
          <p:cNvSpPr txBox="1"/>
          <p:nvPr/>
        </p:nvSpPr>
        <p:spPr>
          <a:xfrm>
            <a:off x="2575241" y="2892787"/>
            <a:ext cx="1993695" cy="1247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Helvetica Neue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анализирует то, как клиент заполняет заявку (скорость, исправления, нестыковки в диалоге с ботом). Подозрительные лиды пессимизируются. Банки платят нам за то, что мы экономим ресурсы их собственных служб безопасности.</a:t>
            </a:r>
            <a:endParaRPr/>
          </a:p>
        </p:txBody>
      </p:sp>
      <p:sp>
        <p:nvSpPr>
          <p:cNvPr id="692" name="Google Shape;692;p40"/>
          <p:cNvSpPr txBox="1"/>
          <p:nvPr/>
        </p:nvSpPr>
        <p:spPr>
          <a:xfrm>
            <a:off x="4766491" y="922459"/>
            <a:ext cx="1891715" cy="311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Полная предзаполненность лида</a:t>
            </a:r>
            <a:endParaRPr/>
          </a:p>
        </p:txBody>
      </p:sp>
      <p:sp>
        <p:nvSpPr>
          <p:cNvPr id="693" name="Google Shape;693;p40"/>
          <p:cNvSpPr txBox="1"/>
          <p:nvPr/>
        </p:nvSpPr>
        <p:spPr>
          <a:xfrm>
            <a:off x="4850767" y="1356579"/>
            <a:ext cx="1913431" cy="1803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Helvetica Neue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По протоколам Direct API (как у Банки.ру) мы передаем не просто номер телефона, а глубоко структурированный JSON: КЛАДР-коды, данные работодателя с ИНН, полные паспортные данные и цифровые подписи согласий. Для банка наш лид дешев в обработке — его сразу берет робот на выдачу.</a:t>
            </a:r>
            <a:endParaRPr/>
          </a:p>
        </p:txBody>
      </p:sp>
      <p:sp>
        <p:nvSpPr>
          <p:cNvPr id="694" name="Google Shape;694;p40"/>
          <p:cNvSpPr txBox="1"/>
          <p:nvPr/>
        </p:nvSpPr>
        <p:spPr>
          <a:xfrm>
            <a:off x="6912592" y="2759668"/>
            <a:ext cx="1891715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B547"/>
                </a:solidFill>
                <a:latin typeface="Arial"/>
                <a:ea typeface="Arial"/>
                <a:cs typeface="Arial"/>
                <a:sym typeface="Arial"/>
              </a:rPr>
              <a:t>Управление когортами</a:t>
            </a:r>
            <a:endParaRPr/>
          </a:p>
        </p:txBody>
      </p:sp>
      <p:sp>
        <p:nvSpPr>
          <p:cNvPr id="695" name="Google Shape;695;p40"/>
          <p:cNvSpPr txBox="1"/>
          <p:nvPr/>
        </p:nvSpPr>
        <p:spPr>
          <a:xfrm>
            <a:off x="7046029" y="2992827"/>
            <a:ext cx="1913431" cy="161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Helvetica Neue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За счет геймификации и удержания аудитории (начисления баллов за вовремя погашенные займы на нашей платформе), мы поставляем МФО дисциплинированных повторных заемщиков, снижая их собственные затраты на маркетинг.</a:t>
            </a:r>
            <a:endParaRPr/>
          </a:p>
        </p:txBody>
      </p:sp>
      <p:pic>
        <p:nvPicPr>
          <p:cNvPr descr="orange-ball-illustration_177761-167.avif" id="696" name="Google Shape;696;p40"/>
          <p:cNvPicPr preferRelativeResize="0"/>
          <p:nvPr/>
        </p:nvPicPr>
        <p:blipFill rotWithShape="1">
          <a:blip r:embed="rId3">
            <a:alphaModFix/>
          </a:blip>
          <a:srcRect b="20693" l="17634" r="17622" t="14388"/>
          <a:stretch/>
        </p:blipFill>
        <p:spPr>
          <a:xfrm>
            <a:off x="971635" y="915913"/>
            <a:ext cx="367366" cy="368359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697" name="Google Shape;697;p40"/>
          <p:cNvSpPr txBox="1"/>
          <p:nvPr/>
        </p:nvSpPr>
        <p:spPr>
          <a:xfrm>
            <a:off x="1027555" y="872539"/>
            <a:ext cx="255525" cy="411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pic>
        <p:nvPicPr>
          <p:cNvPr descr="orange-ball-illustration_177761-167.avif" id="698" name="Google Shape;698;p40"/>
          <p:cNvPicPr preferRelativeResize="0"/>
          <p:nvPr/>
        </p:nvPicPr>
        <p:blipFill rotWithShape="1">
          <a:blip r:embed="rId3">
            <a:alphaModFix/>
          </a:blip>
          <a:srcRect b="20693" l="17634" r="17622" t="14388"/>
          <a:stretch/>
        </p:blipFill>
        <p:spPr>
          <a:xfrm>
            <a:off x="3270842" y="2021436"/>
            <a:ext cx="367366" cy="368359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699" name="Google Shape;699;p40"/>
          <p:cNvSpPr txBox="1"/>
          <p:nvPr/>
        </p:nvSpPr>
        <p:spPr>
          <a:xfrm>
            <a:off x="3326762" y="1973784"/>
            <a:ext cx="255525" cy="411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pic>
        <p:nvPicPr>
          <p:cNvPr descr="orange-ball-illustration_177761-167.avif" id="700" name="Google Shape;700;p40"/>
          <p:cNvPicPr preferRelativeResize="0"/>
          <p:nvPr/>
        </p:nvPicPr>
        <p:blipFill rotWithShape="1">
          <a:blip r:embed="rId3">
            <a:alphaModFix/>
          </a:blip>
          <a:srcRect b="20693" l="17634" r="17622" t="14388"/>
          <a:stretch/>
        </p:blipFill>
        <p:spPr>
          <a:xfrm>
            <a:off x="5528665" y="502415"/>
            <a:ext cx="367366" cy="368358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701" name="Google Shape;701;p40"/>
          <p:cNvSpPr txBox="1"/>
          <p:nvPr/>
        </p:nvSpPr>
        <p:spPr>
          <a:xfrm>
            <a:off x="5584586" y="454763"/>
            <a:ext cx="255525" cy="411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pic>
        <p:nvPicPr>
          <p:cNvPr descr="orange-ball-illustration_177761-167.avif" id="702" name="Google Shape;702;p40"/>
          <p:cNvPicPr preferRelativeResize="0"/>
          <p:nvPr/>
        </p:nvPicPr>
        <p:blipFill rotWithShape="1">
          <a:blip r:embed="rId3">
            <a:alphaModFix/>
          </a:blip>
          <a:srcRect b="20693" l="17634" r="17622" t="14388"/>
          <a:stretch/>
        </p:blipFill>
        <p:spPr>
          <a:xfrm>
            <a:off x="7674766" y="2278128"/>
            <a:ext cx="367366" cy="368358"/>
          </a:xfrm>
          <a:custGeom>
            <a:rect b="b" l="l" r="r" t="t"/>
            <a:pathLst>
              <a:path extrusionOk="0" h="21569" w="21537">
                <a:moveTo>
                  <a:pt x="10660" y="0"/>
                </a:moveTo>
                <a:cubicBezTo>
                  <a:pt x="8320" y="14"/>
                  <a:pt x="6248" y="725"/>
                  <a:pt x="4285" y="2162"/>
                </a:cubicBezTo>
                <a:cubicBezTo>
                  <a:pt x="3747" y="2556"/>
                  <a:pt x="2324" y="3990"/>
                  <a:pt x="2028" y="4439"/>
                </a:cubicBezTo>
                <a:cubicBezTo>
                  <a:pt x="1913" y="4614"/>
                  <a:pt x="1775" y="4799"/>
                  <a:pt x="1726" y="4857"/>
                </a:cubicBezTo>
                <a:cubicBezTo>
                  <a:pt x="1608" y="4996"/>
                  <a:pt x="1292" y="5543"/>
                  <a:pt x="1051" y="6043"/>
                </a:cubicBezTo>
                <a:cubicBezTo>
                  <a:pt x="945" y="6262"/>
                  <a:pt x="844" y="6479"/>
                  <a:pt x="818" y="6531"/>
                </a:cubicBezTo>
                <a:cubicBezTo>
                  <a:pt x="590" y="6988"/>
                  <a:pt x="319" y="7930"/>
                  <a:pt x="120" y="8924"/>
                </a:cubicBezTo>
                <a:cubicBezTo>
                  <a:pt x="-40" y="9728"/>
                  <a:pt x="-39" y="11864"/>
                  <a:pt x="120" y="12689"/>
                </a:cubicBezTo>
                <a:cubicBezTo>
                  <a:pt x="486" y="14577"/>
                  <a:pt x="1255" y="16219"/>
                  <a:pt x="2447" y="17662"/>
                </a:cubicBezTo>
                <a:cubicBezTo>
                  <a:pt x="2852" y="18153"/>
                  <a:pt x="3672" y="18949"/>
                  <a:pt x="4099" y="19266"/>
                </a:cubicBezTo>
                <a:cubicBezTo>
                  <a:pt x="4274" y="19396"/>
                  <a:pt x="4433" y="19505"/>
                  <a:pt x="4448" y="19521"/>
                </a:cubicBezTo>
                <a:cubicBezTo>
                  <a:pt x="4625" y="19723"/>
                  <a:pt x="6582" y="20800"/>
                  <a:pt x="6775" y="20800"/>
                </a:cubicBezTo>
                <a:cubicBezTo>
                  <a:pt x="6811" y="20800"/>
                  <a:pt x="6953" y="20859"/>
                  <a:pt x="7077" y="20916"/>
                </a:cubicBezTo>
                <a:cubicBezTo>
                  <a:pt x="7201" y="20972"/>
                  <a:pt x="7421" y="21044"/>
                  <a:pt x="7566" y="21079"/>
                </a:cubicBezTo>
                <a:cubicBezTo>
                  <a:pt x="7710" y="21113"/>
                  <a:pt x="7940" y="21186"/>
                  <a:pt x="8101" y="21241"/>
                </a:cubicBezTo>
                <a:cubicBezTo>
                  <a:pt x="8385" y="21340"/>
                  <a:pt x="9093" y="21455"/>
                  <a:pt x="9846" y="21543"/>
                </a:cubicBezTo>
                <a:cubicBezTo>
                  <a:pt x="10294" y="21596"/>
                  <a:pt x="11902" y="21565"/>
                  <a:pt x="12126" y="21497"/>
                </a:cubicBezTo>
                <a:cubicBezTo>
                  <a:pt x="12213" y="21470"/>
                  <a:pt x="12456" y="21413"/>
                  <a:pt x="12661" y="21381"/>
                </a:cubicBezTo>
                <a:cubicBezTo>
                  <a:pt x="13767" y="21205"/>
                  <a:pt x="15322" y="20632"/>
                  <a:pt x="16337" y="20010"/>
                </a:cubicBezTo>
                <a:cubicBezTo>
                  <a:pt x="17588" y="19242"/>
                  <a:pt x="18752" y="18165"/>
                  <a:pt x="19501" y="17105"/>
                </a:cubicBezTo>
                <a:cubicBezTo>
                  <a:pt x="20271" y="16016"/>
                  <a:pt x="20972" y="14552"/>
                  <a:pt x="21176" y="13595"/>
                </a:cubicBezTo>
                <a:cubicBezTo>
                  <a:pt x="21211" y="13435"/>
                  <a:pt x="21268" y="13242"/>
                  <a:pt x="21293" y="13177"/>
                </a:cubicBezTo>
                <a:cubicBezTo>
                  <a:pt x="21318" y="13113"/>
                  <a:pt x="21366" y="12795"/>
                  <a:pt x="21409" y="12480"/>
                </a:cubicBezTo>
                <a:cubicBezTo>
                  <a:pt x="21514" y="11718"/>
                  <a:pt x="21560" y="10968"/>
                  <a:pt x="21525" y="10226"/>
                </a:cubicBezTo>
                <a:cubicBezTo>
                  <a:pt x="21491" y="9483"/>
                  <a:pt x="21372" y="8754"/>
                  <a:pt x="21200" y="8065"/>
                </a:cubicBezTo>
                <a:cubicBezTo>
                  <a:pt x="21103" y="7676"/>
                  <a:pt x="20834" y="6825"/>
                  <a:pt x="20734" y="6624"/>
                </a:cubicBezTo>
                <a:cubicBezTo>
                  <a:pt x="20698" y="6551"/>
                  <a:pt x="20567" y="6299"/>
                  <a:pt x="20455" y="6066"/>
                </a:cubicBezTo>
                <a:cubicBezTo>
                  <a:pt x="20344" y="5832"/>
                  <a:pt x="20216" y="5564"/>
                  <a:pt x="20153" y="5462"/>
                </a:cubicBezTo>
                <a:cubicBezTo>
                  <a:pt x="20089" y="5360"/>
                  <a:pt x="19940" y="5117"/>
                  <a:pt x="19827" y="4927"/>
                </a:cubicBezTo>
                <a:cubicBezTo>
                  <a:pt x="19714" y="4737"/>
                  <a:pt x="19603" y="4561"/>
                  <a:pt x="19571" y="4532"/>
                </a:cubicBezTo>
                <a:cubicBezTo>
                  <a:pt x="19539" y="4503"/>
                  <a:pt x="19424" y="4381"/>
                  <a:pt x="19338" y="4253"/>
                </a:cubicBezTo>
                <a:cubicBezTo>
                  <a:pt x="19122" y="3929"/>
                  <a:pt x="18059" y="2822"/>
                  <a:pt x="17570" y="2417"/>
                </a:cubicBezTo>
                <a:cubicBezTo>
                  <a:pt x="16599" y="1614"/>
                  <a:pt x="15354" y="945"/>
                  <a:pt x="14103" y="535"/>
                </a:cubicBezTo>
                <a:cubicBezTo>
                  <a:pt x="13555" y="355"/>
                  <a:pt x="13002" y="210"/>
                  <a:pt x="12801" y="210"/>
                </a:cubicBezTo>
                <a:cubicBezTo>
                  <a:pt x="12721" y="210"/>
                  <a:pt x="12619" y="190"/>
                  <a:pt x="12591" y="163"/>
                </a:cubicBezTo>
                <a:cubicBezTo>
                  <a:pt x="12512" y="87"/>
                  <a:pt x="11453" y="-4"/>
                  <a:pt x="106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703" name="Google Shape;703;p40"/>
          <p:cNvSpPr txBox="1"/>
          <p:nvPr/>
        </p:nvSpPr>
        <p:spPr>
          <a:xfrm>
            <a:off x="7730687" y="2230476"/>
            <a:ext cx="255525" cy="411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1"/>
          <p:cNvSpPr txBox="1"/>
          <p:nvPr/>
        </p:nvSpPr>
        <p:spPr>
          <a:xfrm>
            <a:off x="1110293" y="1938716"/>
            <a:ext cx="6923414" cy="952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500"/>
              <a:buFont typeface="Playfair Display"/>
              <a:buNone/>
            </a:pPr>
            <a:r>
              <a:rPr b="1" i="0" lang="en-US" sz="2500" u="none" cap="none" strike="noStrike">
                <a:solidFill>
                  <a:srgbClr val="F5F7F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Блок 4: Инвестиции, технологии и сроки (CapEx)</a:t>
            </a:r>
            <a:endParaRPr/>
          </a:p>
        </p:txBody>
      </p:sp>
      <p:pic>
        <p:nvPicPr>
          <p:cNvPr descr="Screenshot 2026-04-22 at 10.22.47.png" id="709" name="Google Shape;709;p41"/>
          <p:cNvPicPr preferRelativeResize="0"/>
          <p:nvPr/>
        </p:nvPicPr>
        <p:blipFill rotWithShape="1">
          <a:blip r:embed="rId3">
            <a:alphaModFix/>
          </a:blip>
          <a:srcRect b="1898" l="13029" r="7796" t="4438"/>
          <a:stretch/>
        </p:blipFill>
        <p:spPr>
          <a:xfrm>
            <a:off x="4029481" y="196988"/>
            <a:ext cx="1249127" cy="1412046"/>
          </a:xfrm>
          <a:custGeom>
            <a:rect b="b" l="l" r="r" t="t"/>
            <a:pathLst>
              <a:path extrusionOk="0" h="21555" w="21592">
                <a:moveTo>
                  <a:pt x="9511" y="24"/>
                </a:moveTo>
                <a:cubicBezTo>
                  <a:pt x="9495" y="38"/>
                  <a:pt x="9435" y="48"/>
                  <a:pt x="9381" y="48"/>
                </a:cubicBezTo>
                <a:cubicBezTo>
                  <a:pt x="9176" y="49"/>
                  <a:pt x="8662" y="236"/>
                  <a:pt x="8359" y="418"/>
                </a:cubicBezTo>
                <a:cubicBezTo>
                  <a:pt x="8132" y="553"/>
                  <a:pt x="7829" y="843"/>
                  <a:pt x="7720" y="1024"/>
                </a:cubicBezTo>
                <a:cubicBezTo>
                  <a:pt x="7668" y="1110"/>
                  <a:pt x="7595" y="1221"/>
                  <a:pt x="7563" y="1272"/>
                </a:cubicBezTo>
                <a:cubicBezTo>
                  <a:pt x="7530" y="1322"/>
                  <a:pt x="7501" y="1391"/>
                  <a:pt x="7501" y="1423"/>
                </a:cubicBezTo>
                <a:cubicBezTo>
                  <a:pt x="7501" y="1456"/>
                  <a:pt x="7494" y="1489"/>
                  <a:pt x="7480" y="1496"/>
                </a:cubicBezTo>
                <a:cubicBezTo>
                  <a:pt x="7467" y="1503"/>
                  <a:pt x="7449" y="1554"/>
                  <a:pt x="7439" y="1611"/>
                </a:cubicBezTo>
                <a:cubicBezTo>
                  <a:pt x="7389" y="1905"/>
                  <a:pt x="7363" y="2103"/>
                  <a:pt x="7350" y="2296"/>
                </a:cubicBezTo>
                <a:cubicBezTo>
                  <a:pt x="7342" y="2417"/>
                  <a:pt x="7325" y="2508"/>
                  <a:pt x="7309" y="2508"/>
                </a:cubicBezTo>
                <a:cubicBezTo>
                  <a:pt x="7253" y="2508"/>
                  <a:pt x="7118" y="2609"/>
                  <a:pt x="7076" y="2683"/>
                </a:cubicBezTo>
                <a:cubicBezTo>
                  <a:pt x="7047" y="2735"/>
                  <a:pt x="7034" y="2824"/>
                  <a:pt x="7034" y="2962"/>
                </a:cubicBezTo>
                <a:cubicBezTo>
                  <a:pt x="7034" y="3141"/>
                  <a:pt x="7055" y="3216"/>
                  <a:pt x="7165" y="3513"/>
                </a:cubicBezTo>
                <a:cubicBezTo>
                  <a:pt x="7234" y="3702"/>
                  <a:pt x="7301" y="3897"/>
                  <a:pt x="7316" y="3944"/>
                </a:cubicBezTo>
                <a:cubicBezTo>
                  <a:pt x="7364" y="4094"/>
                  <a:pt x="7458" y="4236"/>
                  <a:pt x="7535" y="4277"/>
                </a:cubicBezTo>
                <a:cubicBezTo>
                  <a:pt x="7577" y="4298"/>
                  <a:pt x="7627" y="4345"/>
                  <a:pt x="7645" y="4380"/>
                </a:cubicBezTo>
                <a:cubicBezTo>
                  <a:pt x="7663" y="4414"/>
                  <a:pt x="7687" y="4460"/>
                  <a:pt x="7700" y="4483"/>
                </a:cubicBezTo>
                <a:cubicBezTo>
                  <a:pt x="7713" y="4506"/>
                  <a:pt x="7727" y="4537"/>
                  <a:pt x="7727" y="4555"/>
                </a:cubicBezTo>
                <a:cubicBezTo>
                  <a:pt x="7727" y="4574"/>
                  <a:pt x="7776" y="4673"/>
                  <a:pt x="7837" y="4774"/>
                </a:cubicBezTo>
                <a:cubicBezTo>
                  <a:pt x="7898" y="4874"/>
                  <a:pt x="7947" y="4974"/>
                  <a:pt x="7947" y="4998"/>
                </a:cubicBezTo>
                <a:cubicBezTo>
                  <a:pt x="7947" y="5021"/>
                  <a:pt x="7895" y="5092"/>
                  <a:pt x="7830" y="5155"/>
                </a:cubicBezTo>
                <a:cubicBezTo>
                  <a:pt x="7766" y="5218"/>
                  <a:pt x="7653" y="5337"/>
                  <a:pt x="7583" y="5416"/>
                </a:cubicBezTo>
                <a:cubicBezTo>
                  <a:pt x="7451" y="5566"/>
                  <a:pt x="7404" y="5593"/>
                  <a:pt x="7199" y="5646"/>
                </a:cubicBezTo>
                <a:cubicBezTo>
                  <a:pt x="7131" y="5664"/>
                  <a:pt x="7029" y="5706"/>
                  <a:pt x="6973" y="5737"/>
                </a:cubicBezTo>
                <a:cubicBezTo>
                  <a:pt x="6916" y="5768"/>
                  <a:pt x="6858" y="5791"/>
                  <a:pt x="6842" y="5791"/>
                </a:cubicBezTo>
                <a:cubicBezTo>
                  <a:pt x="6827" y="5791"/>
                  <a:pt x="6815" y="5798"/>
                  <a:pt x="6815" y="5810"/>
                </a:cubicBezTo>
                <a:cubicBezTo>
                  <a:pt x="6815" y="5821"/>
                  <a:pt x="6793" y="5838"/>
                  <a:pt x="6767" y="5846"/>
                </a:cubicBezTo>
                <a:cubicBezTo>
                  <a:pt x="6740" y="5853"/>
                  <a:pt x="6688" y="5875"/>
                  <a:pt x="6650" y="5894"/>
                </a:cubicBezTo>
                <a:cubicBezTo>
                  <a:pt x="6612" y="5914"/>
                  <a:pt x="6490" y="5962"/>
                  <a:pt x="6376" y="5997"/>
                </a:cubicBezTo>
                <a:cubicBezTo>
                  <a:pt x="6262" y="6033"/>
                  <a:pt x="6148" y="6070"/>
                  <a:pt x="6122" y="6082"/>
                </a:cubicBezTo>
                <a:cubicBezTo>
                  <a:pt x="6096" y="6095"/>
                  <a:pt x="6049" y="6106"/>
                  <a:pt x="6019" y="6106"/>
                </a:cubicBezTo>
                <a:cubicBezTo>
                  <a:pt x="5990" y="6106"/>
                  <a:pt x="5953" y="6117"/>
                  <a:pt x="5944" y="6131"/>
                </a:cubicBezTo>
                <a:cubicBezTo>
                  <a:pt x="5934" y="6144"/>
                  <a:pt x="5905" y="6155"/>
                  <a:pt x="5875" y="6155"/>
                </a:cubicBezTo>
                <a:cubicBezTo>
                  <a:pt x="5845" y="6155"/>
                  <a:pt x="5799" y="6167"/>
                  <a:pt x="5772" y="6179"/>
                </a:cubicBezTo>
                <a:cubicBezTo>
                  <a:pt x="5746" y="6191"/>
                  <a:pt x="5663" y="6219"/>
                  <a:pt x="5587" y="6240"/>
                </a:cubicBezTo>
                <a:cubicBezTo>
                  <a:pt x="5362" y="6301"/>
                  <a:pt x="5260" y="6334"/>
                  <a:pt x="5182" y="6379"/>
                </a:cubicBezTo>
                <a:cubicBezTo>
                  <a:pt x="5142" y="6402"/>
                  <a:pt x="5102" y="6421"/>
                  <a:pt x="5093" y="6421"/>
                </a:cubicBezTo>
                <a:cubicBezTo>
                  <a:pt x="5084" y="6421"/>
                  <a:pt x="5003" y="6466"/>
                  <a:pt x="4915" y="6518"/>
                </a:cubicBezTo>
                <a:cubicBezTo>
                  <a:pt x="4729" y="6630"/>
                  <a:pt x="4357" y="6974"/>
                  <a:pt x="4174" y="7203"/>
                </a:cubicBezTo>
                <a:cubicBezTo>
                  <a:pt x="4104" y="7290"/>
                  <a:pt x="4039" y="7366"/>
                  <a:pt x="4030" y="7373"/>
                </a:cubicBezTo>
                <a:cubicBezTo>
                  <a:pt x="3998" y="7395"/>
                  <a:pt x="3848" y="7601"/>
                  <a:pt x="3810" y="7675"/>
                </a:cubicBezTo>
                <a:cubicBezTo>
                  <a:pt x="3790" y="7716"/>
                  <a:pt x="3762" y="7767"/>
                  <a:pt x="3748" y="7791"/>
                </a:cubicBezTo>
                <a:cubicBezTo>
                  <a:pt x="3735" y="7814"/>
                  <a:pt x="3728" y="7849"/>
                  <a:pt x="3728" y="7869"/>
                </a:cubicBezTo>
                <a:cubicBezTo>
                  <a:pt x="3728" y="7890"/>
                  <a:pt x="3714" y="7925"/>
                  <a:pt x="3700" y="7948"/>
                </a:cubicBezTo>
                <a:cubicBezTo>
                  <a:pt x="3650" y="8031"/>
                  <a:pt x="3563" y="8223"/>
                  <a:pt x="3563" y="8245"/>
                </a:cubicBezTo>
                <a:cubicBezTo>
                  <a:pt x="3563" y="8270"/>
                  <a:pt x="3529" y="8326"/>
                  <a:pt x="3296" y="8736"/>
                </a:cubicBezTo>
                <a:cubicBezTo>
                  <a:pt x="3208" y="8890"/>
                  <a:pt x="3106" y="9061"/>
                  <a:pt x="3062" y="9117"/>
                </a:cubicBezTo>
                <a:cubicBezTo>
                  <a:pt x="3019" y="9173"/>
                  <a:pt x="2980" y="9225"/>
                  <a:pt x="2980" y="9232"/>
                </a:cubicBezTo>
                <a:cubicBezTo>
                  <a:pt x="2980" y="9240"/>
                  <a:pt x="2961" y="9263"/>
                  <a:pt x="2939" y="9287"/>
                </a:cubicBezTo>
                <a:cubicBezTo>
                  <a:pt x="2916" y="9311"/>
                  <a:pt x="2834" y="9415"/>
                  <a:pt x="2754" y="9517"/>
                </a:cubicBezTo>
                <a:cubicBezTo>
                  <a:pt x="2570" y="9752"/>
                  <a:pt x="2541" y="9737"/>
                  <a:pt x="2541" y="9408"/>
                </a:cubicBezTo>
                <a:cubicBezTo>
                  <a:pt x="2541" y="9281"/>
                  <a:pt x="2529" y="9168"/>
                  <a:pt x="2514" y="9160"/>
                </a:cubicBezTo>
                <a:cubicBezTo>
                  <a:pt x="2498" y="9152"/>
                  <a:pt x="2486" y="9114"/>
                  <a:pt x="2486" y="9075"/>
                </a:cubicBezTo>
                <a:cubicBezTo>
                  <a:pt x="2486" y="9035"/>
                  <a:pt x="2472" y="8983"/>
                  <a:pt x="2459" y="8960"/>
                </a:cubicBezTo>
                <a:cubicBezTo>
                  <a:pt x="2445" y="8937"/>
                  <a:pt x="2374" y="8806"/>
                  <a:pt x="2301" y="8675"/>
                </a:cubicBezTo>
                <a:cubicBezTo>
                  <a:pt x="2193" y="8482"/>
                  <a:pt x="2136" y="8412"/>
                  <a:pt x="1992" y="8293"/>
                </a:cubicBezTo>
                <a:cubicBezTo>
                  <a:pt x="1894" y="8213"/>
                  <a:pt x="1797" y="8122"/>
                  <a:pt x="1779" y="8094"/>
                </a:cubicBezTo>
                <a:cubicBezTo>
                  <a:pt x="1762" y="8065"/>
                  <a:pt x="1741" y="8017"/>
                  <a:pt x="1725" y="7991"/>
                </a:cubicBezTo>
                <a:cubicBezTo>
                  <a:pt x="1698" y="7945"/>
                  <a:pt x="1671" y="7895"/>
                  <a:pt x="1608" y="7754"/>
                </a:cubicBezTo>
                <a:cubicBezTo>
                  <a:pt x="1394" y="7279"/>
                  <a:pt x="1193" y="7106"/>
                  <a:pt x="874" y="7106"/>
                </a:cubicBezTo>
                <a:cubicBezTo>
                  <a:pt x="732" y="7106"/>
                  <a:pt x="719" y="7110"/>
                  <a:pt x="600" y="7215"/>
                </a:cubicBezTo>
                <a:lnTo>
                  <a:pt x="469" y="7324"/>
                </a:lnTo>
                <a:lnTo>
                  <a:pt x="469" y="7536"/>
                </a:lnTo>
                <a:cubicBezTo>
                  <a:pt x="469" y="7653"/>
                  <a:pt x="484" y="7760"/>
                  <a:pt x="497" y="7772"/>
                </a:cubicBezTo>
                <a:cubicBezTo>
                  <a:pt x="509" y="7785"/>
                  <a:pt x="538" y="7845"/>
                  <a:pt x="558" y="7906"/>
                </a:cubicBezTo>
                <a:cubicBezTo>
                  <a:pt x="597" y="8017"/>
                  <a:pt x="723" y="8203"/>
                  <a:pt x="805" y="8269"/>
                </a:cubicBezTo>
                <a:cubicBezTo>
                  <a:pt x="948" y="8383"/>
                  <a:pt x="929" y="8493"/>
                  <a:pt x="771" y="8493"/>
                </a:cubicBezTo>
                <a:cubicBezTo>
                  <a:pt x="712" y="8493"/>
                  <a:pt x="629" y="8511"/>
                  <a:pt x="579" y="8536"/>
                </a:cubicBezTo>
                <a:cubicBezTo>
                  <a:pt x="190" y="8730"/>
                  <a:pt x="5" y="8899"/>
                  <a:pt x="3" y="9081"/>
                </a:cubicBezTo>
                <a:cubicBezTo>
                  <a:pt x="2" y="9142"/>
                  <a:pt x="20" y="9203"/>
                  <a:pt x="58" y="9269"/>
                </a:cubicBezTo>
                <a:cubicBezTo>
                  <a:pt x="127" y="9389"/>
                  <a:pt x="127" y="9464"/>
                  <a:pt x="58" y="9584"/>
                </a:cubicBezTo>
                <a:cubicBezTo>
                  <a:pt x="12" y="9662"/>
                  <a:pt x="-8" y="9732"/>
                  <a:pt x="3" y="9802"/>
                </a:cubicBezTo>
                <a:cubicBezTo>
                  <a:pt x="13" y="9872"/>
                  <a:pt x="55" y="9944"/>
                  <a:pt x="126" y="10038"/>
                </a:cubicBezTo>
                <a:cubicBezTo>
                  <a:pt x="194" y="10128"/>
                  <a:pt x="250" y="10229"/>
                  <a:pt x="250" y="10262"/>
                </a:cubicBezTo>
                <a:cubicBezTo>
                  <a:pt x="250" y="10296"/>
                  <a:pt x="288" y="10381"/>
                  <a:pt x="332" y="10456"/>
                </a:cubicBezTo>
                <a:cubicBezTo>
                  <a:pt x="410" y="10589"/>
                  <a:pt x="431" y="10650"/>
                  <a:pt x="462" y="10820"/>
                </a:cubicBezTo>
                <a:cubicBezTo>
                  <a:pt x="490" y="10970"/>
                  <a:pt x="835" y="11214"/>
                  <a:pt x="1018" y="11214"/>
                </a:cubicBezTo>
                <a:cubicBezTo>
                  <a:pt x="1069" y="11214"/>
                  <a:pt x="1058" y="11294"/>
                  <a:pt x="970" y="11632"/>
                </a:cubicBezTo>
                <a:cubicBezTo>
                  <a:pt x="906" y="11878"/>
                  <a:pt x="905" y="12153"/>
                  <a:pt x="970" y="12401"/>
                </a:cubicBezTo>
                <a:cubicBezTo>
                  <a:pt x="1066" y="12766"/>
                  <a:pt x="1112" y="12898"/>
                  <a:pt x="1141" y="12928"/>
                </a:cubicBezTo>
                <a:cubicBezTo>
                  <a:pt x="1154" y="12941"/>
                  <a:pt x="1162" y="12970"/>
                  <a:pt x="1162" y="12995"/>
                </a:cubicBezTo>
                <a:cubicBezTo>
                  <a:pt x="1162" y="13019"/>
                  <a:pt x="1170" y="13062"/>
                  <a:pt x="1183" y="13086"/>
                </a:cubicBezTo>
                <a:cubicBezTo>
                  <a:pt x="1297" y="13294"/>
                  <a:pt x="1327" y="13351"/>
                  <a:pt x="1327" y="13376"/>
                </a:cubicBezTo>
                <a:cubicBezTo>
                  <a:pt x="1327" y="13408"/>
                  <a:pt x="1429" y="13574"/>
                  <a:pt x="1471" y="13613"/>
                </a:cubicBezTo>
                <a:cubicBezTo>
                  <a:pt x="1485" y="13625"/>
                  <a:pt x="1491" y="13650"/>
                  <a:pt x="1491" y="13673"/>
                </a:cubicBezTo>
                <a:cubicBezTo>
                  <a:pt x="1491" y="13696"/>
                  <a:pt x="1516" y="13761"/>
                  <a:pt x="1546" y="13813"/>
                </a:cubicBezTo>
                <a:cubicBezTo>
                  <a:pt x="1611" y="13924"/>
                  <a:pt x="1793" y="14407"/>
                  <a:pt x="1793" y="14467"/>
                </a:cubicBezTo>
                <a:cubicBezTo>
                  <a:pt x="1793" y="14506"/>
                  <a:pt x="1835" y="14624"/>
                  <a:pt x="1882" y="14733"/>
                </a:cubicBezTo>
                <a:cubicBezTo>
                  <a:pt x="1894" y="14760"/>
                  <a:pt x="1919" y="14820"/>
                  <a:pt x="1937" y="14867"/>
                </a:cubicBezTo>
                <a:cubicBezTo>
                  <a:pt x="2027" y="15096"/>
                  <a:pt x="2174" y="15303"/>
                  <a:pt x="2253" y="15303"/>
                </a:cubicBezTo>
                <a:cubicBezTo>
                  <a:pt x="2273" y="15303"/>
                  <a:pt x="2294" y="15310"/>
                  <a:pt x="2294" y="15321"/>
                </a:cubicBezTo>
                <a:cubicBezTo>
                  <a:pt x="2294" y="15332"/>
                  <a:pt x="2371" y="15380"/>
                  <a:pt x="2466" y="15424"/>
                </a:cubicBezTo>
                <a:cubicBezTo>
                  <a:pt x="2709" y="15538"/>
                  <a:pt x="2713" y="15545"/>
                  <a:pt x="2520" y="15545"/>
                </a:cubicBezTo>
                <a:cubicBezTo>
                  <a:pt x="2427" y="15545"/>
                  <a:pt x="2345" y="15556"/>
                  <a:pt x="2335" y="15569"/>
                </a:cubicBezTo>
                <a:cubicBezTo>
                  <a:pt x="2326" y="15583"/>
                  <a:pt x="2277" y="15594"/>
                  <a:pt x="2225" y="15594"/>
                </a:cubicBezTo>
                <a:cubicBezTo>
                  <a:pt x="2174" y="15594"/>
                  <a:pt x="2125" y="15605"/>
                  <a:pt x="2116" y="15618"/>
                </a:cubicBezTo>
                <a:cubicBezTo>
                  <a:pt x="2106" y="15631"/>
                  <a:pt x="2070" y="15642"/>
                  <a:pt x="2040" y="15642"/>
                </a:cubicBezTo>
                <a:cubicBezTo>
                  <a:pt x="1984" y="15642"/>
                  <a:pt x="1727" y="15750"/>
                  <a:pt x="1594" y="15830"/>
                </a:cubicBezTo>
                <a:cubicBezTo>
                  <a:pt x="1511" y="15880"/>
                  <a:pt x="1280" y="16073"/>
                  <a:pt x="1217" y="16145"/>
                </a:cubicBezTo>
                <a:cubicBezTo>
                  <a:pt x="1109" y="16268"/>
                  <a:pt x="949" y="16550"/>
                  <a:pt x="888" y="16727"/>
                </a:cubicBezTo>
                <a:cubicBezTo>
                  <a:pt x="869" y="16780"/>
                  <a:pt x="846" y="16845"/>
                  <a:pt x="833" y="16872"/>
                </a:cubicBezTo>
                <a:cubicBezTo>
                  <a:pt x="808" y="16923"/>
                  <a:pt x="782" y="17013"/>
                  <a:pt x="757" y="17145"/>
                </a:cubicBezTo>
                <a:cubicBezTo>
                  <a:pt x="749" y="17188"/>
                  <a:pt x="730" y="17228"/>
                  <a:pt x="716" y="17235"/>
                </a:cubicBezTo>
                <a:cubicBezTo>
                  <a:pt x="703" y="17243"/>
                  <a:pt x="696" y="17270"/>
                  <a:pt x="696" y="17296"/>
                </a:cubicBezTo>
                <a:cubicBezTo>
                  <a:pt x="696" y="17322"/>
                  <a:pt x="681" y="17364"/>
                  <a:pt x="668" y="17387"/>
                </a:cubicBezTo>
                <a:cubicBezTo>
                  <a:pt x="561" y="17575"/>
                  <a:pt x="531" y="17651"/>
                  <a:pt x="531" y="17690"/>
                </a:cubicBezTo>
                <a:cubicBezTo>
                  <a:pt x="531" y="17715"/>
                  <a:pt x="512" y="17736"/>
                  <a:pt x="497" y="17744"/>
                </a:cubicBezTo>
                <a:cubicBezTo>
                  <a:pt x="481" y="17753"/>
                  <a:pt x="469" y="17791"/>
                  <a:pt x="469" y="17829"/>
                </a:cubicBezTo>
                <a:cubicBezTo>
                  <a:pt x="469" y="17868"/>
                  <a:pt x="457" y="17912"/>
                  <a:pt x="442" y="17920"/>
                </a:cubicBezTo>
                <a:cubicBezTo>
                  <a:pt x="405" y="17940"/>
                  <a:pt x="410" y="18084"/>
                  <a:pt x="449" y="18168"/>
                </a:cubicBezTo>
                <a:cubicBezTo>
                  <a:pt x="571" y="18433"/>
                  <a:pt x="620" y="18498"/>
                  <a:pt x="840" y="18726"/>
                </a:cubicBezTo>
                <a:cubicBezTo>
                  <a:pt x="943" y="18833"/>
                  <a:pt x="1052" y="18998"/>
                  <a:pt x="1052" y="19047"/>
                </a:cubicBezTo>
                <a:cubicBezTo>
                  <a:pt x="1052" y="19094"/>
                  <a:pt x="1174" y="19305"/>
                  <a:pt x="1286" y="19453"/>
                </a:cubicBezTo>
                <a:cubicBezTo>
                  <a:pt x="1385" y="19585"/>
                  <a:pt x="1594" y="19780"/>
                  <a:pt x="1635" y="19780"/>
                </a:cubicBezTo>
                <a:cubicBezTo>
                  <a:pt x="1644" y="19780"/>
                  <a:pt x="1681" y="19800"/>
                  <a:pt x="1718" y="19828"/>
                </a:cubicBezTo>
                <a:cubicBezTo>
                  <a:pt x="1754" y="19857"/>
                  <a:pt x="1844" y="19916"/>
                  <a:pt x="1924" y="19956"/>
                </a:cubicBezTo>
                <a:cubicBezTo>
                  <a:pt x="2058" y="20023"/>
                  <a:pt x="2106" y="20079"/>
                  <a:pt x="2054" y="20125"/>
                </a:cubicBezTo>
                <a:cubicBezTo>
                  <a:pt x="2025" y="20151"/>
                  <a:pt x="1965" y="20319"/>
                  <a:pt x="1965" y="20374"/>
                </a:cubicBezTo>
                <a:cubicBezTo>
                  <a:pt x="1965" y="20428"/>
                  <a:pt x="2025" y="20596"/>
                  <a:pt x="2054" y="20622"/>
                </a:cubicBezTo>
                <a:cubicBezTo>
                  <a:pt x="2064" y="20631"/>
                  <a:pt x="2074" y="20658"/>
                  <a:pt x="2074" y="20683"/>
                </a:cubicBezTo>
                <a:cubicBezTo>
                  <a:pt x="2074" y="20746"/>
                  <a:pt x="2126" y="20824"/>
                  <a:pt x="2219" y="20895"/>
                </a:cubicBezTo>
                <a:cubicBezTo>
                  <a:pt x="2262" y="20928"/>
                  <a:pt x="2376" y="21024"/>
                  <a:pt x="2472" y="21101"/>
                </a:cubicBezTo>
                <a:lnTo>
                  <a:pt x="2651" y="21240"/>
                </a:lnTo>
                <a:lnTo>
                  <a:pt x="2953" y="21240"/>
                </a:lnTo>
                <a:cubicBezTo>
                  <a:pt x="3121" y="21240"/>
                  <a:pt x="3283" y="21228"/>
                  <a:pt x="3309" y="21216"/>
                </a:cubicBezTo>
                <a:cubicBezTo>
                  <a:pt x="3335" y="21203"/>
                  <a:pt x="3591" y="21188"/>
                  <a:pt x="3879" y="21179"/>
                </a:cubicBezTo>
                <a:cubicBezTo>
                  <a:pt x="4166" y="21171"/>
                  <a:pt x="4451" y="21152"/>
                  <a:pt x="4510" y="21137"/>
                </a:cubicBezTo>
                <a:cubicBezTo>
                  <a:pt x="4603" y="21112"/>
                  <a:pt x="4616" y="21111"/>
                  <a:pt x="4640" y="21149"/>
                </a:cubicBezTo>
                <a:cubicBezTo>
                  <a:pt x="4687" y="21222"/>
                  <a:pt x="4925" y="21407"/>
                  <a:pt x="4990" y="21422"/>
                </a:cubicBezTo>
                <a:cubicBezTo>
                  <a:pt x="5024" y="21429"/>
                  <a:pt x="5116" y="21431"/>
                  <a:pt x="5196" y="21422"/>
                </a:cubicBezTo>
                <a:cubicBezTo>
                  <a:pt x="5421" y="21395"/>
                  <a:pt x="6878" y="21403"/>
                  <a:pt x="7432" y="21434"/>
                </a:cubicBezTo>
                <a:cubicBezTo>
                  <a:pt x="8068" y="21469"/>
                  <a:pt x="8387" y="21469"/>
                  <a:pt x="8866" y="21434"/>
                </a:cubicBezTo>
                <a:cubicBezTo>
                  <a:pt x="9346" y="21399"/>
                  <a:pt x="9578" y="21396"/>
                  <a:pt x="9861" y="21428"/>
                </a:cubicBezTo>
                <a:cubicBezTo>
                  <a:pt x="10282" y="21474"/>
                  <a:pt x="10638" y="21505"/>
                  <a:pt x="10835" y="21507"/>
                </a:cubicBezTo>
                <a:cubicBezTo>
                  <a:pt x="10944" y="21507"/>
                  <a:pt x="11038" y="21517"/>
                  <a:pt x="11048" y="21531"/>
                </a:cubicBezTo>
                <a:cubicBezTo>
                  <a:pt x="11057" y="21544"/>
                  <a:pt x="11168" y="21555"/>
                  <a:pt x="11295" y="21555"/>
                </a:cubicBezTo>
                <a:cubicBezTo>
                  <a:pt x="11571" y="21555"/>
                  <a:pt x="11699" y="21501"/>
                  <a:pt x="11768" y="21361"/>
                </a:cubicBezTo>
                <a:cubicBezTo>
                  <a:pt x="11792" y="21312"/>
                  <a:pt x="11818" y="21260"/>
                  <a:pt x="11830" y="21240"/>
                </a:cubicBezTo>
                <a:cubicBezTo>
                  <a:pt x="11854" y="21199"/>
                  <a:pt x="11957" y="21194"/>
                  <a:pt x="12317" y="21234"/>
                </a:cubicBezTo>
                <a:cubicBezTo>
                  <a:pt x="12438" y="21247"/>
                  <a:pt x="12598" y="21269"/>
                  <a:pt x="12674" y="21276"/>
                </a:cubicBezTo>
                <a:cubicBezTo>
                  <a:pt x="12749" y="21284"/>
                  <a:pt x="12835" y="21301"/>
                  <a:pt x="12866" y="21313"/>
                </a:cubicBezTo>
                <a:cubicBezTo>
                  <a:pt x="12896" y="21324"/>
                  <a:pt x="12957" y="21336"/>
                  <a:pt x="13003" y="21343"/>
                </a:cubicBezTo>
                <a:cubicBezTo>
                  <a:pt x="13048" y="21350"/>
                  <a:pt x="13140" y="21370"/>
                  <a:pt x="13209" y="21385"/>
                </a:cubicBezTo>
                <a:cubicBezTo>
                  <a:pt x="13349" y="21416"/>
                  <a:pt x="13498" y="21441"/>
                  <a:pt x="13778" y="21482"/>
                </a:cubicBezTo>
                <a:cubicBezTo>
                  <a:pt x="13884" y="21498"/>
                  <a:pt x="13992" y="21518"/>
                  <a:pt x="14018" y="21531"/>
                </a:cubicBezTo>
                <a:cubicBezTo>
                  <a:pt x="14045" y="21543"/>
                  <a:pt x="14152" y="21555"/>
                  <a:pt x="14258" y="21555"/>
                </a:cubicBezTo>
                <a:cubicBezTo>
                  <a:pt x="14437" y="21555"/>
                  <a:pt x="14480" y="21545"/>
                  <a:pt x="14766" y="21422"/>
                </a:cubicBezTo>
                <a:cubicBezTo>
                  <a:pt x="15063" y="21294"/>
                  <a:pt x="15228" y="21258"/>
                  <a:pt x="15267" y="21313"/>
                </a:cubicBezTo>
                <a:cubicBezTo>
                  <a:pt x="15276" y="21326"/>
                  <a:pt x="15364" y="21337"/>
                  <a:pt x="15459" y="21337"/>
                </a:cubicBezTo>
                <a:cubicBezTo>
                  <a:pt x="15554" y="21337"/>
                  <a:pt x="15637" y="21343"/>
                  <a:pt x="15651" y="21355"/>
                </a:cubicBezTo>
                <a:cubicBezTo>
                  <a:pt x="15665" y="21367"/>
                  <a:pt x="15764" y="21386"/>
                  <a:pt x="15871" y="21391"/>
                </a:cubicBezTo>
                <a:cubicBezTo>
                  <a:pt x="15977" y="21397"/>
                  <a:pt x="16149" y="21417"/>
                  <a:pt x="16248" y="21440"/>
                </a:cubicBezTo>
                <a:cubicBezTo>
                  <a:pt x="16346" y="21462"/>
                  <a:pt x="16517" y="21487"/>
                  <a:pt x="16632" y="21494"/>
                </a:cubicBezTo>
                <a:cubicBezTo>
                  <a:pt x="16809" y="21506"/>
                  <a:pt x="16858" y="21501"/>
                  <a:pt x="16954" y="21458"/>
                </a:cubicBezTo>
                <a:cubicBezTo>
                  <a:pt x="17069" y="21406"/>
                  <a:pt x="17236" y="21253"/>
                  <a:pt x="17236" y="21198"/>
                </a:cubicBezTo>
                <a:cubicBezTo>
                  <a:pt x="17236" y="21181"/>
                  <a:pt x="17260" y="21130"/>
                  <a:pt x="17291" y="21082"/>
                </a:cubicBezTo>
                <a:cubicBezTo>
                  <a:pt x="17331" y="21019"/>
                  <a:pt x="17345" y="20950"/>
                  <a:pt x="17345" y="20828"/>
                </a:cubicBezTo>
                <a:cubicBezTo>
                  <a:pt x="17345" y="20683"/>
                  <a:pt x="17332" y="20639"/>
                  <a:pt x="17249" y="20501"/>
                </a:cubicBezTo>
                <a:lnTo>
                  <a:pt x="17153" y="20337"/>
                </a:lnTo>
                <a:lnTo>
                  <a:pt x="17311" y="20252"/>
                </a:lnTo>
                <a:cubicBezTo>
                  <a:pt x="17395" y="20205"/>
                  <a:pt x="17471" y="20168"/>
                  <a:pt x="17483" y="20168"/>
                </a:cubicBezTo>
                <a:cubicBezTo>
                  <a:pt x="17495" y="20168"/>
                  <a:pt x="17529" y="20150"/>
                  <a:pt x="17558" y="20125"/>
                </a:cubicBezTo>
                <a:cubicBezTo>
                  <a:pt x="17588" y="20101"/>
                  <a:pt x="17679" y="20040"/>
                  <a:pt x="17764" y="19992"/>
                </a:cubicBezTo>
                <a:cubicBezTo>
                  <a:pt x="18158" y="19770"/>
                  <a:pt x="18449" y="19535"/>
                  <a:pt x="18635" y="19289"/>
                </a:cubicBezTo>
                <a:cubicBezTo>
                  <a:pt x="18797" y="19075"/>
                  <a:pt x="19006" y="18707"/>
                  <a:pt x="19006" y="18629"/>
                </a:cubicBezTo>
                <a:cubicBezTo>
                  <a:pt x="19006" y="18598"/>
                  <a:pt x="19017" y="18558"/>
                  <a:pt x="19033" y="18544"/>
                </a:cubicBezTo>
                <a:cubicBezTo>
                  <a:pt x="19079" y="18503"/>
                  <a:pt x="19025" y="17848"/>
                  <a:pt x="18971" y="17799"/>
                </a:cubicBezTo>
                <a:cubicBezTo>
                  <a:pt x="18958" y="17786"/>
                  <a:pt x="18951" y="17712"/>
                  <a:pt x="18951" y="17635"/>
                </a:cubicBezTo>
                <a:cubicBezTo>
                  <a:pt x="18951" y="17558"/>
                  <a:pt x="18939" y="17486"/>
                  <a:pt x="18923" y="17478"/>
                </a:cubicBezTo>
                <a:cubicBezTo>
                  <a:pt x="18908" y="17470"/>
                  <a:pt x="18896" y="17415"/>
                  <a:pt x="18896" y="17357"/>
                </a:cubicBezTo>
                <a:cubicBezTo>
                  <a:pt x="18896" y="17298"/>
                  <a:pt x="18884" y="17244"/>
                  <a:pt x="18868" y="17235"/>
                </a:cubicBezTo>
                <a:cubicBezTo>
                  <a:pt x="18853" y="17227"/>
                  <a:pt x="18834" y="17178"/>
                  <a:pt x="18834" y="17126"/>
                </a:cubicBezTo>
                <a:cubicBezTo>
                  <a:pt x="18834" y="17074"/>
                  <a:pt x="18822" y="17026"/>
                  <a:pt x="18807" y="17017"/>
                </a:cubicBezTo>
                <a:cubicBezTo>
                  <a:pt x="18792" y="17009"/>
                  <a:pt x="18779" y="16971"/>
                  <a:pt x="18779" y="16933"/>
                </a:cubicBezTo>
                <a:cubicBezTo>
                  <a:pt x="18779" y="16894"/>
                  <a:pt x="18767" y="16856"/>
                  <a:pt x="18752" y="16848"/>
                </a:cubicBezTo>
                <a:cubicBezTo>
                  <a:pt x="18720" y="16830"/>
                  <a:pt x="18714" y="16713"/>
                  <a:pt x="18745" y="16714"/>
                </a:cubicBezTo>
                <a:cubicBezTo>
                  <a:pt x="18756" y="16715"/>
                  <a:pt x="18796" y="16732"/>
                  <a:pt x="18834" y="16751"/>
                </a:cubicBezTo>
                <a:cubicBezTo>
                  <a:pt x="18938" y="16803"/>
                  <a:pt x="19230" y="16795"/>
                  <a:pt x="19335" y="16739"/>
                </a:cubicBezTo>
                <a:cubicBezTo>
                  <a:pt x="19407" y="16700"/>
                  <a:pt x="19460" y="16697"/>
                  <a:pt x="19644" y="16708"/>
                </a:cubicBezTo>
                <a:cubicBezTo>
                  <a:pt x="19857" y="16721"/>
                  <a:pt x="19861" y="16717"/>
                  <a:pt x="19966" y="16642"/>
                </a:cubicBezTo>
                <a:cubicBezTo>
                  <a:pt x="20025" y="16600"/>
                  <a:pt x="20107" y="16569"/>
                  <a:pt x="20144" y="16569"/>
                </a:cubicBezTo>
                <a:cubicBezTo>
                  <a:pt x="20182" y="16569"/>
                  <a:pt x="20217" y="16558"/>
                  <a:pt x="20227" y="16545"/>
                </a:cubicBezTo>
                <a:cubicBezTo>
                  <a:pt x="20236" y="16531"/>
                  <a:pt x="20279" y="16521"/>
                  <a:pt x="20316" y="16521"/>
                </a:cubicBezTo>
                <a:cubicBezTo>
                  <a:pt x="20399" y="16521"/>
                  <a:pt x="20561" y="16391"/>
                  <a:pt x="20618" y="16284"/>
                </a:cubicBezTo>
                <a:cubicBezTo>
                  <a:pt x="20652" y="16220"/>
                  <a:pt x="20683" y="16203"/>
                  <a:pt x="20782" y="16181"/>
                </a:cubicBezTo>
                <a:cubicBezTo>
                  <a:pt x="20851" y="16166"/>
                  <a:pt x="20938" y="16136"/>
                  <a:pt x="20975" y="16115"/>
                </a:cubicBezTo>
                <a:cubicBezTo>
                  <a:pt x="21053" y="16070"/>
                  <a:pt x="21235" y="15806"/>
                  <a:pt x="21235" y="15739"/>
                </a:cubicBezTo>
                <a:cubicBezTo>
                  <a:pt x="21235" y="15714"/>
                  <a:pt x="21248" y="15687"/>
                  <a:pt x="21263" y="15678"/>
                </a:cubicBezTo>
                <a:cubicBezTo>
                  <a:pt x="21279" y="15670"/>
                  <a:pt x="21290" y="15540"/>
                  <a:pt x="21290" y="15376"/>
                </a:cubicBezTo>
                <a:cubicBezTo>
                  <a:pt x="21290" y="15090"/>
                  <a:pt x="21292" y="15089"/>
                  <a:pt x="21366" y="15054"/>
                </a:cubicBezTo>
                <a:cubicBezTo>
                  <a:pt x="21406" y="15035"/>
                  <a:pt x="21474" y="14979"/>
                  <a:pt x="21517" y="14927"/>
                </a:cubicBezTo>
                <a:cubicBezTo>
                  <a:pt x="21586" y="14843"/>
                  <a:pt x="21592" y="14810"/>
                  <a:pt x="21592" y="14643"/>
                </a:cubicBezTo>
                <a:lnTo>
                  <a:pt x="21592" y="14455"/>
                </a:lnTo>
                <a:lnTo>
                  <a:pt x="21475" y="14358"/>
                </a:lnTo>
                <a:cubicBezTo>
                  <a:pt x="21319" y="14231"/>
                  <a:pt x="21157" y="14207"/>
                  <a:pt x="20837" y="14267"/>
                </a:cubicBezTo>
                <a:cubicBezTo>
                  <a:pt x="20454" y="14339"/>
                  <a:pt x="20284" y="14340"/>
                  <a:pt x="20028" y="14267"/>
                </a:cubicBezTo>
                <a:cubicBezTo>
                  <a:pt x="19818" y="14207"/>
                  <a:pt x="19774" y="14206"/>
                  <a:pt x="19390" y="14212"/>
                </a:cubicBezTo>
                <a:lnTo>
                  <a:pt x="18971" y="14218"/>
                </a:lnTo>
                <a:lnTo>
                  <a:pt x="18910" y="14134"/>
                </a:lnTo>
                <a:cubicBezTo>
                  <a:pt x="18874" y="14088"/>
                  <a:pt x="18818" y="14032"/>
                  <a:pt x="18786" y="14012"/>
                </a:cubicBezTo>
                <a:cubicBezTo>
                  <a:pt x="18754" y="13993"/>
                  <a:pt x="18724" y="13970"/>
                  <a:pt x="18724" y="13958"/>
                </a:cubicBezTo>
                <a:cubicBezTo>
                  <a:pt x="18724" y="13946"/>
                  <a:pt x="18685" y="13893"/>
                  <a:pt x="18635" y="13843"/>
                </a:cubicBezTo>
                <a:cubicBezTo>
                  <a:pt x="18416" y="13621"/>
                  <a:pt x="18268" y="13438"/>
                  <a:pt x="18182" y="13298"/>
                </a:cubicBezTo>
                <a:cubicBezTo>
                  <a:pt x="18131" y="13214"/>
                  <a:pt x="18080" y="13145"/>
                  <a:pt x="18066" y="13140"/>
                </a:cubicBezTo>
                <a:cubicBezTo>
                  <a:pt x="18052" y="13136"/>
                  <a:pt x="18038" y="13119"/>
                  <a:pt x="18038" y="13104"/>
                </a:cubicBezTo>
                <a:cubicBezTo>
                  <a:pt x="18038" y="13088"/>
                  <a:pt x="17936" y="12990"/>
                  <a:pt x="17812" y="12880"/>
                </a:cubicBezTo>
                <a:cubicBezTo>
                  <a:pt x="17562" y="12657"/>
                  <a:pt x="17571" y="12676"/>
                  <a:pt x="17517" y="12201"/>
                </a:cubicBezTo>
                <a:cubicBezTo>
                  <a:pt x="17490" y="11968"/>
                  <a:pt x="17462" y="11876"/>
                  <a:pt x="17373" y="11722"/>
                </a:cubicBezTo>
                <a:cubicBezTo>
                  <a:pt x="17360" y="11699"/>
                  <a:pt x="17345" y="11659"/>
                  <a:pt x="17345" y="11638"/>
                </a:cubicBezTo>
                <a:cubicBezTo>
                  <a:pt x="17345" y="11617"/>
                  <a:pt x="17321" y="11560"/>
                  <a:pt x="17291" y="11504"/>
                </a:cubicBezTo>
                <a:cubicBezTo>
                  <a:pt x="17260" y="11449"/>
                  <a:pt x="17236" y="11389"/>
                  <a:pt x="17236" y="11371"/>
                </a:cubicBezTo>
                <a:cubicBezTo>
                  <a:pt x="17236" y="11353"/>
                  <a:pt x="17223" y="11313"/>
                  <a:pt x="17208" y="11286"/>
                </a:cubicBezTo>
                <a:cubicBezTo>
                  <a:pt x="17193" y="11260"/>
                  <a:pt x="17169" y="11216"/>
                  <a:pt x="17153" y="11189"/>
                </a:cubicBezTo>
                <a:cubicBezTo>
                  <a:pt x="17138" y="11163"/>
                  <a:pt x="17126" y="11123"/>
                  <a:pt x="17126" y="11098"/>
                </a:cubicBezTo>
                <a:cubicBezTo>
                  <a:pt x="17126" y="11074"/>
                  <a:pt x="17118" y="11044"/>
                  <a:pt x="17105" y="11032"/>
                </a:cubicBezTo>
                <a:cubicBezTo>
                  <a:pt x="17093" y="11019"/>
                  <a:pt x="17069" y="10959"/>
                  <a:pt x="17050" y="10898"/>
                </a:cubicBezTo>
                <a:cubicBezTo>
                  <a:pt x="17032" y="10838"/>
                  <a:pt x="17004" y="10757"/>
                  <a:pt x="16989" y="10717"/>
                </a:cubicBezTo>
                <a:cubicBezTo>
                  <a:pt x="16973" y="10677"/>
                  <a:pt x="16922" y="10546"/>
                  <a:pt x="16879" y="10426"/>
                </a:cubicBezTo>
                <a:cubicBezTo>
                  <a:pt x="16767" y="10115"/>
                  <a:pt x="16646" y="9809"/>
                  <a:pt x="16625" y="9790"/>
                </a:cubicBezTo>
                <a:cubicBezTo>
                  <a:pt x="16615" y="9781"/>
                  <a:pt x="16605" y="9754"/>
                  <a:pt x="16605" y="9729"/>
                </a:cubicBezTo>
                <a:cubicBezTo>
                  <a:pt x="16605" y="9686"/>
                  <a:pt x="16590" y="9658"/>
                  <a:pt x="16522" y="9541"/>
                </a:cubicBezTo>
                <a:cubicBezTo>
                  <a:pt x="16505" y="9512"/>
                  <a:pt x="16495" y="9469"/>
                  <a:pt x="16495" y="9445"/>
                </a:cubicBezTo>
                <a:cubicBezTo>
                  <a:pt x="16495" y="9420"/>
                  <a:pt x="16486" y="9391"/>
                  <a:pt x="16474" y="9378"/>
                </a:cubicBezTo>
                <a:cubicBezTo>
                  <a:pt x="16462" y="9365"/>
                  <a:pt x="16432" y="9310"/>
                  <a:pt x="16412" y="9257"/>
                </a:cubicBezTo>
                <a:cubicBezTo>
                  <a:pt x="16376" y="9155"/>
                  <a:pt x="16337" y="9067"/>
                  <a:pt x="16296" y="8996"/>
                </a:cubicBezTo>
                <a:cubicBezTo>
                  <a:pt x="16282" y="8973"/>
                  <a:pt x="16275" y="8937"/>
                  <a:pt x="16275" y="8917"/>
                </a:cubicBezTo>
                <a:cubicBezTo>
                  <a:pt x="16275" y="8898"/>
                  <a:pt x="16250" y="8835"/>
                  <a:pt x="16220" y="8778"/>
                </a:cubicBezTo>
                <a:cubicBezTo>
                  <a:pt x="16191" y="8721"/>
                  <a:pt x="16131" y="8599"/>
                  <a:pt x="16090" y="8505"/>
                </a:cubicBezTo>
                <a:cubicBezTo>
                  <a:pt x="15896" y="8057"/>
                  <a:pt x="15630" y="7566"/>
                  <a:pt x="15555" y="7518"/>
                </a:cubicBezTo>
                <a:cubicBezTo>
                  <a:pt x="15545" y="7511"/>
                  <a:pt x="15519" y="7463"/>
                  <a:pt x="15493" y="7415"/>
                </a:cubicBezTo>
                <a:cubicBezTo>
                  <a:pt x="15358" y="7158"/>
                  <a:pt x="14985" y="6772"/>
                  <a:pt x="14725" y="6615"/>
                </a:cubicBezTo>
                <a:cubicBezTo>
                  <a:pt x="14638" y="6563"/>
                  <a:pt x="14556" y="6518"/>
                  <a:pt x="14540" y="6518"/>
                </a:cubicBezTo>
                <a:cubicBezTo>
                  <a:pt x="14524" y="6518"/>
                  <a:pt x="14505" y="6512"/>
                  <a:pt x="14505" y="6500"/>
                </a:cubicBezTo>
                <a:cubicBezTo>
                  <a:pt x="14505" y="6488"/>
                  <a:pt x="14429" y="6443"/>
                  <a:pt x="14334" y="6403"/>
                </a:cubicBezTo>
                <a:cubicBezTo>
                  <a:pt x="14097" y="6303"/>
                  <a:pt x="13735" y="6154"/>
                  <a:pt x="13668" y="6131"/>
                </a:cubicBezTo>
                <a:cubicBezTo>
                  <a:pt x="13548" y="6088"/>
                  <a:pt x="13411" y="6032"/>
                  <a:pt x="13181" y="5937"/>
                </a:cubicBezTo>
                <a:cubicBezTo>
                  <a:pt x="13049" y="5882"/>
                  <a:pt x="12927" y="5840"/>
                  <a:pt x="12914" y="5840"/>
                </a:cubicBezTo>
                <a:cubicBezTo>
                  <a:pt x="12891" y="5840"/>
                  <a:pt x="12591" y="5718"/>
                  <a:pt x="12379" y="5622"/>
                </a:cubicBezTo>
                <a:cubicBezTo>
                  <a:pt x="12320" y="5595"/>
                  <a:pt x="12246" y="5573"/>
                  <a:pt x="12221" y="5573"/>
                </a:cubicBezTo>
                <a:cubicBezTo>
                  <a:pt x="12195" y="5573"/>
                  <a:pt x="12126" y="5500"/>
                  <a:pt x="12056" y="5410"/>
                </a:cubicBezTo>
                <a:cubicBezTo>
                  <a:pt x="11988" y="5321"/>
                  <a:pt x="11905" y="5227"/>
                  <a:pt x="11871" y="5204"/>
                </a:cubicBezTo>
                <a:cubicBezTo>
                  <a:pt x="11837" y="5180"/>
                  <a:pt x="11803" y="5155"/>
                  <a:pt x="11802" y="5143"/>
                </a:cubicBezTo>
                <a:cubicBezTo>
                  <a:pt x="11802" y="5132"/>
                  <a:pt x="11765" y="5080"/>
                  <a:pt x="11720" y="5034"/>
                </a:cubicBezTo>
                <a:cubicBezTo>
                  <a:pt x="11640" y="4952"/>
                  <a:pt x="11617" y="4850"/>
                  <a:pt x="11665" y="4804"/>
                </a:cubicBezTo>
                <a:cubicBezTo>
                  <a:pt x="11718" y="4753"/>
                  <a:pt x="11864" y="4495"/>
                  <a:pt x="11864" y="4452"/>
                </a:cubicBezTo>
                <a:cubicBezTo>
                  <a:pt x="11864" y="4427"/>
                  <a:pt x="11876" y="4400"/>
                  <a:pt x="11892" y="4392"/>
                </a:cubicBezTo>
                <a:cubicBezTo>
                  <a:pt x="11907" y="4384"/>
                  <a:pt x="11919" y="4358"/>
                  <a:pt x="11919" y="4337"/>
                </a:cubicBezTo>
                <a:cubicBezTo>
                  <a:pt x="11919" y="4316"/>
                  <a:pt x="11968" y="4255"/>
                  <a:pt x="12036" y="4198"/>
                </a:cubicBezTo>
                <a:cubicBezTo>
                  <a:pt x="12103" y="4141"/>
                  <a:pt x="12166" y="4066"/>
                  <a:pt x="12173" y="4034"/>
                </a:cubicBezTo>
                <a:cubicBezTo>
                  <a:pt x="12223" y="3800"/>
                  <a:pt x="12288" y="3589"/>
                  <a:pt x="12324" y="3526"/>
                </a:cubicBezTo>
                <a:cubicBezTo>
                  <a:pt x="12375" y="3435"/>
                  <a:pt x="12415" y="3306"/>
                  <a:pt x="12434" y="3174"/>
                </a:cubicBezTo>
                <a:cubicBezTo>
                  <a:pt x="12441" y="3121"/>
                  <a:pt x="12454" y="3066"/>
                  <a:pt x="12468" y="3053"/>
                </a:cubicBezTo>
                <a:cubicBezTo>
                  <a:pt x="12502" y="3022"/>
                  <a:pt x="12502" y="2829"/>
                  <a:pt x="12468" y="2811"/>
                </a:cubicBezTo>
                <a:cubicBezTo>
                  <a:pt x="12453" y="2802"/>
                  <a:pt x="12440" y="2772"/>
                  <a:pt x="12440" y="2744"/>
                </a:cubicBezTo>
                <a:cubicBezTo>
                  <a:pt x="12440" y="2688"/>
                  <a:pt x="12241" y="2508"/>
                  <a:pt x="12180" y="2508"/>
                </a:cubicBezTo>
                <a:cubicBezTo>
                  <a:pt x="12150" y="2508"/>
                  <a:pt x="12135" y="2449"/>
                  <a:pt x="12125" y="2247"/>
                </a:cubicBezTo>
                <a:cubicBezTo>
                  <a:pt x="12118" y="2103"/>
                  <a:pt x="12100" y="1921"/>
                  <a:pt x="12084" y="1847"/>
                </a:cubicBezTo>
                <a:cubicBezTo>
                  <a:pt x="12067" y="1774"/>
                  <a:pt x="12045" y="1674"/>
                  <a:pt x="12036" y="1623"/>
                </a:cubicBezTo>
                <a:cubicBezTo>
                  <a:pt x="12026" y="1573"/>
                  <a:pt x="12008" y="1528"/>
                  <a:pt x="11994" y="1520"/>
                </a:cubicBezTo>
                <a:cubicBezTo>
                  <a:pt x="11981" y="1513"/>
                  <a:pt x="11974" y="1486"/>
                  <a:pt x="11974" y="1460"/>
                </a:cubicBezTo>
                <a:cubicBezTo>
                  <a:pt x="11974" y="1434"/>
                  <a:pt x="11960" y="1392"/>
                  <a:pt x="11946" y="1369"/>
                </a:cubicBezTo>
                <a:cubicBezTo>
                  <a:pt x="11933" y="1346"/>
                  <a:pt x="11880" y="1250"/>
                  <a:pt x="11830" y="1157"/>
                </a:cubicBezTo>
                <a:cubicBezTo>
                  <a:pt x="11696" y="908"/>
                  <a:pt x="11407" y="608"/>
                  <a:pt x="11171" y="472"/>
                </a:cubicBezTo>
                <a:cubicBezTo>
                  <a:pt x="11019" y="385"/>
                  <a:pt x="10760" y="248"/>
                  <a:pt x="10705" y="230"/>
                </a:cubicBezTo>
                <a:cubicBezTo>
                  <a:pt x="10682" y="222"/>
                  <a:pt x="10621" y="196"/>
                  <a:pt x="10568" y="175"/>
                </a:cubicBezTo>
                <a:cubicBezTo>
                  <a:pt x="10234" y="46"/>
                  <a:pt x="9589" y="-45"/>
                  <a:pt x="9511" y="24"/>
                </a:cubicBezTo>
                <a:close/>
                <a:moveTo>
                  <a:pt x="5621" y="13182"/>
                </a:moveTo>
                <a:cubicBezTo>
                  <a:pt x="5628" y="13199"/>
                  <a:pt x="5599" y="13291"/>
                  <a:pt x="5560" y="13388"/>
                </a:cubicBezTo>
                <a:cubicBezTo>
                  <a:pt x="5503" y="13529"/>
                  <a:pt x="5491" y="13610"/>
                  <a:pt x="5491" y="13782"/>
                </a:cubicBezTo>
                <a:cubicBezTo>
                  <a:pt x="5491" y="14013"/>
                  <a:pt x="5517" y="14080"/>
                  <a:pt x="5669" y="14224"/>
                </a:cubicBezTo>
                <a:cubicBezTo>
                  <a:pt x="5728" y="14280"/>
                  <a:pt x="5738" y="14313"/>
                  <a:pt x="5738" y="14461"/>
                </a:cubicBezTo>
                <a:cubicBezTo>
                  <a:pt x="5738" y="14604"/>
                  <a:pt x="5729" y="14646"/>
                  <a:pt x="5676" y="14697"/>
                </a:cubicBezTo>
                <a:cubicBezTo>
                  <a:pt x="5567" y="14802"/>
                  <a:pt x="5436" y="14971"/>
                  <a:pt x="5436" y="15006"/>
                </a:cubicBezTo>
                <a:cubicBezTo>
                  <a:pt x="5436" y="15067"/>
                  <a:pt x="5361" y="15109"/>
                  <a:pt x="5251" y="15109"/>
                </a:cubicBezTo>
                <a:cubicBezTo>
                  <a:pt x="5135" y="15109"/>
                  <a:pt x="4919" y="15177"/>
                  <a:pt x="4791" y="15260"/>
                </a:cubicBezTo>
                <a:cubicBezTo>
                  <a:pt x="4735" y="15297"/>
                  <a:pt x="4652" y="15320"/>
                  <a:pt x="4489" y="15333"/>
                </a:cubicBezTo>
                <a:cubicBezTo>
                  <a:pt x="4365" y="15343"/>
                  <a:pt x="4195" y="15356"/>
                  <a:pt x="4112" y="15363"/>
                </a:cubicBezTo>
                <a:lnTo>
                  <a:pt x="3961" y="15376"/>
                </a:lnTo>
                <a:lnTo>
                  <a:pt x="4043" y="15333"/>
                </a:lnTo>
                <a:cubicBezTo>
                  <a:pt x="4136" y="15279"/>
                  <a:pt x="4550" y="14920"/>
                  <a:pt x="4771" y="14703"/>
                </a:cubicBezTo>
                <a:cubicBezTo>
                  <a:pt x="4996" y="14481"/>
                  <a:pt x="5108" y="14330"/>
                  <a:pt x="5210" y="14134"/>
                </a:cubicBezTo>
                <a:cubicBezTo>
                  <a:pt x="5261" y="14034"/>
                  <a:pt x="5313" y="13933"/>
                  <a:pt x="5326" y="13909"/>
                </a:cubicBezTo>
                <a:cubicBezTo>
                  <a:pt x="5339" y="13886"/>
                  <a:pt x="5354" y="13845"/>
                  <a:pt x="5354" y="13819"/>
                </a:cubicBezTo>
                <a:cubicBezTo>
                  <a:pt x="5354" y="13792"/>
                  <a:pt x="5366" y="13766"/>
                  <a:pt x="5381" y="13758"/>
                </a:cubicBezTo>
                <a:cubicBezTo>
                  <a:pt x="5396" y="13750"/>
                  <a:pt x="5408" y="13721"/>
                  <a:pt x="5409" y="13691"/>
                </a:cubicBezTo>
                <a:cubicBezTo>
                  <a:pt x="5409" y="13633"/>
                  <a:pt x="5468" y="13464"/>
                  <a:pt x="5498" y="13437"/>
                </a:cubicBezTo>
                <a:cubicBezTo>
                  <a:pt x="5508" y="13428"/>
                  <a:pt x="5518" y="13401"/>
                  <a:pt x="5518" y="13376"/>
                </a:cubicBezTo>
                <a:cubicBezTo>
                  <a:pt x="5518" y="13352"/>
                  <a:pt x="5532" y="13315"/>
                  <a:pt x="5546" y="13292"/>
                </a:cubicBezTo>
                <a:cubicBezTo>
                  <a:pt x="5560" y="13268"/>
                  <a:pt x="5576" y="13227"/>
                  <a:pt x="5587" y="13201"/>
                </a:cubicBezTo>
                <a:cubicBezTo>
                  <a:pt x="5599" y="13169"/>
                  <a:pt x="5613" y="13163"/>
                  <a:pt x="5621" y="13182"/>
                </a:cubicBezTo>
                <a:close/>
                <a:moveTo>
                  <a:pt x="14094" y="14430"/>
                </a:moveTo>
                <a:lnTo>
                  <a:pt x="14341" y="14661"/>
                </a:lnTo>
                <a:cubicBezTo>
                  <a:pt x="14477" y="14787"/>
                  <a:pt x="14594" y="14904"/>
                  <a:pt x="14595" y="14921"/>
                </a:cubicBezTo>
                <a:cubicBezTo>
                  <a:pt x="14595" y="14938"/>
                  <a:pt x="14620" y="14979"/>
                  <a:pt x="14649" y="15012"/>
                </a:cubicBezTo>
                <a:cubicBezTo>
                  <a:pt x="14679" y="15046"/>
                  <a:pt x="14697" y="15086"/>
                  <a:pt x="14697" y="15103"/>
                </a:cubicBezTo>
                <a:cubicBezTo>
                  <a:pt x="14698" y="15120"/>
                  <a:pt x="14695" y="15130"/>
                  <a:pt x="14684" y="15127"/>
                </a:cubicBezTo>
                <a:cubicBezTo>
                  <a:pt x="14672" y="15125"/>
                  <a:pt x="14604" y="15120"/>
                  <a:pt x="14540" y="15115"/>
                </a:cubicBezTo>
                <a:cubicBezTo>
                  <a:pt x="14475" y="15110"/>
                  <a:pt x="14423" y="15096"/>
                  <a:pt x="14423" y="15085"/>
                </a:cubicBezTo>
                <a:cubicBezTo>
                  <a:pt x="14423" y="15074"/>
                  <a:pt x="14349" y="14999"/>
                  <a:pt x="14258" y="14921"/>
                </a:cubicBezTo>
                <a:lnTo>
                  <a:pt x="14094" y="14782"/>
                </a:lnTo>
                <a:lnTo>
                  <a:pt x="14094" y="14606"/>
                </a:lnTo>
                <a:lnTo>
                  <a:pt x="14094" y="1443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derevo_iz_dikogo_yantarya_5_vetvey_na_derevyannoy_podstavke.jpg.jpeg" id="710" name="Google Shape;710;p41"/>
          <p:cNvPicPr preferRelativeResize="0"/>
          <p:nvPr/>
        </p:nvPicPr>
        <p:blipFill rotWithShape="1">
          <a:blip r:embed="rId4">
            <a:alphaModFix/>
          </a:blip>
          <a:srcRect b="5535" l="11104" r="12810" t="5979"/>
          <a:stretch/>
        </p:blipFill>
        <p:spPr>
          <a:xfrm>
            <a:off x="4116679" y="3220899"/>
            <a:ext cx="910642" cy="1412082"/>
          </a:xfrm>
          <a:custGeom>
            <a:rect b="b" l="l" r="r" t="t"/>
            <a:pathLst>
              <a:path extrusionOk="0" h="21600" w="21559">
                <a:moveTo>
                  <a:pt x="7931" y="0"/>
                </a:moveTo>
                <a:cubicBezTo>
                  <a:pt x="7792" y="0"/>
                  <a:pt x="7776" y="6"/>
                  <a:pt x="7668" y="97"/>
                </a:cubicBezTo>
                <a:cubicBezTo>
                  <a:pt x="7604" y="151"/>
                  <a:pt x="7556" y="199"/>
                  <a:pt x="7555" y="206"/>
                </a:cubicBezTo>
                <a:cubicBezTo>
                  <a:pt x="7554" y="213"/>
                  <a:pt x="7544" y="244"/>
                  <a:pt x="7536" y="267"/>
                </a:cubicBezTo>
                <a:cubicBezTo>
                  <a:pt x="7528" y="290"/>
                  <a:pt x="7521" y="326"/>
                  <a:pt x="7518" y="346"/>
                </a:cubicBezTo>
                <a:cubicBezTo>
                  <a:pt x="7514" y="366"/>
                  <a:pt x="7494" y="382"/>
                  <a:pt x="7480" y="382"/>
                </a:cubicBezTo>
                <a:cubicBezTo>
                  <a:pt x="7466" y="382"/>
                  <a:pt x="7452" y="421"/>
                  <a:pt x="7452" y="474"/>
                </a:cubicBezTo>
                <a:cubicBezTo>
                  <a:pt x="7452" y="526"/>
                  <a:pt x="7442" y="571"/>
                  <a:pt x="7424" y="571"/>
                </a:cubicBezTo>
                <a:cubicBezTo>
                  <a:pt x="7406" y="571"/>
                  <a:pt x="7386" y="591"/>
                  <a:pt x="7386" y="613"/>
                </a:cubicBezTo>
                <a:cubicBezTo>
                  <a:pt x="7386" y="635"/>
                  <a:pt x="7367" y="655"/>
                  <a:pt x="7339" y="662"/>
                </a:cubicBezTo>
                <a:cubicBezTo>
                  <a:pt x="7311" y="669"/>
                  <a:pt x="7300" y="686"/>
                  <a:pt x="7311" y="698"/>
                </a:cubicBezTo>
                <a:cubicBezTo>
                  <a:pt x="7322" y="710"/>
                  <a:pt x="7318" y="716"/>
                  <a:pt x="7301" y="716"/>
                </a:cubicBezTo>
                <a:cubicBezTo>
                  <a:pt x="7232" y="716"/>
                  <a:pt x="7096" y="833"/>
                  <a:pt x="7076" y="911"/>
                </a:cubicBezTo>
                <a:cubicBezTo>
                  <a:pt x="7026" y="1101"/>
                  <a:pt x="7157" y="1257"/>
                  <a:pt x="7414" y="1317"/>
                </a:cubicBezTo>
                <a:cubicBezTo>
                  <a:pt x="7484" y="1334"/>
                  <a:pt x="7533" y="1358"/>
                  <a:pt x="7546" y="1390"/>
                </a:cubicBezTo>
                <a:cubicBezTo>
                  <a:pt x="7586" y="1495"/>
                  <a:pt x="7718" y="1645"/>
                  <a:pt x="7846" y="1724"/>
                </a:cubicBezTo>
                <a:cubicBezTo>
                  <a:pt x="7920" y="1769"/>
                  <a:pt x="7978" y="1820"/>
                  <a:pt x="7978" y="1839"/>
                </a:cubicBezTo>
                <a:cubicBezTo>
                  <a:pt x="7978" y="1881"/>
                  <a:pt x="8196" y="2037"/>
                  <a:pt x="8297" y="2070"/>
                </a:cubicBezTo>
                <a:cubicBezTo>
                  <a:pt x="8390" y="2100"/>
                  <a:pt x="8560" y="2100"/>
                  <a:pt x="8589" y="2070"/>
                </a:cubicBezTo>
                <a:cubicBezTo>
                  <a:pt x="8602" y="2056"/>
                  <a:pt x="8657" y="2050"/>
                  <a:pt x="8730" y="2058"/>
                </a:cubicBezTo>
                <a:cubicBezTo>
                  <a:pt x="8795" y="2065"/>
                  <a:pt x="8907" y="2079"/>
                  <a:pt x="8983" y="2082"/>
                </a:cubicBezTo>
                <a:cubicBezTo>
                  <a:pt x="9060" y="2086"/>
                  <a:pt x="9140" y="2099"/>
                  <a:pt x="9162" y="2113"/>
                </a:cubicBezTo>
                <a:cubicBezTo>
                  <a:pt x="9183" y="2127"/>
                  <a:pt x="9244" y="2137"/>
                  <a:pt x="9293" y="2137"/>
                </a:cubicBezTo>
                <a:cubicBezTo>
                  <a:pt x="9343" y="2137"/>
                  <a:pt x="9395" y="2144"/>
                  <a:pt x="9406" y="2155"/>
                </a:cubicBezTo>
                <a:cubicBezTo>
                  <a:pt x="9417" y="2167"/>
                  <a:pt x="9489" y="2179"/>
                  <a:pt x="9566" y="2179"/>
                </a:cubicBezTo>
                <a:cubicBezTo>
                  <a:pt x="9684" y="2179"/>
                  <a:pt x="9716" y="2171"/>
                  <a:pt x="9791" y="2113"/>
                </a:cubicBezTo>
                <a:cubicBezTo>
                  <a:pt x="9841" y="2075"/>
                  <a:pt x="9894" y="2017"/>
                  <a:pt x="9914" y="1991"/>
                </a:cubicBezTo>
                <a:cubicBezTo>
                  <a:pt x="9933" y="1965"/>
                  <a:pt x="9964" y="1949"/>
                  <a:pt x="9979" y="1949"/>
                </a:cubicBezTo>
                <a:cubicBezTo>
                  <a:pt x="10056" y="1949"/>
                  <a:pt x="10275" y="2110"/>
                  <a:pt x="10318" y="2198"/>
                </a:cubicBezTo>
                <a:cubicBezTo>
                  <a:pt x="10340" y="2245"/>
                  <a:pt x="10340" y="2240"/>
                  <a:pt x="9998" y="2240"/>
                </a:cubicBezTo>
                <a:cubicBezTo>
                  <a:pt x="9804" y="2240"/>
                  <a:pt x="9643" y="2252"/>
                  <a:pt x="9632" y="2264"/>
                </a:cubicBezTo>
                <a:cubicBezTo>
                  <a:pt x="9620" y="2276"/>
                  <a:pt x="9589" y="2283"/>
                  <a:pt x="9556" y="2283"/>
                </a:cubicBezTo>
                <a:cubicBezTo>
                  <a:pt x="9524" y="2283"/>
                  <a:pt x="9455" y="2308"/>
                  <a:pt x="9406" y="2337"/>
                </a:cubicBezTo>
                <a:cubicBezTo>
                  <a:pt x="9358" y="2366"/>
                  <a:pt x="9300" y="2392"/>
                  <a:pt x="9275" y="2392"/>
                </a:cubicBezTo>
                <a:cubicBezTo>
                  <a:pt x="9249" y="2392"/>
                  <a:pt x="9182" y="2366"/>
                  <a:pt x="9134" y="2337"/>
                </a:cubicBezTo>
                <a:cubicBezTo>
                  <a:pt x="9085" y="2308"/>
                  <a:pt x="9013" y="2283"/>
                  <a:pt x="8974" y="2283"/>
                </a:cubicBezTo>
                <a:cubicBezTo>
                  <a:pt x="8934" y="2283"/>
                  <a:pt x="8875" y="2263"/>
                  <a:pt x="8842" y="2240"/>
                </a:cubicBezTo>
                <a:cubicBezTo>
                  <a:pt x="8733" y="2162"/>
                  <a:pt x="8335" y="2201"/>
                  <a:pt x="8335" y="2289"/>
                </a:cubicBezTo>
                <a:cubicBezTo>
                  <a:pt x="8335" y="2298"/>
                  <a:pt x="8305" y="2330"/>
                  <a:pt x="8260" y="2362"/>
                </a:cubicBezTo>
                <a:cubicBezTo>
                  <a:pt x="8215" y="2393"/>
                  <a:pt x="8175" y="2424"/>
                  <a:pt x="8175" y="2434"/>
                </a:cubicBezTo>
                <a:cubicBezTo>
                  <a:pt x="8175" y="2475"/>
                  <a:pt x="8075" y="2519"/>
                  <a:pt x="7978" y="2519"/>
                </a:cubicBezTo>
                <a:cubicBezTo>
                  <a:pt x="7923" y="2519"/>
                  <a:pt x="7884" y="2526"/>
                  <a:pt x="7884" y="2538"/>
                </a:cubicBezTo>
                <a:cubicBezTo>
                  <a:pt x="7884" y="2549"/>
                  <a:pt x="7821" y="2562"/>
                  <a:pt x="7752" y="2562"/>
                </a:cubicBezTo>
                <a:lnTo>
                  <a:pt x="7630" y="2562"/>
                </a:lnTo>
                <a:lnTo>
                  <a:pt x="7527" y="2386"/>
                </a:lnTo>
                <a:cubicBezTo>
                  <a:pt x="7453" y="2261"/>
                  <a:pt x="7424" y="2170"/>
                  <a:pt x="7424" y="2082"/>
                </a:cubicBezTo>
                <a:cubicBezTo>
                  <a:pt x="7424" y="1972"/>
                  <a:pt x="7414" y="1950"/>
                  <a:pt x="7320" y="1888"/>
                </a:cubicBezTo>
                <a:cubicBezTo>
                  <a:pt x="7191" y="1802"/>
                  <a:pt x="7013" y="1793"/>
                  <a:pt x="6794" y="1864"/>
                </a:cubicBezTo>
                <a:cubicBezTo>
                  <a:pt x="6699" y="1895"/>
                  <a:pt x="6595" y="1912"/>
                  <a:pt x="6475" y="1912"/>
                </a:cubicBezTo>
                <a:cubicBezTo>
                  <a:pt x="6359" y="1913"/>
                  <a:pt x="6256" y="1932"/>
                  <a:pt x="6202" y="1955"/>
                </a:cubicBezTo>
                <a:cubicBezTo>
                  <a:pt x="6155" y="1975"/>
                  <a:pt x="6101" y="1991"/>
                  <a:pt x="6080" y="1991"/>
                </a:cubicBezTo>
                <a:cubicBezTo>
                  <a:pt x="6023" y="1991"/>
                  <a:pt x="5887" y="2089"/>
                  <a:pt x="5864" y="2149"/>
                </a:cubicBezTo>
                <a:cubicBezTo>
                  <a:pt x="5853" y="2178"/>
                  <a:pt x="5854" y="2233"/>
                  <a:pt x="5864" y="2270"/>
                </a:cubicBezTo>
                <a:cubicBezTo>
                  <a:pt x="5874" y="2308"/>
                  <a:pt x="5894" y="2397"/>
                  <a:pt x="5911" y="2471"/>
                </a:cubicBezTo>
                <a:cubicBezTo>
                  <a:pt x="5932" y="2561"/>
                  <a:pt x="5964" y="2624"/>
                  <a:pt x="6014" y="2659"/>
                </a:cubicBezTo>
                <a:lnTo>
                  <a:pt x="6089" y="2708"/>
                </a:lnTo>
                <a:lnTo>
                  <a:pt x="5948" y="2708"/>
                </a:lnTo>
                <a:cubicBezTo>
                  <a:pt x="5816" y="2708"/>
                  <a:pt x="5705" y="2739"/>
                  <a:pt x="5601" y="2805"/>
                </a:cubicBezTo>
                <a:cubicBezTo>
                  <a:pt x="5581" y="2817"/>
                  <a:pt x="5550" y="2862"/>
                  <a:pt x="5526" y="2908"/>
                </a:cubicBezTo>
                <a:cubicBezTo>
                  <a:pt x="5468" y="3017"/>
                  <a:pt x="5431" y="3048"/>
                  <a:pt x="5356" y="3048"/>
                </a:cubicBezTo>
                <a:cubicBezTo>
                  <a:pt x="5317" y="3048"/>
                  <a:pt x="5300" y="3031"/>
                  <a:pt x="5300" y="3005"/>
                </a:cubicBezTo>
                <a:cubicBezTo>
                  <a:pt x="5300" y="2982"/>
                  <a:pt x="5280" y="2958"/>
                  <a:pt x="5262" y="2950"/>
                </a:cubicBezTo>
                <a:cubicBezTo>
                  <a:pt x="5244" y="2943"/>
                  <a:pt x="5235" y="2909"/>
                  <a:pt x="5234" y="2872"/>
                </a:cubicBezTo>
                <a:cubicBezTo>
                  <a:pt x="5234" y="2772"/>
                  <a:pt x="5139" y="2624"/>
                  <a:pt x="5046" y="2568"/>
                </a:cubicBezTo>
                <a:cubicBezTo>
                  <a:pt x="5002" y="2541"/>
                  <a:pt x="4962" y="2519"/>
                  <a:pt x="4952" y="2519"/>
                </a:cubicBezTo>
                <a:cubicBezTo>
                  <a:pt x="4943" y="2519"/>
                  <a:pt x="4871" y="2488"/>
                  <a:pt x="4793" y="2453"/>
                </a:cubicBezTo>
                <a:cubicBezTo>
                  <a:pt x="4714" y="2418"/>
                  <a:pt x="4622" y="2392"/>
                  <a:pt x="4595" y="2392"/>
                </a:cubicBezTo>
                <a:cubicBezTo>
                  <a:pt x="4569" y="2392"/>
                  <a:pt x="4501" y="2430"/>
                  <a:pt x="4436" y="2477"/>
                </a:cubicBezTo>
                <a:cubicBezTo>
                  <a:pt x="4347" y="2540"/>
                  <a:pt x="4313" y="2579"/>
                  <a:pt x="4313" y="2635"/>
                </a:cubicBezTo>
                <a:lnTo>
                  <a:pt x="4313" y="2708"/>
                </a:lnTo>
                <a:lnTo>
                  <a:pt x="4154" y="2708"/>
                </a:lnTo>
                <a:cubicBezTo>
                  <a:pt x="3994" y="2708"/>
                  <a:pt x="3946" y="2729"/>
                  <a:pt x="3862" y="2829"/>
                </a:cubicBezTo>
                <a:cubicBezTo>
                  <a:pt x="3800" y="2905"/>
                  <a:pt x="3820" y="3103"/>
                  <a:pt x="3900" y="3199"/>
                </a:cubicBezTo>
                <a:cubicBezTo>
                  <a:pt x="3974" y="3287"/>
                  <a:pt x="4166" y="3424"/>
                  <a:pt x="4220" y="3424"/>
                </a:cubicBezTo>
                <a:cubicBezTo>
                  <a:pt x="4275" y="3424"/>
                  <a:pt x="4248" y="3462"/>
                  <a:pt x="4135" y="3539"/>
                </a:cubicBezTo>
                <a:cubicBezTo>
                  <a:pt x="4072" y="3582"/>
                  <a:pt x="4022" y="3631"/>
                  <a:pt x="4022" y="3649"/>
                </a:cubicBezTo>
                <a:cubicBezTo>
                  <a:pt x="4022" y="3666"/>
                  <a:pt x="3989" y="3699"/>
                  <a:pt x="3956" y="3721"/>
                </a:cubicBezTo>
                <a:cubicBezTo>
                  <a:pt x="3898" y="3762"/>
                  <a:pt x="3898" y="3766"/>
                  <a:pt x="3844" y="3727"/>
                </a:cubicBezTo>
                <a:cubicBezTo>
                  <a:pt x="3805" y="3700"/>
                  <a:pt x="3792" y="3652"/>
                  <a:pt x="3797" y="3576"/>
                </a:cubicBezTo>
                <a:cubicBezTo>
                  <a:pt x="3800" y="3516"/>
                  <a:pt x="3811" y="3466"/>
                  <a:pt x="3825" y="3466"/>
                </a:cubicBezTo>
                <a:cubicBezTo>
                  <a:pt x="3838" y="3466"/>
                  <a:pt x="3849" y="3431"/>
                  <a:pt x="3844" y="3381"/>
                </a:cubicBezTo>
                <a:cubicBezTo>
                  <a:pt x="3838" y="3332"/>
                  <a:pt x="3828" y="3290"/>
                  <a:pt x="3825" y="3290"/>
                </a:cubicBezTo>
                <a:cubicBezTo>
                  <a:pt x="3819" y="3290"/>
                  <a:pt x="3806" y="3258"/>
                  <a:pt x="3778" y="3163"/>
                </a:cubicBezTo>
                <a:cubicBezTo>
                  <a:pt x="3768" y="3128"/>
                  <a:pt x="3748" y="3094"/>
                  <a:pt x="3731" y="3090"/>
                </a:cubicBezTo>
                <a:cubicBezTo>
                  <a:pt x="3714" y="3086"/>
                  <a:pt x="3650" y="3057"/>
                  <a:pt x="3590" y="3023"/>
                </a:cubicBezTo>
                <a:cubicBezTo>
                  <a:pt x="3500" y="2972"/>
                  <a:pt x="3450" y="2963"/>
                  <a:pt x="3308" y="2963"/>
                </a:cubicBezTo>
                <a:cubicBezTo>
                  <a:pt x="3154" y="2962"/>
                  <a:pt x="3134" y="2965"/>
                  <a:pt x="3092" y="3017"/>
                </a:cubicBezTo>
                <a:cubicBezTo>
                  <a:pt x="3066" y="3049"/>
                  <a:pt x="3030" y="3142"/>
                  <a:pt x="3007" y="3218"/>
                </a:cubicBezTo>
                <a:cubicBezTo>
                  <a:pt x="2959" y="3383"/>
                  <a:pt x="2939" y="3394"/>
                  <a:pt x="2857" y="3345"/>
                </a:cubicBezTo>
                <a:cubicBezTo>
                  <a:pt x="2719" y="3263"/>
                  <a:pt x="2551" y="3193"/>
                  <a:pt x="2500" y="3193"/>
                </a:cubicBezTo>
                <a:cubicBezTo>
                  <a:pt x="2470" y="3193"/>
                  <a:pt x="2453" y="3187"/>
                  <a:pt x="2453" y="3175"/>
                </a:cubicBezTo>
                <a:cubicBezTo>
                  <a:pt x="2453" y="3134"/>
                  <a:pt x="2318" y="3154"/>
                  <a:pt x="2218" y="3211"/>
                </a:cubicBezTo>
                <a:cubicBezTo>
                  <a:pt x="2162" y="3243"/>
                  <a:pt x="2054" y="3321"/>
                  <a:pt x="1983" y="3388"/>
                </a:cubicBezTo>
                <a:cubicBezTo>
                  <a:pt x="1898" y="3468"/>
                  <a:pt x="1826" y="3518"/>
                  <a:pt x="1767" y="3527"/>
                </a:cubicBezTo>
                <a:cubicBezTo>
                  <a:pt x="1625" y="3550"/>
                  <a:pt x="1471" y="3621"/>
                  <a:pt x="1419" y="3691"/>
                </a:cubicBezTo>
                <a:cubicBezTo>
                  <a:pt x="1393" y="3727"/>
                  <a:pt x="1344" y="3772"/>
                  <a:pt x="1307" y="3794"/>
                </a:cubicBezTo>
                <a:cubicBezTo>
                  <a:pt x="1219" y="3846"/>
                  <a:pt x="1129" y="4046"/>
                  <a:pt x="1156" y="4128"/>
                </a:cubicBezTo>
                <a:cubicBezTo>
                  <a:pt x="1168" y="4163"/>
                  <a:pt x="1246" y="4247"/>
                  <a:pt x="1326" y="4322"/>
                </a:cubicBezTo>
                <a:cubicBezTo>
                  <a:pt x="1405" y="4398"/>
                  <a:pt x="1466" y="4474"/>
                  <a:pt x="1466" y="4486"/>
                </a:cubicBezTo>
                <a:cubicBezTo>
                  <a:pt x="1466" y="4498"/>
                  <a:pt x="1481" y="4505"/>
                  <a:pt x="1495" y="4505"/>
                </a:cubicBezTo>
                <a:cubicBezTo>
                  <a:pt x="1508" y="4505"/>
                  <a:pt x="1535" y="4534"/>
                  <a:pt x="1560" y="4571"/>
                </a:cubicBezTo>
                <a:cubicBezTo>
                  <a:pt x="1586" y="4609"/>
                  <a:pt x="1631" y="4653"/>
                  <a:pt x="1654" y="4668"/>
                </a:cubicBezTo>
                <a:cubicBezTo>
                  <a:pt x="1700" y="4698"/>
                  <a:pt x="1699" y="4820"/>
                  <a:pt x="1654" y="4820"/>
                </a:cubicBezTo>
                <a:cubicBezTo>
                  <a:pt x="1640" y="4820"/>
                  <a:pt x="1627" y="4843"/>
                  <a:pt x="1626" y="4869"/>
                </a:cubicBezTo>
                <a:cubicBezTo>
                  <a:pt x="1625" y="4923"/>
                  <a:pt x="1542" y="5000"/>
                  <a:pt x="1457" y="5021"/>
                </a:cubicBezTo>
                <a:cubicBezTo>
                  <a:pt x="1393" y="5036"/>
                  <a:pt x="1269" y="5156"/>
                  <a:pt x="1269" y="5203"/>
                </a:cubicBezTo>
                <a:cubicBezTo>
                  <a:pt x="1269" y="5219"/>
                  <a:pt x="1215" y="5265"/>
                  <a:pt x="1147" y="5306"/>
                </a:cubicBezTo>
                <a:cubicBezTo>
                  <a:pt x="1079" y="5347"/>
                  <a:pt x="1004" y="5404"/>
                  <a:pt x="978" y="5427"/>
                </a:cubicBezTo>
                <a:cubicBezTo>
                  <a:pt x="952" y="5451"/>
                  <a:pt x="871" y="5484"/>
                  <a:pt x="799" y="5506"/>
                </a:cubicBezTo>
                <a:cubicBezTo>
                  <a:pt x="727" y="5528"/>
                  <a:pt x="643" y="5557"/>
                  <a:pt x="611" y="5567"/>
                </a:cubicBezTo>
                <a:cubicBezTo>
                  <a:pt x="580" y="5577"/>
                  <a:pt x="536" y="5585"/>
                  <a:pt x="517" y="5585"/>
                </a:cubicBezTo>
                <a:cubicBezTo>
                  <a:pt x="499" y="5585"/>
                  <a:pt x="430" y="5608"/>
                  <a:pt x="367" y="5634"/>
                </a:cubicBezTo>
                <a:cubicBezTo>
                  <a:pt x="238" y="5688"/>
                  <a:pt x="134" y="5827"/>
                  <a:pt x="170" y="5901"/>
                </a:cubicBezTo>
                <a:cubicBezTo>
                  <a:pt x="213" y="5989"/>
                  <a:pt x="386" y="6095"/>
                  <a:pt x="489" y="6095"/>
                </a:cubicBezTo>
                <a:cubicBezTo>
                  <a:pt x="545" y="6095"/>
                  <a:pt x="576" y="6101"/>
                  <a:pt x="564" y="6113"/>
                </a:cubicBezTo>
                <a:cubicBezTo>
                  <a:pt x="553" y="6125"/>
                  <a:pt x="564" y="6132"/>
                  <a:pt x="583" y="6132"/>
                </a:cubicBezTo>
                <a:cubicBezTo>
                  <a:pt x="602" y="6132"/>
                  <a:pt x="621" y="6125"/>
                  <a:pt x="621" y="6113"/>
                </a:cubicBezTo>
                <a:cubicBezTo>
                  <a:pt x="621" y="6102"/>
                  <a:pt x="666" y="6094"/>
                  <a:pt x="724" y="6095"/>
                </a:cubicBezTo>
                <a:cubicBezTo>
                  <a:pt x="783" y="6096"/>
                  <a:pt x="812" y="6101"/>
                  <a:pt x="790" y="6107"/>
                </a:cubicBezTo>
                <a:cubicBezTo>
                  <a:pt x="742" y="6120"/>
                  <a:pt x="733" y="6259"/>
                  <a:pt x="781" y="6259"/>
                </a:cubicBezTo>
                <a:cubicBezTo>
                  <a:pt x="799" y="6259"/>
                  <a:pt x="809" y="6285"/>
                  <a:pt x="809" y="6314"/>
                </a:cubicBezTo>
                <a:cubicBezTo>
                  <a:pt x="809" y="6343"/>
                  <a:pt x="827" y="6368"/>
                  <a:pt x="846" y="6368"/>
                </a:cubicBezTo>
                <a:cubicBezTo>
                  <a:pt x="865" y="6368"/>
                  <a:pt x="876" y="6375"/>
                  <a:pt x="865" y="6387"/>
                </a:cubicBezTo>
                <a:cubicBezTo>
                  <a:pt x="854" y="6398"/>
                  <a:pt x="903" y="6436"/>
                  <a:pt x="978" y="6472"/>
                </a:cubicBezTo>
                <a:lnTo>
                  <a:pt x="1119" y="6538"/>
                </a:lnTo>
                <a:lnTo>
                  <a:pt x="1015" y="6538"/>
                </a:lnTo>
                <a:cubicBezTo>
                  <a:pt x="958" y="6538"/>
                  <a:pt x="833" y="6569"/>
                  <a:pt x="724" y="6611"/>
                </a:cubicBezTo>
                <a:cubicBezTo>
                  <a:pt x="620" y="6652"/>
                  <a:pt x="516" y="6684"/>
                  <a:pt x="489" y="6684"/>
                </a:cubicBezTo>
                <a:cubicBezTo>
                  <a:pt x="462" y="6684"/>
                  <a:pt x="377" y="6707"/>
                  <a:pt x="301" y="6733"/>
                </a:cubicBezTo>
                <a:cubicBezTo>
                  <a:pt x="71" y="6811"/>
                  <a:pt x="-34" y="6978"/>
                  <a:pt x="10" y="7206"/>
                </a:cubicBezTo>
                <a:cubicBezTo>
                  <a:pt x="28" y="7297"/>
                  <a:pt x="51" y="7336"/>
                  <a:pt x="142" y="7394"/>
                </a:cubicBezTo>
                <a:cubicBezTo>
                  <a:pt x="252" y="7466"/>
                  <a:pt x="391" y="7493"/>
                  <a:pt x="433" y="7449"/>
                </a:cubicBezTo>
                <a:cubicBezTo>
                  <a:pt x="444" y="7437"/>
                  <a:pt x="495" y="7425"/>
                  <a:pt x="546" y="7425"/>
                </a:cubicBezTo>
                <a:cubicBezTo>
                  <a:pt x="643" y="7425"/>
                  <a:pt x="676" y="7465"/>
                  <a:pt x="677" y="7576"/>
                </a:cubicBezTo>
                <a:cubicBezTo>
                  <a:pt x="677" y="7606"/>
                  <a:pt x="693" y="7635"/>
                  <a:pt x="705" y="7643"/>
                </a:cubicBezTo>
                <a:cubicBezTo>
                  <a:pt x="718" y="7651"/>
                  <a:pt x="729" y="7672"/>
                  <a:pt x="734" y="7692"/>
                </a:cubicBezTo>
                <a:cubicBezTo>
                  <a:pt x="738" y="7712"/>
                  <a:pt x="762" y="7736"/>
                  <a:pt x="781" y="7740"/>
                </a:cubicBezTo>
                <a:cubicBezTo>
                  <a:pt x="800" y="7744"/>
                  <a:pt x="809" y="7756"/>
                  <a:pt x="809" y="7771"/>
                </a:cubicBezTo>
                <a:cubicBezTo>
                  <a:pt x="809" y="7815"/>
                  <a:pt x="994" y="7855"/>
                  <a:pt x="1156" y="7844"/>
                </a:cubicBezTo>
                <a:cubicBezTo>
                  <a:pt x="1338" y="7830"/>
                  <a:pt x="1407" y="7790"/>
                  <a:pt x="1523" y="7613"/>
                </a:cubicBezTo>
                <a:cubicBezTo>
                  <a:pt x="1571" y="7540"/>
                  <a:pt x="1614" y="7476"/>
                  <a:pt x="1617" y="7473"/>
                </a:cubicBezTo>
                <a:cubicBezTo>
                  <a:pt x="1620" y="7470"/>
                  <a:pt x="1688" y="7491"/>
                  <a:pt x="1777" y="7522"/>
                </a:cubicBezTo>
                <a:cubicBezTo>
                  <a:pt x="1903" y="7565"/>
                  <a:pt x="1976" y="7578"/>
                  <a:pt x="2096" y="7570"/>
                </a:cubicBezTo>
                <a:cubicBezTo>
                  <a:pt x="2216" y="7563"/>
                  <a:pt x="2262" y="7564"/>
                  <a:pt x="2303" y="7595"/>
                </a:cubicBezTo>
                <a:cubicBezTo>
                  <a:pt x="2331" y="7616"/>
                  <a:pt x="2337" y="7637"/>
                  <a:pt x="2322" y="7637"/>
                </a:cubicBezTo>
                <a:cubicBezTo>
                  <a:pt x="2280" y="7637"/>
                  <a:pt x="2152" y="7842"/>
                  <a:pt x="2152" y="7910"/>
                </a:cubicBezTo>
                <a:cubicBezTo>
                  <a:pt x="2152" y="7997"/>
                  <a:pt x="2277" y="8163"/>
                  <a:pt x="2397" y="8244"/>
                </a:cubicBezTo>
                <a:cubicBezTo>
                  <a:pt x="2514" y="8323"/>
                  <a:pt x="2676" y="8378"/>
                  <a:pt x="2810" y="8378"/>
                </a:cubicBezTo>
                <a:cubicBezTo>
                  <a:pt x="2923" y="8378"/>
                  <a:pt x="3101" y="8336"/>
                  <a:pt x="3101" y="8311"/>
                </a:cubicBezTo>
                <a:cubicBezTo>
                  <a:pt x="3101" y="8300"/>
                  <a:pt x="3141" y="8293"/>
                  <a:pt x="3186" y="8293"/>
                </a:cubicBezTo>
                <a:cubicBezTo>
                  <a:pt x="3231" y="8293"/>
                  <a:pt x="3271" y="8280"/>
                  <a:pt x="3271" y="8268"/>
                </a:cubicBezTo>
                <a:cubicBezTo>
                  <a:pt x="3271" y="8257"/>
                  <a:pt x="3285" y="8250"/>
                  <a:pt x="3308" y="8250"/>
                </a:cubicBezTo>
                <a:cubicBezTo>
                  <a:pt x="3359" y="8250"/>
                  <a:pt x="3492" y="8167"/>
                  <a:pt x="3609" y="8068"/>
                </a:cubicBezTo>
                <a:cubicBezTo>
                  <a:pt x="3664" y="8021"/>
                  <a:pt x="3731" y="7995"/>
                  <a:pt x="3778" y="7995"/>
                </a:cubicBezTo>
                <a:cubicBezTo>
                  <a:pt x="3820" y="7995"/>
                  <a:pt x="3899" y="7961"/>
                  <a:pt x="3966" y="7916"/>
                </a:cubicBezTo>
                <a:lnTo>
                  <a:pt x="4079" y="7844"/>
                </a:lnTo>
                <a:lnTo>
                  <a:pt x="4220" y="7898"/>
                </a:lnTo>
                <a:cubicBezTo>
                  <a:pt x="4297" y="7931"/>
                  <a:pt x="4398" y="7979"/>
                  <a:pt x="4436" y="8001"/>
                </a:cubicBezTo>
                <a:cubicBezTo>
                  <a:pt x="4567" y="8078"/>
                  <a:pt x="4943" y="8183"/>
                  <a:pt x="5075" y="8183"/>
                </a:cubicBezTo>
                <a:cubicBezTo>
                  <a:pt x="5199" y="8183"/>
                  <a:pt x="5460" y="8097"/>
                  <a:pt x="5460" y="8056"/>
                </a:cubicBezTo>
                <a:cubicBezTo>
                  <a:pt x="5460" y="8046"/>
                  <a:pt x="5487" y="8018"/>
                  <a:pt x="5526" y="7989"/>
                </a:cubicBezTo>
                <a:cubicBezTo>
                  <a:pt x="5683" y="7872"/>
                  <a:pt x="5763" y="7748"/>
                  <a:pt x="5760" y="7631"/>
                </a:cubicBezTo>
                <a:cubicBezTo>
                  <a:pt x="5758" y="7534"/>
                  <a:pt x="5763" y="7534"/>
                  <a:pt x="5883" y="7522"/>
                </a:cubicBezTo>
                <a:cubicBezTo>
                  <a:pt x="6013" y="7508"/>
                  <a:pt x="6165" y="7423"/>
                  <a:pt x="6183" y="7352"/>
                </a:cubicBezTo>
                <a:cubicBezTo>
                  <a:pt x="6189" y="7329"/>
                  <a:pt x="6205" y="7305"/>
                  <a:pt x="6221" y="7297"/>
                </a:cubicBezTo>
                <a:cubicBezTo>
                  <a:pt x="6237" y="7290"/>
                  <a:pt x="6245" y="7264"/>
                  <a:pt x="6230" y="7242"/>
                </a:cubicBezTo>
                <a:cubicBezTo>
                  <a:pt x="6216" y="7221"/>
                  <a:pt x="6199" y="7189"/>
                  <a:pt x="6193" y="7170"/>
                </a:cubicBezTo>
                <a:cubicBezTo>
                  <a:pt x="6182" y="7134"/>
                  <a:pt x="6136" y="7079"/>
                  <a:pt x="5995" y="6939"/>
                </a:cubicBezTo>
                <a:lnTo>
                  <a:pt x="5920" y="6866"/>
                </a:lnTo>
                <a:lnTo>
                  <a:pt x="6024" y="6836"/>
                </a:lnTo>
                <a:cubicBezTo>
                  <a:pt x="6198" y="6788"/>
                  <a:pt x="6314" y="6806"/>
                  <a:pt x="6531" y="6896"/>
                </a:cubicBezTo>
                <a:cubicBezTo>
                  <a:pt x="6721" y="6976"/>
                  <a:pt x="6735" y="6985"/>
                  <a:pt x="6728" y="7054"/>
                </a:cubicBezTo>
                <a:cubicBezTo>
                  <a:pt x="6724" y="7095"/>
                  <a:pt x="6714" y="7127"/>
                  <a:pt x="6700" y="7127"/>
                </a:cubicBezTo>
                <a:cubicBezTo>
                  <a:pt x="6659" y="7127"/>
                  <a:pt x="6664" y="7290"/>
                  <a:pt x="6709" y="7346"/>
                </a:cubicBezTo>
                <a:cubicBezTo>
                  <a:pt x="6795" y="7451"/>
                  <a:pt x="6937" y="7550"/>
                  <a:pt x="7029" y="7570"/>
                </a:cubicBezTo>
                <a:cubicBezTo>
                  <a:pt x="7081" y="7582"/>
                  <a:pt x="7153" y="7623"/>
                  <a:pt x="7189" y="7661"/>
                </a:cubicBezTo>
                <a:cubicBezTo>
                  <a:pt x="7224" y="7700"/>
                  <a:pt x="7274" y="7745"/>
                  <a:pt x="7292" y="7759"/>
                </a:cubicBezTo>
                <a:cubicBezTo>
                  <a:pt x="7310" y="7772"/>
                  <a:pt x="7311" y="7783"/>
                  <a:pt x="7301" y="7789"/>
                </a:cubicBezTo>
                <a:cubicBezTo>
                  <a:pt x="7292" y="7795"/>
                  <a:pt x="7324" y="7814"/>
                  <a:pt x="7377" y="7831"/>
                </a:cubicBezTo>
                <a:cubicBezTo>
                  <a:pt x="7429" y="7849"/>
                  <a:pt x="7494" y="7880"/>
                  <a:pt x="7518" y="7898"/>
                </a:cubicBezTo>
                <a:cubicBezTo>
                  <a:pt x="7570" y="7939"/>
                  <a:pt x="7737" y="7995"/>
                  <a:pt x="7809" y="7995"/>
                </a:cubicBezTo>
                <a:cubicBezTo>
                  <a:pt x="7838" y="7995"/>
                  <a:pt x="7886" y="8003"/>
                  <a:pt x="7903" y="8013"/>
                </a:cubicBezTo>
                <a:cubicBezTo>
                  <a:pt x="7920" y="8024"/>
                  <a:pt x="7971" y="8039"/>
                  <a:pt x="8025" y="8044"/>
                </a:cubicBezTo>
                <a:cubicBezTo>
                  <a:pt x="8103" y="8051"/>
                  <a:pt x="8098" y="8053"/>
                  <a:pt x="7987" y="8056"/>
                </a:cubicBezTo>
                <a:cubicBezTo>
                  <a:pt x="7911" y="8058"/>
                  <a:pt x="7846" y="8049"/>
                  <a:pt x="7846" y="8038"/>
                </a:cubicBezTo>
                <a:cubicBezTo>
                  <a:pt x="7846" y="8010"/>
                  <a:pt x="7563" y="8010"/>
                  <a:pt x="7536" y="8038"/>
                </a:cubicBezTo>
                <a:cubicBezTo>
                  <a:pt x="7525" y="8049"/>
                  <a:pt x="7467" y="8062"/>
                  <a:pt x="7405" y="8062"/>
                </a:cubicBezTo>
                <a:cubicBezTo>
                  <a:pt x="7343" y="8062"/>
                  <a:pt x="7292" y="8069"/>
                  <a:pt x="7292" y="8080"/>
                </a:cubicBezTo>
                <a:cubicBezTo>
                  <a:pt x="7292" y="8092"/>
                  <a:pt x="7252" y="8105"/>
                  <a:pt x="7207" y="8105"/>
                </a:cubicBezTo>
                <a:cubicBezTo>
                  <a:pt x="7162" y="8105"/>
                  <a:pt x="7132" y="8092"/>
                  <a:pt x="7132" y="8080"/>
                </a:cubicBezTo>
                <a:cubicBezTo>
                  <a:pt x="7132" y="8053"/>
                  <a:pt x="6811" y="8053"/>
                  <a:pt x="6785" y="8080"/>
                </a:cubicBezTo>
                <a:cubicBezTo>
                  <a:pt x="6774" y="8092"/>
                  <a:pt x="6741" y="8105"/>
                  <a:pt x="6709" y="8105"/>
                </a:cubicBezTo>
                <a:cubicBezTo>
                  <a:pt x="6642" y="8105"/>
                  <a:pt x="6503" y="8192"/>
                  <a:pt x="6503" y="8238"/>
                </a:cubicBezTo>
                <a:cubicBezTo>
                  <a:pt x="6503" y="8255"/>
                  <a:pt x="6493" y="8268"/>
                  <a:pt x="6475" y="8268"/>
                </a:cubicBezTo>
                <a:cubicBezTo>
                  <a:pt x="6455" y="8268"/>
                  <a:pt x="6437" y="8340"/>
                  <a:pt x="6437" y="8438"/>
                </a:cubicBezTo>
                <a:cubicBezTo>
                  <a:pt x="6437" y="8532"/>
                  <a:pt x="6451" y="8608"/>
                  <a:pt x="6465" y="8608"/>
                </a:cubicBezTo>
                <a:cubicBezTo>
                  <a:pt x="6479" y="8608"/>
                  <a:pt x="6504" y="8631"/>
                  <a:pt x="6522" y="8657"/>
                </a:cubicBezTo>
                <a:cubicBezTo>
                  <a:pt x="6541" y="8686"/>
                  <a:pt x="6588" y="8708"/>
                  <a:pt x="6644" y="8712"/>
                </a:cubicBezTo>
                <a:cubicBezTo>
                  <a:pt x="6724" y="8718"/>
                  <a:pt x="6826" y="8785"/>
                  <a:pt x="6944" y="8918"/>
                </a:cubicBezTo>
                <a:cubicBezTo>
                  <a:pt x="6955" y="8930"/>
                  <a:pt x="6883" y="8989"/>
                  <a:pt x="6794" y="9052"/>
                </a:cubicBezTo>
                <a:cubicBezTo>
                  <a:pt x="6705" y="9114"/>
                  <a:pt x="6634" y="9175"/>
                  <a:pt x="6634" y="9185"/>
                </a:cubicBezTo>
                <a:cubicBezTo>
                  <a:pt x="6634" y="9210"/>
                  <a:pt x="6386" y="9204"/>
                  <a:pt x="6362" y="9179"/>
                </a:cubicBezTo>
                <a:cubicBezTo>
                  <a:pt x="6335" y="9152"/>
                  <a:pt x="6183" y="9152"/>
                  <a:pt x="6183" y="9179"/>
                </a:cubicBezTo>
                <a:cubicBezTo>
                  <a:pt x="6183" y="9191"/>
                  <a:pt x="6162" y="9203"/>
                  <a:pt x="6136" y="9203"/>
                </a:cubicBezTo>
                <a:cubicBezTo>
                  <a:pt x="6111" y="9203"/>
                  <a:pt x="6048" y="9234"/>
                  <a:pt x="5995" y="9276"/>
                </a:cubicBezTo>
                <a:lnTo>
                  <a:pt x="5892" y="9355"/>
                </a:lnTo>
                <a:lnTo>
                  <a:pt x="5779" y="9246"/>
                </a:lnTo>
                <a:cubicBezTo>
                  <a:pt x="5623" y="9105"/>
                  <a:pt x="5517" y="9075"/>
                  <a:pt x="5385" y="9124"/>
                </a:cubicBezTo>
                <a:cubicBezTo>
                  <a:pt x="5331" y="9144"/>
                  <a:pt x="5267" y="9161"/>
                  <a:pt x="5244" y="9161"/>
                </a:cubicBezTo>
                <a:cubicBezTo>
                  <a:pt x="5220" y="9161"/>
                  <a:pt x="5076" y="9071"/>
                  <a:pt x="4915" y="8967"/>
                </a:cubicBezTo>
                <a:cubicBezTo>
                  <a:pt x="4753" y="8862"/>
                  <a:pt x="4607" y="8778"/>
                  <a:pt x="4595" y="8778"/>
                </a:cubicBezTo>
                <a:cubicBezTo>
                  <a:pt x="4584" y="8778"/>
                  <a:pt x="4450" y="8721"/>
                  <a:pt x="4295" y="8651"/>
                </a:cubicBezTo>
                <a:cubicBezTo>
                  <a:pt x="3996" y="8517"/>
                  <a:pt x="3902" y="8500"/>
                  <a:pt x="3797" y="8560"/>
                </a:cubicBezTo>
                <a:cubicBezTo>
                  <a:pt x="3679" y="8627"/>
                  <a:pt x="3364" y="8901"/>
                  <a:pt x="3364" y="8936"/>
                </a:cubicBezTo>
                <a:cubicBezTo>
                  <a:pt x="3364" y="8955"/>
                  <a:pt x="3354" y="8968"/>
                  <a:pt x="3336" y="8961"/>
                </a:cubicBezTo>
                <a:cubicBezTo>
                  <a:pt x="3316" y="8952"/>
                  <a:pt x="3299" y="8986"/>
                  <a:pt x="3299" y="9052"/>
                </a:cubicBezTo>
                <a:lnTo>
                  <a:pt x="3299" y="9161"/>
                </a:lnTo>
                <a:lnTo>
                  <a:pt x="3167" y="9161"/>
                </a:lnTo>
                <a:cubicBezTo>
                  <a:pt x="3096" y="9161"/>
                  <a:pt x="3028" y="9167"/>
                  <a:pt x="3017" y="9179"/>
                </a:cubicBezTo>
                <a:cubicBezTo>
                  <a:pt x="2977" y="9221"/>
                  <a:pt x="2675" y="9205"/>
                  <a:pt x="2566" y="9155"/>
                </a:cubicBezTo>
                <a:cubicBezTo>
                  <a:pt x="2480" y="9115"/>
                  <a:pt x="2427" y="9105"/>
                  <a:pt x="2228" y="9106"/>
                </a:cubicBezTo>
                <a:cubicBezTo>
                  <a:pt x="2095" y="9107"/>
                  <a:pt x="1976" y="9119"/>
                  <a:pt x="1964" y="9131"/>
                </a:cubicBezTo>
                <a:cubicBezTo>
                  <a:pt x="1953" y="9142"/>
                  <a:pt x="1912" y="9159"/>
                  <a:pt x="1880" y="9167"/>
                </a:cubicBezTo>
                <a:cubicBezTo>
                  <a:pt x="1848" y="9174"/>
                  <a:pt x="1806" y="9207"/>
                  <a:pt x="1786" y="9240"/>
                </a:cubicBezTo>
                <a:cubicBezTo>
                  <a:pt x="1766" y="9272"/>
                  <a:pt x="1746" y="9311"/>
                  <a:pt x="1730" y="9331"/>
                </a:cubicBezTo>
                <a:cubicBezTo>
                  <a:pt x="1714" y="9351"/>
                  <a:pt x="1692" y="9399"/>
                  <a:pt x="1692" y="9434"/>
                </a:cubicBezTo>
                <a:cubicBezTo>
                  <a:pt x="1692" y="9469"/>
                  <a:pt x="1680" y="9495"/>
                  <a:pt x="1664" y="9495"/>
                </a:cubicBezTo>
                <a:cubicBezTo>
                  <a:pt x="1648" y="9495"/>
                  <a:pt x="1627" y="9523"/>
                  <a:pt x="1617" y="9555"/>
                </a:cubicBezTo>
                <a:cubicBezTo>
                  <a:pt x="1533" y="9824"/>
                  <a:pt x="1523" y="9836"/>
                  <a:pt x="1429" y="9798"/>
                </a:cubicBezTo>
                <a:cubicBezTo>
                  <a:pt x="1307" y="9749"/>
                  <a:pt x="1167" y="9785"/>
                  <a:pt x="1091" y="9883"/>
                </a:cubicBezTo>
                <a:cubicBezTo>
                  <a:pt x="1045" y="9942"/>
                  <a:pt x="892" y="10003"/>
                  <a:pt x="781" y="10005"/>
                </a:cubicBezTo>
                <a:cubicBezTo>
                  <a:pt x="593" y="10008"/>
                  <a:pt x="373" y="10118"/>
                  <a:pt x="330" y="10235"/>
                </a:cubicBezTo>
                <a:cubicBezTo>
                  <a:pt x="318" y="10266"/>
                  <a:pt x="278" y="10327"/>
                  <a:pt x="236" y="10375"/>
                </a:cubicBezTo>
                <a:cubicBezTo>
                  <a:pt x="85" y="10543"/>
                  <a:pt x="154" y="10876"/>
                  <a:pt x="348" y="10909"/>
                </a:cubicBezTo>
                <a:cubicBezTo>
                  <a:pt x="381" y="10915"/>
                  <a:pt x="427" y="10937"/>
                  <a:pt x="442" y="10958"/>
                </a:cubicBezTo>
                <a:cubicBezTo>
                  <a:pt x="458" y="10979"/>
                  <a:pt x="522" y="11038"/>
                  <a:pt x="593" y="11091"/>
                </a:cubicBezTo>
                <a:cubicBezTo>
                  <a:pt x="704" y="11176"/>
                  <a:pt x="746" y="11189"/>
                  <a:pt x="856" y="11189"/>
                </a:cubicBezTo>
                <a:cubicBezTo>
                  <a:pt x="925" y="11189"/>
                  <a:pt x="1008" y="11179"/>
                  <a:pt x="1044" y="11164"/>
                </a:cubicBezTo>
                <a:cubicBezTo>
                  <a:pt x="1095" y="11143"/>
                  <a:pt x="1123" y="11143"/>
                  <a:pt x="1175" y="11164"/>
                </a:cubicBezTo>
                <a:cubicBezTo>
                  <a:pt x="1211" y="11179"/>
                  <a:pt x="1333" y="11189"/>
                  <a:pt x="1448" y="11189"/>
                </a:cubicBezTo>
                <a:cubicBezTo>
                  <a:pt x="1641" y="11189"/>
                  <a:pt x="1664" y="11184"/>
                  <a:pt x="1777" y="11116"/>
                </a:cubicBezTo>
                <a:cubicBezTo>
                  <a:pt x="1861" y="11064"/>
                  <a:pt x="1930" y="11044"/>
                  <a:pt x="2002" y="11043"/>
                </a:cubicBezTo>
                <a:cubicBezTo>
                  <a:pt x="2059" y="11042"/>
                  <a:pt x="2130" y="11033"/>
                  <a:pt x="2162" y="11025"/>
                </a:cubicBezTo>
                <a:cubicBezTo>
                  <a:pt x="2239" y="11005"/>
                  <a:pt x="2322" y="10905"/>
                  <a:pt x="2322" y="10824"/>
                </a:cubicBezTo>
                <a:cubicBezTo>
                  <a:pt x="2322" y="10751"/>
                  <a:pt x="2255" y="10615"/>
                  <a:pt x="2209" y="10594"/>
                </a:cubicBezTo>
                <a:cubicBezTo>
                  <a:pt x="2150" y="10567"/>
                  <a:pt x="2153" y="10489"/>
                  <a:pt x="2218" y="10436"/>
                </a:cubicBezTo>
                <a:cubicBezTo>
                  <a:pt x="2276" y="10388"/>
                  <a:pt x="2308" y="10393"/>
                  <a:pt x="2293" y="10454"/>
                </a:cubicBezTo>
                <a:cubicBezTo>
                  <a:pt x="2291" y="10463"/>
                  <a:pt x="2304" y="10472"/>
                  <a:pt x="2322" y="10472"/>
                </a:cubicBezTo>
                <a:cubicBezTo>
                  <a:pt x="2340" y="10472"/>
                  <a:pt x="2350" y="10491"/>
                  <a:pt x="2350" y="10515"/>
                </a:cubicBezTo>
                <a:cubicBezTo>
                  <a:pt x="2350" y="10538"/>
                  <a:pt x="2369" y="10557"/>
                  <a:pt x="2387" y="10557"/>
                </a:cubicBezTo>
                <a:cubicBezTo>
                  <a:pt x="2405" y="10557"/>
                  <a:pt x="2415" y="10576"/>
                  <a:pt x="2415" y="10600"/>
                </a:cubicBezTo>
                <a:cubicBezTo>
                  <a:pt x="2415" y="10623"/>
                  <a:pt x="2435" y="10642"/>
                  <a:pt x="2453" y="10642"/>
                </a:cubicBezTo>
                <a:cubicBezTo>
                  <a:pt x="2471" y="10642"/>
                  <a:pt x="2481" y="10656"/>
                  <a:pt x="2481" y="10673"/>
                </a:cubicBezTo>
                <a:cubicBezTo>
                  <a:pt x="2481" y="10689"/>
                  <a:pt x="2532" y="10728"/>
                  <a:pt x="2594" y="10764"/>
                </a:cubicBezTo>
                <a:lnTo>
                  <a:pt x="2707" y="10824"/>
                </a:lnTo>
                <a:lnTo>
                  <a:pt x="2613" y="10903"/>
                </a:lnTo>
                <a:cubicBezTo>
                  <a:pt x="2485" y="11007"/>
                  <a:pt x="2279" y="11133"/>
                  <a:pt x="2171" y="11170"/>
                </a:cubicBezTo>
                <a:cubicBezTo>
                  <a:pt x="2060" y="11209"/>
                  <a:pt x="1927" y="11356"/>
                  <a:pt x="1927" y="11437"/>
                </a:cubicBezTo>
                <a:cubicBezTo>
                  <a:pt x="1927" y="11471"/>
                  <a:pt x="1958" y="11556"/>
                  <a:pt x="2002" y="11626"/>
                </a:cubicBezTo>
                <a:cubicBezTo>
                  <a:pt x="2103" y="11784"/>
                  <a:pt x="2106" y="11835"/>
                  <a:pt x="2011" y="11875"/>
                </a:cubicBezTo>
                <a:cubicBezTo>
                  <a:pt x="1890" y="11926"/>
                  <a:pt x="1692" y="12111"/>
                  <a:pt x="1692" y="12172"/>
                </a:cubicBezTo>
                <a:cubicBezTo>
                  <a:pt x="1692" y="12203"/>
                  <a:pt x="1682" y="12227"/>
                  <a:pt x="1664" y="12227"/>
                </a:cubicBezTo>
                <a:cubicBezTo>
                  <a:pt x="1646" y="12227"/>
                  <a:pt x="1626" y="12246"/>
                  <a:pt x="1626" y="12269"/>
                </a:cubicBezTo>
                <a:cubicBezTo>
                  <a:pt x="1626" y="12292"/>
                  <a:pt x="1646" y="12312"/>
                  <a:pt x="1664" y="12312"/>
                </a:cubicBezTo>
                <a:cubicBezTo>
                  <a:pt x="1682" y="12312"/>
                  <a:pt x="1692" y="12350"/>
                  <a:pt x="1692" y="12397"/>
                </a:cubicBezTo>
                <a:cubicBezTo>
                  <a:pt x="1692" y="12443"/>
                  <a:pt x="1711" y="12482"/>
                  <a:pt x="1730" y="12482"/>
                </a:cubicBezTo>
                <a:cubicBezTo>
                  <a:pt x="1749" y="12482"/>
                  <a:pt x="1757" y="12490"/>
                  <a:pt x="1748" y="12500"/>
                </a:cubicBezTo>
                <a:cubicBezTo>
                  <a:pt x="1692" y="12559"/>
                  <a:pt x="2107" y="12964"/>
                  <a:pt x="2228" y="12967"/>
                </a:cubicBezTo>
                <a:cubicBezTo>
                  <a:pt x="2267" y="12968"/>
                  <a:pt x="2350" y="13026"/>
                  <a:pt x="2350" y="13052"/>
                </a:cubicBezTo>
                <a:cubicBezTo>
                  <a:pt x="2350" y="13065"/>
                  <a:pt x="2369" y="13070"/>
                  <a:pt x="2387" y="13070"/>
                </a:cubicBezTo>
                <a:cubicBezTo>
                  <a:pt x="2405" y="13070"/>
                  <a:pt x="2415" y="13086"/>
                  <a:pt x="2415" y="13101"/>
                </a:cubicBezTo>
                <a:cubicBezTo>
                  <a:pt x="2416" y="13151"/>
                  <a:pt x="2635" y="13225"/>
                  <a:pt x="2735" y="13210"/>
                </a:cubicBezTo>
                <a:cubicBezTo>
                  <a:pt x="2836" y="13195"/>
                  <a:pt x="2970" y="13134"/>
                  <a:pt x="2970" y="13101"/>
                </a:cubicBezTo>
                <a:cubicBezTo>
                  <a:pt x="2970" y="13089"/>
                  <a:pt x="2998" y="13071"/>
                  <a:pt x="3026" y="13064"/>
                </a:cubicBezTo>
                <a:cubicBezTo>
                  <a:pt x="3054" y="13057"/>
                  <a:pt x="3066" y="13040"/>
                  <a:pt x="3054" y="13028"/>
                </a:cubicBezTo>
                <a:cubicBezTo>
                  <a:pt x="3043" y="13016"/>
                  <a:pt x="3047" y="13010"/>
                  <a:pt x="3064" y="13010"/>
                </a:cubicBezTo>
                <a:cubicBezTo>
                  <a:pt x="3080" y="13010"/>
                  <a:pt x="3134" y="12988"/>
                  <a:pt x="3177" y="12961"/>
                </a:cubicBezTo>
                <a:cubicBezTo>
                  <a:pt x="3219" y="12934"/>
                  <a:pt x="3287" y="12891"/>
                  <a:pt x="3336" y="12870"/>
                </a:cubicBezTo>
                <a:cubicBezTo>
                  <a:pt x="3421" y="12835"/>
                  <a:pt x="3428" y="12835"/>
                  <a:pt x="3449" y="12870"/>
                </a:cubicBezTo>
                <a:cubicBezTo>
                  <a:pt x="3461" y="12890"/>
                  <a:pt x="3452" y="12924"/>
                  <a:pt x="3430" y="12943"/>
                </a:cubicBezTo>
                <a:cubicBezTo>
                  <a:pt x="3409" y="12962"/>
                  <a:pt x="3384" y="12995"/>
                  <a:pt x="3374" y="13016"/>
                </a:cubicBezTo>
                <a:cubicBezTo>
                  <a:pt x="3363" y="13036"/>
                  <a:pt x="3343" y="13052"/>
                  <a:pt x="3327" y="13052"/>
                </a:cubicBezTo>
                <a:cubicBezTo>
                  <a:pt x="3311" y="13052"/>
                  <a:pt x="3299" y="13066"/>
                  <a:pt x="3299" y="13083"/>
                </a:cubicBezTo>
                <a:cubicBezTo>
                  <a:pt x="3299" y="13099"/>
                  <a:pt x="3279" y="13118"/>
                  <a:pt x="3252" y="13125"/>
                </a:cubicBezTo>
                <a:cubicBezTo>
                  <a:pt x="3225" y="13132"/>
                  <a:pt x="3205" y="13154"/>
                  <a:pt x="3205" y="13174"/>
                </a:cubicBezTo>
                <a:cubicBezTo>
                  <a:pt x="3205" y="13193"/>
                  <a:pt x="3188" y="13199"/>
                  <a:pt x="3177" y="13192"/>
                </a:cubicBezTo>
                <a:cubicBezTo>
                  <a:pt x="3143" y="13170"/>
                  <a:pt x="2916" y="13299"/>
                  <a:pt x="2810" y="13398"/>
                </a:cubicBezTo>
                <a:cubicBezTo>
                  <a:pt x="2754" y="13451"/>
                  <a:pt x="2707" y="13518"/>
                  <a:pt x="2707" y="13556"/>
                </a:cubicBezTo>
                <a:cubicBezTo>
                  <a:pt x="2707" y="13592"/>
                  <a:pt x="2694" y="13639"/>
                  <a:pt x="2679" y="13659"/>
                </a:cubicBezTo>
                <a:cubicBezTo>
                  <a:pt x="2606" y="13752"/>
                  <a:pt x="2582" y="13810"/>
                  <a:pt x="2566" y="13908"/>
                </a:cubicBezTo>
                <a:cubicBezTo>
                  <a:pt x="2556" y="13966"/>
                  <a:pt x="2539" y="14042"/>
                  <a:pt x="2528" y="14078"/>
                </a:cubicBezTo>
                <a:cubicBezTo>
                  <a:pt x="2516" y="14118"/>
                  <a:pt x="2526" y="14155"/>
                  <a:pt x="2547" y="14163"/>
                </a:cubicBezTo>
                <a:cubicBezTo>
                  <a:pt x="2567" y="14171"/>
                  <a:pt x="2575" y="14216"/>
                  <a:pt x="2575" y="14266"/>
                </a:cubicBezTo>
                <a:cubicBezTo>
                  <a:pt x="2575" y="14404"/>
                  <a:pt x="2708" y="14532"/>
                  <a:pt x="2848" y="14534"/>
                </a:cubicBezTo>
                <a:cubicBezTo>
                  <a:pt x="2895" y="14534"/>
                  <a:pt x="3054" y="14430"/>
                  <a:pt x="3045" y="14406"/>
                </a:cubicBezTo>
                <a:cubicBezTo>
                  <a:pt x="3043" y="14400"/>
                  <a:pt x="3060" y="14388"/>
                  <a:pt x="3073" y="14382"/>
                </a:cubicBezTo>
                <a:cubicBezTo>
                  <a:pt x="3087" y="14376"/>
                  <a:pt x="3113" y="14344"/>
                  <a:pt x="3139" y="14309"/>
                </a:cubicBezTo>
                <a:cubicBezTo>
                  <a:pt x="3176" y="14258"/>
                  <a:pt x="3218" y="14244"/>
                  <a:pt x="3336" y="14230"/>
                </a:cubicBezTo>
                <a:cubicBezTo>
                  <a:pt x="3505" y="14209"/>
                  <a:pt x="3693" y="14205"/>
                  <a:pt x="3966" y="14224"/>
                </a:cubicBezTo>
                <a:cubicBezTo>
                  <a:pt x="4188" y="14240"/>
                  <a:pt x="4299" y="14216"/>
                  <a:pt x="4370" y="14127"/>
                </a:cubicBezTo>
                <a:cubicBezTo>
                  <a:pt x="4395" y="14095"/>
                  <a:pt x="4407" y="14043"/>
                  <a:pt x="4407" y="14011"/>
                </a:cubicBezTo>
                <a:cubicBezTo>
                  <a:pt x="4407" y="13951"/>
                  <a:pt x="4268" y="13769"/>
                  <a:pt x="4220" y="13769"/>
                </a:cubicBezTo>
                <a:cubicBezTo>
                  <a:pt x="4190" y="13769"/>
                  <a:pt x="4116" y="13659"/>
                  <a:pt x="4116" y="13611"/>
                </a:cubicBezTo>
                <a:cubicBezTo>
                  <a:pt x="4116" y="13567"/>
                  <a:pt x="4206" y="13577"/>
                  <a:pt x="4229" y="13623"/>
                </a:cubicBezTo>
                <a:cubicBezTo>
                  <a:pt x="4250" y="13666"/>
                  <a:pt x="4431" y="13726"/>
                  <a:pt x="4530" y="13726"/>
                </a:cubicBezTo>
                <a:cubicBezTo>
                  <a:pt x="4563" y="13726"/>
                  <a:pt x="4632" y="13712"/>
                  <a:pt x="4680" y="13696"/>
                </a:cubicBezTo>
                <a:cubicBezTo>
                  <a:pt x="4761" y="13669"/>
                  <a:pt x="4782" y="13672"/>
                  <a:pt x="4952" y="13738"/>
                </a:cubicBezTo>
                <a:cubicBezTo>
                  <a:pt x="5096" y="13794"/>
                  <a:pt x="5173" y="13811"/>
                  <a:pt x="5300" y="13811"/>
                </a:cubicBezTo>
                <a:cubicBezTo>
                  <a:pt x="5464" y="13811"/>
                  <a:pt x="5619" y="13767"/>
                  <a:pt x="5620" y="13720"/>
                </a:cubicBezTo>
                <a:cubicBezTo>
                  <a:pt x="5620" y="13707"/>
                  <a:pt x="5660" y="13668"/>
                  <a:pt x="5704" y="13635"/>
                </a:cubicBezTo>
                <a:cubicBezTo>
                  <a:pt x="5748" y="13602"/>
                  <a:pt x="5789" y="13564"/>
                  <a:pt x="5798" y="13550"/>
                </a:cubicBezTo>
                <a:cubicBezTo>
                  <a:pt x="5807" y="13536"/>
                  <a:pt x="5856" y="13553"/>
                  <a:pt x="5911" y="13593"/>
                </a:cubicBezTo>
                <a:cubicBezTo>
                  <a:pt x="5986" y="13646"/>
                  <a:pt x="6031" y="13662"/>
                  <a:pt x="6155" y="13665"/>
                </a:cubicBezTo>
                <a:cubicBezTo>
                  <a:pt x="6284" y="13669"/>
                  <a:pt x="6306" y="13660"/>
                  <a:pt x="6324" y="13623"/>
                </a:cubicBezTo>
                <a:cubicBezTo>
                  <a:pt x="6336" y="13599"/>
                  <a:pt x="6364" y="13586"/>
                  <a:pt x="6381" y="13593"/>
                </a:cubicBezTo>
                <a:cubicBezTo>
                  <a:pt x="6397" y="13599"/>
                  <a:pt x="6409" y="13594"/>
                  <a:pt x="6409" y="13580"/>
                </a:cubicBezTo>
                <a:cubicBezTo>
                  <a:pt x="6409" y="13567"/>
                  <a:pt x="6431" y="13542"/>
                  <a:pt x="6456" y="13526"/>
                </a:cubicBezTo>
                <a:cubicBezTo>
                  <a:pt x="6503" y="13495"/>
                  <a:pt x="6640" y="13254"/>
                  <a:pt x="6700" y="13101"/>
                </a:cubicBezTo>
                <a:cubicBezTo>
                  <a:pt x="6720" y="13050"/>
                  <a:pt x="6760" y="13010"/>
                  <a:pt x="6785" y="13010"/>
                </a:cubicBezTo>
                <a:cubicBezTo>
                  <a:pt x="6843" y="13010"/>
                  <a:pt x="7035" y="12865"/>
                  <a:pt x="7010" y="12840"/>
                </a:cubicBezTo>
                <a:cubicBezTo>
                  <a:pt x="7000" y="12829"/>
                  <a:pt x="7010" y="12822"/>
                  <a:pt x="7029" y="12822"/>
                </a:cubicBezTo>
                <a:cubicBezTo>
                  <a:pt x="7048" y="12822"/>
                  <a:pt x="7067" y="12803"/>
                  <a:pt x="7067" y="12785"/>
                </a:cubicBezTo>
                <a:cubicBezTo>
                  <a:pt x="7067" y="12764"/>
                  <a:pt x="7092" y="12755"/>
                  <a:pt x="7160" y="12755"/>
                </a:cubicBezTo>
                <a:cubicBezTo>
                  <a:pt x="7251" y="12755"/>
                  <a:pt x="7266" y="12761"/>
                  <a:pt x="7245" y="12803"/>
                </a:cubicBezTo>
                <a:cubicBezTo>
                  <a:pt x="7232" y="12830"/>
                  <a:pt x="7217" y="12903"/>
                  <a:pt x="7207" y="12967"/>
                </a:cubicBezTo>
                <a:cubicBezTo>
                  <a:pt x="7193" y="13070"/>
                  <a:pt x="7201" y="13096"/>
                  <a:pt x="7283" y="13180"/>
                </a:cubicBezTo>
                <a:cubicBezTo>
                  <a:pt x="7441" y="13341"/>
                  <a:pt x="7553" y="13418"/>
                  <a:pt x="7705" y="13465"/>
                </a:cubicBezTo>
                <a:cubicBezTo>
                  <a:pt x="7765" y="13483"/>
                  <a:pt x="7817" y="13508"/>
                  <a:pt x="7828" y="13520"/>
                </a:cubicBezTo>
                <a:cubicBezTo>
                  <a:pt x="7838" y="13531"/>
                  <a:pt x="7886" y="13538"/>
                  <a:pt x="7931" y="13538"/>
                </a:cubicBezTo>
                <a:cubicBezTo>
                  <a:pt x="7977" y="13538"/>
                  <a:pt x="8008" y="13544"/>
                  <a:pt x="7997" y="13556"/>
                </a:cubicBezTo>
                <a:cubicBezTo>
                  <a:pt x="7985" y="13568"/>
                  <a:pt x="8010" y="13580"/>
                  <a:pt x="8053" y="13580"/>
                </a:cubicBezTo>
                <a:cubicBezTo>
                  <a:pt x="8096" y="13580"/>
                  <a:pt x="8145" y="13591"/>
                  <a:pt x="8166" y="13605"/>
                </a:cubicBezTo>
                <a:cubicBezTo>
                  <a:pt x="8214" y="13636"/>
                  <a:pt x="8529" y="13641"/>
                  <a:pt x="8560" y="13611"/>
                </a:cubicBezTo>
                <a:cubicBezTo>
                  <a:pt x="8573" y="13598"/>
                  <a:pt x="8606" y="13581"/>
                  <a:pt x="8636" y="13574"/>
                </a:cubicBezTo>
                <a:cubicBezTo>
                  <a:pt x="8745" y="13548"/>
                  <a:pt x="8852" y="13325"/>
                  <a:pt x="8777" y="13277"/>
                </a:cubicBezTo>
                <a:cubicBezTo>
                  <a:pt x="8764" y="13269"/>
                  <a:pt x="8752" y="13245"/>
                  <a:pt x="8748" y="13228"/>
                </a:cubicBezTo>
                <a:cubicBezTo>
                  <a:pt x="8745" y="13211"/>
                  <a:pt x="8671" y="13151"/>
                  <a:pt x="8589" y="13089"/>
                </a:cubicBezTo>
                <a:cubicBezTo>
                  <a:pt x="8506" y="13026"/>
                  <a:pt x="8438" y="12957"/>
                  <a:pt x="8438" y="12937"/>
                </a:cubicBezTo>
                <a:cubicBezTo>
                  <a:pt x="8438" y="12917"/>
                  <a:pt x="8421" y="12882"/>
                  <a:pt x="8401" y="12858"/>
                </a:cubicBezTo>
                <a:cubicBezTo>
                  <a:pt x="8381" y="12834"/>
                  <a:pt x="8350" y="12711"/>
                  <a:pt x="8335" y="12591"/>
                </a:cubicBezTo>
                <a:cubicBezTo>
                  <a:pt x="8315" y="12426"/>
                  <a:pt x="8287" y="12351"/>
                  <a:pt x="8232" y="12287"/>
                </a:cubicBezTo>
                <a:cubicBezTo>
                  <a:pt x="8191" y="12241"/>
                  <a:pt x="8152" y="12202"/>
                  <a:pt x="8138" y="12202"/>
                </a:cubicBezTo>
                <a:cubicBezTo>
                  <a:pt x="8074" y="12202"/>
                  <a:pt x="8113" y="12146"/>
                  <a:pt x="8203" y="12111"/>
                </a:cubicBezTo>
                <a:cubicBezTo>
                  <a:pt x="8269" y="12086"/>
                  <a:pt x="8307" y="12060"/>
                  <a:pt x="8307" y="12026"/>
                </a:cubicBezTo>
                <a:cubicBezTo>
                  <a:pt x="8307" y="11951"/>
                  <a:pt x="8244" y="11874"/>
                  <a:pt x="8156" y="11844"/>
                </a:cubicBezTo>
                <a:cubicBezTo>
                  <a:pt x="8114" y="11830"/>
                  <a:pt x="8082" y="11811"/>
                  <a:pt x="8091" y="11802"/>
                </a:cubicBezTo>
                <a:cubicBezTo>
                  <a:pt x="8099" y="11793"/>
                  <a:pt x="8090" y="11771"/>
                  <a:pt x="8062" y="11753"/>
                </a:cubicBezTo>
                <a:cubicBezTo>
                  <a:pt x="8032" y="11733"/>
                  <a:pt x="8016" y="11679"/>
                  <a:pt x="8016" y="11613"/>
                </a:cubicBezTo>
                <a:cubicBezTo>
                  <a:pt x="8016" y="11555"/>
                  <a:pt x="7994" y="11508"/>
                  <a:pt x="7978" y="11504"/>
                </a:cubicBezTo>
                <a:cubicBezTo>
                  <a:pt x="7962" y="11500"/>
                  <a:pt x="7948" y="11460"/>
                  <a:pt x="7940" y="11413"/>
                </a:cubicBezTo>
                <a:cubicBezTo>
                  <a:pt x="7932" y="11366"/>
                  <a:pt x="7907" y="11301"/>
                  <a:pt x="7884" y="11274"/>
                </a:cubicBezTo>
                <a:cubicBezTo>
                  <a:pt x="7847" y="11229"/>
                  <a:pt x="7853" y="11223"/>
                  <a:pt x="7922" y="11189"/>
                </a:cubicBezTo>
                <a:cubicBezTo>
                  <a:pt x="8033" y="11133"/>
                  <a:pt x="8464" y="11128"/>
                  <a:pt x="8467" y="11182"/>
                </a:cubicBezTo>
                <a:cubicBezTo>
                  <a:pt x="8471" y="11301"/>
                  <a:pt x="8510" y="11442"/>
                  <a:pt x="8542" y="11492"/>
                </a:cubicBezTo>
                <a:cubicBezTo>
                  <a:pt x="8624" y="11621"/>
                  <a:pt x="8998" y="11613"/>
                  <a:pt x="9190" y="11480"/>
                </a:cubicBezTo>
                <a:cubicBezTo>
                  <a:pt x="9219" y="11460"/>
                  <a:pt x="9278" y="11444"/>
                  <a:pt x="9312" y="11444"/>
                </a:cubicBezTo>
                <a:cubicBezTo>
                  <a:pt x="9389" y="11443"/>
                  <a:pt x="9652" y="11329"/>
                  <a:pt x="9622" y="11310"/>
                </a:cubicBezTo>
                <a:cubicBezTo>
                  <a:pt x="9610" y="11302"/>
                  <a:pt x="9641" y="11298"/>
                  <a:pt x="9688" y="11298"/>
                </a:cubicBezTo>
                <a:cubicBezTo>
                  <a:pt x="9757" y="11298"/>
                  <a:pt x="9781" y="11309"/>
                  <a:pt x="9801" y="11365"/>
                </a:cubicBezTo>
                <a:cubicBezTo>
                  <a:pt x="9814" y="11402"/>
                  <a:pt x="9824" y="11447"/>
                  <a:pt x="9820" y="11468"/>
                </a:cubicBezTo>
                <a:cubicBezTo>
                  <a:pt x="9815" y="11488"/>
                  <a:pt x="9819" y="11510"/>
                  <a:pt x="9838" y="11510"/>
                </a:cubicBezTo>
                <a:cubicBezTo>
                  <a:pt x="9857" y="11510"/>
                  <a:pt x="9876" y="11530"/>
                  <a:pt x="9876" y="11559"/>
                </a:cubicBezTo>
                <a:cubicBezTo>
                  <a:pt x="9876" y="11588"/>
                  <a:pt x="9896" y="11613"/>
                  <a:pt x="9914" y="11613"/>
                </a:cubicBezTo>
                <a:cubicBezTo>
                  <a:pt x="9931" y="11613"/>
                  <a:pt x="9942" y="11634"/>
                  <a:pt x="9942" y="11662"/>
                </a:cubicBezTo>
                <a:cubicBezTo>
                  <a:pt x="9942" y="11690"/>
                  <a:pt x="9954" y="11719"/>
                  <a:pt x="9970" y="11723"/>
                </a:cubicBezTo>
                <a:cubicBezTo>
                  <a:pt x="9986" y="11727"/>
                  <a:pt x="10014" y="11780"/>
                  <a:pt x="10026" y="11838"/>
                </a:cubicBezTo>
                <a:cubicBezTo>
                  <a:pt x="10054" y="11974"/>
                  <a:pt x="10123" y="12134"/>
                  <a:pt x="10186" y="12196"/>
                </a:cubicBezTo>
                <a:cubicBezTo>
                  <a:pt x="10231" y="12241"/>
                  <a:pt x="10319" y="12431"/>
                  <a:pt x="10411" y="12700"/>
                </a:cubicBezTo>
                <a:cubicBezTo>
                  <a:pt x="10458" y="12834"/>
                  <a:pt x="10450" y="13203"/>
                  <a:pt x="10402" y="13410"/>
                </a:cubicBezTo>
                <a:cubicBezTo>
                  <a:pt x="10290" y="13899"/>
                  <a:pt x="10235" y="14084"/>
                  <a:pt x="10139" y="14200"/>
                </a:cubicBezTo>
                <a:cubicBezTo>
                  <a:pt x="10122" y="14220"/>
                  <a:pt x="10102" y="14258"/>
                  <a:pt x="10101" y="14285"/>
                </a:cubicBezTo>
                <a:cubicBezTo>
                  <a:pt x="10101" y="14311"/>
                  <a:pt x="10080" y="14353"/>
                  <a:pt x="10054" y="14382"/>
                </a:cubicBezTo>
                <a:cubicBezTo>
                  <a:pt x="10029" y="14411"/>
                  <a:pt x="10008" y="14464"/>
                  <a:pt x="10007" y="14497"/>
                </a:cubicBezTo>
                <a:cubicBezTo>
                  <a:pt x="10007" y="14531"/>
                  <a:pt x="9989" y="14553"/>
                  <a:pt x="9970" y="14546"/>
                </a:cubicBezTo>
                <a:cubicBezTo>
                  <a:pt x="9951" y="14538"/>
                  <a:pt x="9942" y="14557"/>
                  <a:pt x="9942" y="14594"/>
                </a:cubicBezTo>
                <a:cubicBezTo>
                  <a:pt x="9942" y="14630"/>
                  <a:pt x="9931" y="14661"/>
                  <a:pt x="9914" y="14661"/>
                </a:cubicBezTo>
                <a:cubicBezTo>
                  <a:pt x="9896" y="14661"/>
                  <a:pt x="9876" y="14675"/>
                  <a:pt x="9876" y="14697"/>
                </a:cubicBezTo>
                <a:cubicBezTo>
                  <a:pt x="9876" y="14720"/>
                  <a:pt x="9858" y="14750"/>
                  <a:pt x="9838" y="14758"/>
                </a:cubicBezTo>
                <a:cubicBezTo>
                  <a:pt x="9819" y="14766"/>
                  <a:pt x="9810" y="14785"/>
                  <a:pt x="9820" y="14801"/>
                </a:cubicBezTo>
                <a:cubicBezTo>
                  <a:pt x="9829" y="14817"/>
                  <a:pt x="9833" y="14832"/>
                  <a:pt x="9820" y="14837"/>
                </a:cubicBezTo>
                <a:cubicBezTo>
                  <a:pt x="9806" y="14843"/>
                  <a:pt x="9786" y="14893"/>
                  <a:pt x="9782" y="14946"/>
                </a:cubicBezTo>
                <a:cubicBezTo>
                  <a:pt x="9778" y="15000"/>
                  <a:pt x="9763" y="15067"/>
                  <a:pt x="9744" y="15098"/>
                </a:cubicBezTo>
                <a:cubicBezTo>
                  <a:pt x="9726" y="15129"/>
                  <a:pt x="9712" y="15223"/>
                  <a:pt x="9716" y="15305"/>
                </a:cubicBezTo>
                <a:cubicBezTo>
                  <a:pt x="9720" y="15388"/>
                  <a:pt x="9699" y="15506"/>
                  <a:pt x="9669" y="15578"/>
                </a:cubicBezTo>
                <a:cubicBezTo>
                  <a:pt x="9608" y="15727"/>
                  <a:pt x="9572" y="16863"/>
                  <a:pt x="9622" y="17041"/>
                </a:cubicBezTo>
                <a:cubicBezTo>
                  <a:pt x="9670" y="17210"/>
                  <a:pt x="9709" y="17615"/>
                  <a:pt x="9707" y="17860"/>
                </a:cubicBezTo>
                <a:cubicBezTo>
                  <a:pt x="9706" y="17985"/>
                  <a:pt x="9727" y="18100"/>
                  <a:pt x="9744" y="18121"/>
                </a:cubicBezTo>
                <a:cubicBezTo>
                  <a:pt x="9762" y="18142"/>
                  <a:pt x="9783" y="18251"/>
                  <a:pt x="9791" y="18358"/>
                </a:cubicBezTo>
                <a:cubicBezTo>
                  <a:pt x="9805" y="18523"/>
                  <a:pt x="9796" y="18561"/>
                  <a:pt x="9744" y="18619"/>
                </a:cubicBezTo>
                <a:cubicBezTo>
                  <a:pt x="9711" y="18657"/>
                  <a:pt x="9661" y="18727"/>
                  <a:pt x="9632" y="18771"/>
                </a:cubicBezTo>
                <a:cubicBezTo>
                  <a:pt x="9565" y="18871"/>
                  <a:pt x="9492" y="18867"/>
                  <a:pt x="9369" y="18771"/>
                </a:cubicBezTo>
                <a:cubicBezTo>
                  <a:pt x="9284" y="18705"/>
                  <a:pt x="9254" y="18698"/>
                  <a:pt x="9115" y="18698"/>
                </a:cubicBezTo>
                <a:cubicBezTo>
                  <a:pt x="9004" y="18698"/>
                  <a:pt x="8938" y="18712"/>
                  <a:pt x="8889" y="18741"/>
                </a:cubicBezTo>
                <a:cubicBezTo>
                  <a:pt x="8852" y="18763"/>
                  <a:pt x="8765" y="18800"/>
                  <a:pt x="8701" y="18820"/>
                </a:cubicBezTo>
                <a:cubicBezTo>
                  <a:pt x="8595" y="18852"/>
                  <a:pt x="8578" y="18851"/>
                  <a:pt x="8476" y="18820"/>
                </a:cubicBezTo>
                <a:cubicBezTo>
                  <a:pt x="8334" y="18776"/>
                  <a:pt x="7991" y="18771"/>
                  <a:pt x="7903" y="18813"/>
                </a:cubicBezTo>
                <a:cubicBezTo>
                  <a:pt x="7868" y="18831"/>
                  <a:pt x="7816" y="18850"/>
                  <a:pt x="7790" y="18850"/>
                </a:cubicBezTo>
                <a:cubicBezTo>
                  <a:pt x="7714" y="18850"/>
                  <a:pt x="7459" y="18980"/>
                  <a:pt x="7414" y="19044"/>
                </a:cubicBezTo>
                <a:cubicBezTo>
                  <a:pt x="7391" y="19076"/>
                  <a:pt x="7362" y="19099"/>
                  <a:pt x="7348" y="19099"/>
                </a:cubicBezTo>
                <a:cubicBezTo>
                  <a:pt x="7335" y="19099"/>
                  <a:pt x="7320" y="19117"/>
                  <a:pt x="7320" y="19135"/>
                </a:cubicBezTo>
                <a:cubicBezTo>
                  <a:pt x="7320" y="19153"/>
                  <a:pt x="7284" y="19214"/>
                  <a:pt x="7236" y="19275"/>
                </a:cubicBezTo>
                <a:cubicBezTo>
                  <a:pt x="7164" y="19364"/>
                  <a:pt x="7144" y="19421"/>
                  <a:pt x="7132" y="19578"/>
                </a:cubicBezTo>
                <a:cubicBezTo>
                  <a:pt x="7118" y="19778"/>
                  <a:pt x="7118" y="19771"/>
                  <a:pt x="7283" y="19973"/>
                </a:cubicBezTo>
                <a:cubicBezTo>
                  <a:pt x="7320" y="20019"/>
                  <a:pt x="7332" y="20144"/>
                  <a:pt x="7330" y="20592"/>
                </a:cubicBezTo>
                <a:cubicBezTo>
                  <a:pt x="7328" y="20955"/>
                  <a:pt x="7336" y="21154"/>
                  <a:pt x="7358" y="21163"/>
                </a:cubicBezTo>
                <a:cubicBezTo>
                  <a:pt x="7376" y="21170"/>
                  <a:pt x="7386" y="21227"/>
                  <a:pt x="7386" y="21284"/>
                </a:cubicBezTo>
                <a:cubicBezTo>
                  <a:pt x="7386" y="21342"/>
                  <a:pt x="7406" y="21388"/>
                  <a:pt x="7424" y="21388"/>
                </a:cubicBezTo>
                <a:cubicBezTo>
                  <a:pt x="7442" y="21388"/>
                  <a:pt x="7452" y="21402"/>
                  <a:pt x="7452" y="21424"/>
                </a:cubicBezTo>
                <a:cubicBezTo>
                  <a:pt x="7452" y="21446"/>
                  <a:pt x="7507" y="21497"/>
                  <a:pt x="7574" y="21533"/>
                </a:cubicBezTo>
                <a:lnTo>
                  <a:pt x="7696" y="21600"/>
                </a:lnTo>
                <a:lnTo>
                  <a:pt x="14640" y="21600"/>
                </a:lnTo>
                <a:lnTo>
                  <a:pt x="14752" y="21515"/>
                </a:lnTo>
                <a:cubicBezTo>
                  <a:pt x="14817" y="21471"/>
                  <a:pt x="14886" y="21423"/>
                  <a:pt x="14903" y="21406"/>
                </a:cubicBezTo>
                <a:cubicBezTo>
                  <a:pt x="14919" y="21388"/>
                  <a:pt x="14941" y="21087"/>
                  <a:pt x="14950" y="20732"/>
                </a:cubicBezTo>
                <a:lnTo>
                  <a:pt x="14969" y="20082"/>
                </a:lnTo>
                <a:lnTo>
                  <a:pt x="15053" y="19979"/>
                </a:lnTo>
                <a:cubicBezTo>
                  <a:pt x="15155" y="19855"/>
                  <a:pt x="15241" y="19678"/>
                  <a:pt x="15241" y="19603"/>
                </a:cubicBezTo>
                <a:cubicBezTo>
                  <a:pt x="15241" y="19574"/>
                  <a:pt x="15221" y="19521"/>
                  <a:pt x="15194" y="19487"/>
                </a:cubicBezTo>
                <a:cubicBezTo>
                  <a:pt x="15167" y="19454"/>
                  <a:pt x="15147" y="19397"/>
                  <a:pt x="15147" y="19360"/>
                </a:cubicBezTo>
                <a:cubicBezTo>
                  <a:pt x="15147" y="19170"/>
                  <a:pt x="14821" y="18905"/>
                  <a:pt x="14565" y="18880"/>
                </a:cubicBezTo>
                <a:cubicBezTo>
                  <a:pt x="14486" y="18873"/>
                  <a:pt x="14400" y="18869"/>
                  <a:pt x="14367" y="18874"/>
                </a:cubicBezTo>
                <a:cubicBezTo>
                  <a:pt x="14323" y="18882"/>
                  <a:pt x="14292" y="18868"/>
                  <a:pt x="14264" y="18820"/>
                </a:cubicBezTo>
                <a:cubicBezTo>
                  <a:pt x="14207" y="18721"/>
                  <a:pt x="14005" y="18637"/>
                  <a:pt x="13822" y="18637"/>
                </a:cubicBezTo>
                <a:cubicBezTo>
                  <a:pt x="13685" y="18637"/>
                  <a:pt x="13454" y="18689"/>
                  <a:pt x="13409" y="18728"/>
                </a:cubicBezTo>
                <a:cubicBezTo>
                  <a:pt x="13379" y="18755"/>
                  <a:pt x="12887" y="18749"/>
                  <a:pt x="12845" y="18722"/>
                </a:cubicBezTo>
                <a:cubicBezTo>
                  <a:pt x="12799" y="18693"/>
                  <a:pt x="12441" y="18693"/>
                  <a:pt x="12413" y="18722"/>
                </a:cubicBezTo>
                <a:cubicBezTo>
                  <a:pt x="12375" y="18762"/>
                  <a:pt x="12103" y="18740"/>
                  <a:pt x="12103" y="18698"/>
                </a:cubicBezTo>
                <a:cubicBezTo>
                  <a:pt x="12103" y="18688"/>
                  <a:pt x="12065" y="18645"/>
                  <a:pt x="12018" y="18601"/>
                </a:cubicBezTo>
                <a:cubicBezTo>
                  <a:pt x="11940" y="18527"/>
                  <a:pt x="11935" y="18505"/>
                  <a:pt x="11952" y="18358"/>
                </a:cubicBezTo>
                <a:cubicBezTo>
                  <a:pt x="11963" y="18271"/>
                  <a:pt x="11982" y="18143"/>
                  <a:pt x="11999" y="18073"/>
                </a:cubicBezTo>
                <a:cubicBezTo>
                  <a:pt x="12039" y="17917"/>
                  <a:pt x="11999" y="17730"/>
                  <a:pt x="11887" y="17551"/>
                </a:cubicBezTo>
                <a:cubicBezTo>
                  <a:pt x="11805" y="17421"/>
                  <a:pt x="11783" y="17242"/>
                  <a:pt x="11840" y="17205"/>
                </a:cubicBezTo>
                <a:cubicBezTo>
                  <a:pt x="11912" y="17157"/>
                  <a:pt x="11943" y="16444"/>
                  <a:pt x="11877" y="16318"/>
                </a:cubicBezTo>
                <a:cubicBezTo>
                  <a:pt x="11853" y="16272"/>
                  <a:pt x="11819" y="16143"/>
                  <a:pt x="11811" y="16033"/>
                </a:cubicBezTo>
                <a:cubicBezTo>
                  <a:pt x="11797" y="15826"/>
                  <a:pt x="11811" y="15804"/>
                  <a:pt x="11962" y="15657"/>
                </a:cubicBezTo>
                <a:cubicBezTo>
                  <a:pt x="12002" y="15617"/>
                  <a:pt x="12037" y="15563"/>
                  <a:pt x="12037" y="15535"/>
                </a:cubicBezTo>
                <a:cubicBezTo>
                  <a:pt x="12037" y="15508"/>
                  <a:pt x="12047" y="15487"/>
                  <a:pt x="12065" y="15487"/>
                </a:cubicBezTo>
                <a:cubicBezTo>
                  <a:pt x="12083" y="15487"/>
                  <a:pt x="12103" y="15443"/>
                  <a:pt x="12103" y="15396"/>
                </a:cubicBezTo>
                <a:cubicBezTo>
                  <a:pt x="12103" y="15344"/>
                  <a:pt x="12111" y="15315"/>
                  <a:pt x="12131" y="15323"/>
                </a:cubicBezTo>
                <a:cubicBezTo>
                  <a:pt x="12150" y="15330"/>
                  <a:pt x="12169" y="15311"/>
                  <a:pt x="12169" y="15274"/>
                </a:cubicBezTo>
                <a:cubicBezTo>
                  <a:pt x="12169" y="15239"/>
                  <a:pt x="12178" y="15203"/>
                  <a:pt x="12197" y="15195"/>
                </a:cubicBezTo>
                <a:cubicBezTo>
                  <a:pt x="12215" y="15188"/>
                  <a:pt x="12225" y="15175"/>
                  <a:pt x="12216" y="15165"/>
                </a:cubicBezTo>
                <a:cubicBezTo>
                  <a:pt x="12206" y="15155"/>
                  <a:pt x="12211" y="15146"/>
                  <a:pt x="12225" y="15141"/>
                </a:cubicBezTo>
                <a:cubicBezTo>
                  <a:pt x="12239" y="15135"/>
                  <a:pt x="12258" y="15094"/>
                  <a:pt x="12263" y="15056"/>
                </a:cubicBezTo>
                <a:cubicBezTo>
                  <a:pt x="12267" y="15017"/>
                  <a:pt x="12283" y="14957"/>
                  <a:pt x="12300" y="14922"/>
                </a:cubicBezTo>
                <a:cubicBezTo>
                  <a:pt x="12318" y="14887"/>
                  <a:pt x="12331" y="14727"/>
                  <a:pt x="12328" y="14564"/>
                </a:cubicBezTo>
                <a:cubicBezTo>
                  <a:pt x="12324" y="14247"/>
                  <a:pt x="12324" y="14234"/>
                  <a:pt x="12573" y="13805"/>
                </a:cubicBezTo>
                <a:cubicBezTo>
                  <a:pt x="12620" y="13724"/>
                  <a:pt x="12676" y="13583"/>
                  <a:pt x="12695" y="13495"/>
                </a:cubicBezTo>
                <a:cubicBezTo>
                  <a:pt x="12713" y="13408"/>
                  <a:pt x="12732" y="13297"/>
                  <a:pt x="12742" y="13253"/>
                </a:cubicBezTo>
                <a:cubicBezTo>
                  <a:pt x="12751" y="13208"/>
                  <a:pt x="12751" y="13156"/>
                  <a:pt x="12732" y="13131"/>
                </a:cubicBezTo>
                <a:cubicBezTo>
                  <a:pt x="12713" y="13106"/>
                  <a:pt x="12675" y="13018"/>
                  <a:pt x="12657" y="12937"/>
                </a:cubicBezTo>
                <a:cubicBezTo>
                  <a:pt x="12639" y="12855"/>
                  <a:pt x="12622" y="12755"/>
                  <a:pt x="12610" y="12718"/>
                </a:cubicBezTo>
                <a:cubicBezTo>
                  <a:pt x="12591" y="12656"/>
                  <a:pt x="12595" y="12654"/>
                  <a:pt x="12676" y="12664"/>
                </a:cubicBezTo>
                <a:cubicBezTo>
                  <a:pt x="12723" y="12670"/>
                  <a:pt x="12760" y="12684"/>
                  <a:pt x="12770" y="12694"/>
                </a:cubicBezTo>
                <a:cubicBezTo>
                  <a:pt x="12780" y="12704"/>
                  <a:pt x="12830" y="12712"/>
                  <a:pt x="12873" y="12712"/>
                </a:cubicBezTo>
                <a:cubicBezTo>
                  <a:pt x="12916" y="12712"/>
                  <a:pt x="12956" y="12725"/>
                  <a:pt x="12967" y="12737"/>
                </a:cubicBezTo>
                <a:cubicBezTo>
                  <a:pt x="12978" y="12748"/>
                  <a:pt x="13032" y="12754"/>
                  <a:pt x="13089" y="12755"/>
                </a:cubicBezTo>
                <a:cubicBezTo>
                  <a:pt x="13147" y="12755"/>
                  <a:pt x="13224" y="12768"/>
                  <a:pt x="13258" y="12785"/>
                </a:cubicBezTo>
                <a:cubicBezTo>
                  <a:pt x="13293" y="12802"/>
                  <a:pt x="13377" y="12822"/>
                  <a:pt x="13437" y="12822"/>
                </a:cubicBezTo>
                <a:cubicBezTo>
                  <a:pt x="13497" y="12822"/>
                  <a:pt x="13586" y="12838"/>
                  <a:pt x="13634" y="12858"/>
                </a:cubicBezTo>
                <a:cubicBezTo>
                  <a:pt x="13781" y="12920"/>
                  <a:pt x="13940" y="12943"/>
                  <a:pt x="14010" y="12919"/>
                </a:cubicBezTo>
                <a:cubicBezTo>
                  <a:pt x="14057" y="12903"/>
                  <a:pt x="14080" y="12906"/>
                  <a:pt x="14123" y="12931"/>
                </a:cubicBezTo>
                <a:cubicBezTo>
                  <a:pt x="14154" y="12949"/>
                  <a:pt x="14207" y="12967"/>
                  <a:pt x="14236" y="12967"/>
                </a:cubicBezTo>
                <a:cubicBezTo>
                  <a:pt x="14265" y="12967"/>
                  <a:pt x="14300" y="12974"/>
                  <a:pt x="14311" y="12985"/>
                </a:cubicBezTo>
                <a:cubicBezTo>
                  <a:pt x="14322" y="12997"/>
                  <a:pt x="14379" y="13010"/>
                  <a:pt x="14433" y="13010"/>
                </a:cubicBezTo>
                <a:cubicBezTo>
                  <a:pt x="14490" y="13010"/>
                  <a:pt x="14520" y="13016"/>
                  <a:pt x="14508" y="13028"/>
                </a:cubicBezTo>
                <a:cubicBezTo>
                  <a:pt x="14497" y="13040"/>
                  <a:pt x="14526" y="13052"/>
                  <a:pt x="14574" y="13052"/>
                </a:cubicBezTo>
                <a:cubicBezTo>
                  <a:pt x="14670" y="13052"/>
                  <a:pt x="14657" y="13070"/>
                  <a:pt x="14508" y="13186"/>
                </a:cubicBezTo>
                <a:cubicBezTo>
                  <a:pt x="14444" y="13236"/>
                  <a:pt x="14418" y="13249"/>
                  <a:pt x="14386" y="13228"/>
                </a:cubicBezTo>
                <a:cubicBezTo>
                  <a:pt x="14333" y="13194"/>
                  <a:pt x="13978" y="13194"/>
                  <a:pt x="13926" y="13228"/>
                </a:cubicBezTo>
                <a:cubicBezTo>
                  <a:pt x="13847" y="13280"/>
                  <a:pt x="13827" y="13339"/>
                  <a:pt x="13832" y="13617"/>
                </a:cubicBezTo>
                <a:cubicBezTo>
                  <a:pt x="13838" y="13944"/>
                  <a:pt x="13885" y="14049"/>
                  <a:pt x="14095" y="14175"/>
                </a:cubicBezTo>
                <a:cubicBezTo>
                  <a:pt x="14373" y="14343"/>
                  <a:pt x="14590" y="14384"/>
                  <a:pt x="14734" y="14297"/>
                </a:cubicBezTo>
                <a:cubicBezTo>
                  <a:pt x="14774" y="14273"/>
                  <a:pt x="14872" y="14249"/>
                  <a:pt x="14950" y="14242"/>
                </a:cubicBezTo>
                <a:cubicBezTo>
                  <a:pt x="15089" y="14230"/>
                  <a:pt x="15091" y="14232"/>
                  <a:pt x="15034" y="14273"/>
                </a:cubicBezTo>
                <a:cubicBezTo>
                  <a:pt x="15003" y="14295"/>
                  <a:pt x="14978" y="14327"/>
                  <a:pt x="14978" y="14339"/>
                </a:cubicBezTo>
                <a:cubicBezTo>
                  <a:pt x="14978" y="14352"/>
                  <a:pt x="14966" y="14360"/>
                  <a:pt x="14950" y="14364"/>
                </a:cubicBezTo>
                <a:cubicBezTo>
                  <a:pt x="14933" y="14367"/>
                  <a:pt x="14918" y="14389"/>
                  <a:pt x="14912" y="14406"/>
                </a:cubicBezTo>
                <a:cubicBezTo>
                  <a:pt x="14906" y="14424"/>
                  <a:pt x="14883" y="14446"/>
                  <a:pt x="14865" y="14455"/>
                </a:cubicBezTo>
                <a:cubicBezTo>
                  <a:pt x="14847" y="14463"/>
                  <a:pt x="14837" y="14542"/>
                  <a:pt x="14837" y="14631"/>
                </a:cubicBezTo>
                <a:cubicBezTo>
                  <a:pt x="14837" y="14789"/>
                  <a:pt x="14837" y="14789"/>
                  <a:pt x="14950" y="14849"/>
                </a:cubicBezTo>
                <a:cubicBezTo>
                  <a:pt x="15078" y="14918"/>
                  <a:pt x="15144" y="14929"/>
                  <a:pt x="15250" y="14886"/>
                </a:cubicBezTo>
                <a:cubicBezTo>
                  <a:pt x="15290" y="14870"/>
                  <a:pt x="15383" y="14849"/>
                  <a:pt x="15457" y="14843"/>
                </a:cubicBezTo>
                <a:lnTo>
                  <a:pt x="15598" y="14831"/>
                </a:lnTo>
                <a:lnTo>
                  <a:pt x="15607" y="14940"/>
                </a:lnTo>
                <a:cubicBezTo>
                  <a:pt x="15616" y="14998"/>
                  <a:pt x="15648" y="15052"/>
                  <a:pt x="15673" y="15062"/>
                </a:cubicBezTo>
                <a:cubicBezTo>
                  <a:pt x="15698" y="15072"/>
                  <a:pt x="15701" y="15080"/>
                  <a:pt x="15683" y="15080"/>
                </a:cubicBezTo>
                <a:cubicBezTo>
                  <a:pt x="15665" y="15080"/>
                  <a:pt x="15719" y="15112"/>
                  <a:pt x="15805" y="15147"/>
                </a:cubicBezTo>
                <a:cubicBezTo>
                  <a:pt x="15922" y="15194"/>
                  <a:pt x="15998" y="15208"/>
                  <a:pt x="16115" y="15207"/>
                </a:cubicBezTo>
                <a:cubicBezTo>
                  <a:pt x="16315" y="15207"/>
                  <a:pt x="16390" y="15170"/>
                  <a:pt x="16472" y="15013"/>
                </a:cubicBezTo>
                <a:cubicBezTo>
                  <a:pt x="16545" y="14873"/>
                  <a:pt x="16642" y="14808"/>
                  <a:pt x="16791" y="14807"/>
                </a:cubicBezTo>
                <a:cubicBezTo>
                  <a:pt x="16904" y="14806"/>
                  <a:pt x="17073" y="14726"/>
                  <a:pt x="17073" y="14673"/>
                </a:cubicBezTo>
                <a:cubicBezTo>
                  <a:pt x="17073" y="14655"/>
                  <a:pt x="17093" y="14637"/>
                  <a:pt x="17111" y="14637"/>
                </a:cubicBezTo>
                <a:cubicBezTo>
                  <a:pt x="17129" y="14637"/>
                  <a:pt x="17139" y="14610"/>
                  <a:pt x="17139" y="14576"/>
                </a:cubicBezTo>
                <a:cubicBezTo>
                  <a:pt x="17139" y="14542"/>
                  <a:pt x="17159" y="14513"/>
                  <a:pt x="17177" y="14509"/>
                </a:cubicBezTo>
                <a:cubicBezTo>
                  <a:pt x="17194" y="14505"/>
                  <a:pt x="17210" y="14474"/>
                  <a:pt x="17214" y="14442"/>
                </a:cubicBezTo>
                <a:cubicBezTo>
                  <a:pt x="17219" y="14404"/>
                  <a:pt x="17235" y="14382"/>
                  <a:pt x="17271" y="14382"/>
                </a:cubicBezTo>
                <a:cubicBezTo>
                  <a:pt x="17340" y="14382"/>
                  <a:pt x="17560" y="14229"/>
                  <a:pt x="17618" y="14139"/>
                </a:cubicBezTo>
                <a:cubicBezTo>
                  <a:pt x="17669" y="14060"/>
                  <a:pt x="17787" y="14005"/>
                  <a:pt x="17900" y="14005"/>
                </a:cubicBezTo>
                <a:lnTo>
                  <a:pt x="17985" y="14005"/>
                </a:lnTo>
                <a:lnTo>
                  <a:pt x="17900" y="14103"/>
                </a:lnTo>
                <a:cubicBezTo>
                  <a:pt x="17835" y="14184"/>
                  <a:pt x="17825" y="14228"/>
                  <a:pt x="17834" y="14333"/>
                </a:cubicBezTo>
                <a:cubicBezTo>
                  <a:pt x="17846" y="14458"/>
                  <a:pt x="17899" y="14534"/>
                  <a:pt x="17985" y="14534"/>
                </a:cubicBezTo>
                <a:cubicBezTo>
                  <a:pt x="18004" y="14534"/>
                  <a:pt x="18022" y="14540"/>
                  <a:pt x="18022" y="14552"/>
                </a:cubicBezTo>
                <a:cubicBezTo>
                  <a:pt x="18022" y="14563"/>
                  <a:pt x="18077" y="14576"/>
                  <a:pt x="18144" y="14576"/>
                </a:cubicBezTo>
                <a:cubicBezTo>
                  <a:pt x="18212" y="14576"/>
                  <a:pt x="18306" y="14590"/>
                  <a:pt x="18351" y="14606"/>
                </a:cubicBezTo>
                <a:cubicBezTo>
                  <a:pt x="18396" y="14623"/>
                  <a:pt x="18479" y="14636"/>
                  <a:pt x="18539" y="14637"/>
                </a:cubicBezTo>
                <a:lnTo>
                  <a:pt x="18652" y="14637"/>
                </a:lnTo>
                <a:lnTo>
                  <a:pt x="18567" y="14704"/>
                </a:lnTo>
                <a:cubicBezTo>
                  <a:pt x="18521" y="14739"/>
                  <a:pt x="18483" y="14793"/>
                  <a:pt x="18483" y="14825"/>
                </a:cubicBezTo>
                <a:cubicBezTo>
                  <a:pt x="18483" y="14905"/>
                  <a:pt x="18570" y="15066"/>
                  <a:pt x="18642" y="15116"/>
                </a:cubicBezTo>
                <a:cubicBezTo>
                  <a:pt x="18675" y="15139"/>
                  <a:pt x="18714" y="15180"/>
                  <a:pt x="18727" y="15207"/>
                </a:cubicBezTo>
                <a:cubicBezTo>
                  <a:pt x="18758" y="15270"/>
                  <a:pt x="18996" y="15421"/>
                  <a:pt x="19084" y="15432"/>
                </a:cubicBezTo>
                <a:cubicBezTo>
                  <a:pt x="19121" y="15437"/>
                  <a:pt x="19238" y="15444"/>
                  <a:pt x="19338" y="15450"/>
                </a:cubicBezTo>
                <a:cubicBezTo>
                  <a:pt x="19497" y="15460"/>
                  <a:pt x="19526" y="15455"/>
                  <a:pt x="19582" y="15414"/>
                </a:cubicBezTo>
                <a:cubicBezTo>
                  <a:pt x="19617" y="15388"/>
                  <a:pt x="19643" y="15362"/>
                  <a:pt x="19638" y="15353"/>
                </a:cubicBezTo>
                <a:cubicBezTo>
                  <a:pt x="19634" y="15344"/>
                  <a:pt x="19639" y="15335"/>
                  <a:pt x="19657" y="15335"/>
                </a:cubicBezTo>
                <a:cubicBezTo>
                  <a:pt x="19675" y="15335"/>
                  <a:pt x="19695" y="15316"/>
                  <a:pt x="19695" y="15292"/>
                </a:cubicBezTo>
                <a:cubicBezTo>
                  <a:pt x="19695" y="15269"/>
                  <a:pt x="19705" y="15250"/>
                  <a:pt x="19723" y="15250"/>
                </a:cubicBezTo>
                <a:cubicBezTo>
                  <a:pt x="19741" y="15250"/>
                  <a:pt x="19761" y="15231"/>
                  <a:pt x="19761" y="15207"/>
                </a:cubicBezTo>
                <a:cubicBezTo>
                  <a:pt x="19761" y="15184"/>
                  <a:pt x="19781" y="15159"/>
                  <a:pt x="19808" y="15153"/>
                </a:cubicBezTo>
                <a:cubicBezTo>
                  <a:pt x="19834" y="15146"/>
                  <a:pt x="19846" y="15133"/>
                  <a:pt x="19836" y="15122"/>
                </a:cubicBezTo>
                <a:cubicBezTo>
                  <a:pt x="19826" y="15112"/>
                  <a:pt x="19846" y="15104"/>
                  <a:pt x="19883" y="15104"/>
                </a:cubicBezTo>
                <a:cubicBezTo>
                  <a:pt x="19925" y="15104"/>
                  <a:pt x="19999" y="15065"/>
                  <a:pt x="20080" y="14995"/>
                </a:cubicBezTo>
                <a:cubicBezTo>
                  <a:pt x="20257" y="14842"/>
                  <a:pt x="20343" y="14710"/>
                  <a:pt x="20343" y="14606"/>
                </a:cubicBezTo>
                <a:cubicBezTo>
                  <a:pt x="20343" y="14463"/>
                  <a:pt x="20289" y="14412"/>
                  <a:pt x="19930" y="14218"/>
                </a:cubicBezTo>
                <a:cubicBezTo>
                  <a:pt x="19908" y="14206"/>
                  <a:pt x="19869" y="14194"/>
                  <a:pt x="19845" y="14194"/>
                </a:cubicBezTo>
                <a:cubicBezTo>
                  <a:pt x="19732" y="14194"/>
                  <a:pt x="19639" y="14137"/>
                  <a:pt x="19554" y="14024"/>
                </a:cubicBezTo>
                <a:cubicBezTo>
                  <a:pt x="19469" y="13911"/>
                  <a:pt x="19450" y="13820"/>
                  <a:pt x="19507" y="13793"/>
                </a:cubicBezTo>
                <a:cubicBezTo>
                  <a:pt x="19543" y="13775"/>
                  <a:pt x="19561" y="13690"/>
                  <a:pt x="19563" y="13520"/>
                </a:cubicBezTo>
                <a:cubicBezTo>
                  <a:pt x="19566" y="13372"/>
                  <a:pt x="19566" y="13370"/>
                  <a:pt x="19629" y="13392"/>
                </a:cubicBezTo>
                <a:cubicBezTo>
                  <a:pt x="19715" y="13422"/>
                  <a:pt x="19854" y="13380"/>
                  <a:pt x="19911" y="13307"/>
                </a:cubicBezTo>
                <a:cubicBezTo>
                  <a:pt x="19934" y="13278"/>
                  <a:pt x="19958" y="13175"/>
                  <a:pt x="19958" y="13077"/>
                </a:cubicBezTo>
                <a:cubicBezTo>
                  <a:pt x="19958" y="12908"/>
                  <a:pt x="19960" y="12901"/>
                  <a:pt x="20033" y="12901"/>
                </a:cubicBezTo>
                <a:cubicBezTo>
                  <a:pt x="20075" y="12901"/>
                  <a:pt x="20130" y="12920"/>
                  <a:pt x="20165" y="12937"/>
                </a:cubicBezTo>
                <a:cubicBezTo>
                  <a:pt x="20288" y="12997"/>
                  <a:pt x="20512" y="12962"/>
                  <a:pt x="20512" y="12882"/>
                </a:cubicBezTo>
                <a:cubicBezTo>
                  <a:pt x="20512" y="12859"/>
                  <a:pt x="20522" y="12845"/>
                  <a:pt x="20540" y="12852"/>
                </a:cubicBezTo>
                <a:cubicBezTo>
                  <a:pt x="20560" y="12860"/>
                  <a:pt x="20578" y="12827"/>
                  <a:pt x="20578" y="12767"/>
                </a:cubicBezTo>
                <a:cubicBezTo>
                  <a:pt x="20578" y="12707"/>
                  <a:pt x="20560" y="12674"/>
                  <a:pt x="20540" y="12682"/>
                </a:cubicBezTo>
                <a:cubicBezTo>
                  <a:pt x="20522" y="12689"/>
                  <a:pt x="20513" y="12679"/>
                  <a:pt x="20512" y="12658"/>
                </a:cubicBezTo>
                <a:cubicBezTo>
                  <a:pt x="20511" y="12612"/>
                  <a:pt x="20192" y="12402"/>
                  <a:pt x="19967" y="12299"/>
                </a:cubicBezTo>
                <a:cubicBezTo>
                  <a:pt x="19879" y="12259"/>
                  <a:pt x="19779" y="12198"/>
                  <a:pt x="19751" y="12166"/>
                </a:cubicBezTo>
                <a:cubicBezTo>
                  <a:pt x="19721" y="12131"/>
                  <a:pt x="19668" y="12109"/>
                  <a:pt x="19620" y="12105"/>
                </a:cubicBezTo>
                <a:cubicBezTo>
                  <a:pt x="19548" y="12100"/>
                  <a:pt x="19546" y="12088"/>
                  <a:pt x="19554" y="12020"/>
                </a:cubicBezTo>
                <a:cubicBezTo>
                  <a:pt x="19559" y="11978"/>
                  <a:pt x="19573" y="11935"/>
                  <a:pt x="19591" y="11923"/>
                </a:cubicBezTo>
                <a:cubicBezTo>
                  <a:pt x="19610" y="11911"/>
                  <a:pt x="19629" y="11883"/>
                  <a:pt x="19629" y="11862"/>
                </a:cubicBezTo>
                <a:cubicBezTo>
                  <a:pt x="19629" y="11841"/>
                  <a:pt x="19639" y="11826"/>
                  <a:pt x="19657" y="11826"/>
                </a:cubicBezTo>
                <a:cubicBezTo>
                  <a:pt x="19675" y="11826"/>
                  <a:pt x="19695" y="11813"/>
                  <a:pt x="19695" y="11796"/>
                </a:cubicBezTo>
                <a:cubicBezTo>
                  <a:pt x="19695" y="11770"/>
                  <a:pt x="19739" y="11759"/>
                  <a:pt x="19930" y="11759"/>
                </a:cubicBezTo>
                <a:cubicBezTo>
                  <a:pt x="20154" y="11759"/>
                  <a:pt x="20176" y="11759"/>
                  <a:pt x="20296" y="11692"/>
                </a:cubicBezTo>
                <a:cubicBezTo>
                  <a:pt x="20414" y="11627"/>
                  <a:pt x="20448" y="11618"/>
                  <a:pt x="20672" y="11613"/>
                </a:cubicBezTo>
                <a:cubicBezTo>
                  <a:pt x="20833" y="11610"/>
                  <a:pt x="20962" y="11598"/>
                  <a:pt x="21048" y="11571"/>
                </a:cubicBezTo>
                <a:cubicBezTo>
                  <a:pt x="21120" y="11549"/>
                  <a:pt x="21213" y="11528"/>
                  <a:pt x="21255" y="11528"/>
                </a:cubicBezTo>
                <a:cubicBezTo>
                  <a:pt x="21296" y="11529"/>
                  <a:pt x="21375" y="11498"/>
                  <a:pt x="21433" y="11462"/>
                </a:cubicBezTo>
                <a:lnTo>
                  <a:pt x="21546" y="11395"/>
                </a:lnTo>
                <a:lnTo>
                  <a:pt x="21555" y="11146"/>
                </a:lnTo>
                <a:cubicBezTo>
                  <a:pt x="21566" y="10897"/>
                  <a:pt x="21564" y="10898"/>
                  <a:pt x="21471" y="10830"/>
                </a:cubicBezTo>
                <a:lnTo>
                  <a:pt x="21377" y="10764"/>
                </a:lnTo>
                <a:lnTo>
                  <a:pt x="20973" y="10764"/>
                </a:lnTo>
                <a:cubicBezTo>
                  <a:pt x="20644" y="10764"/>
                  <a:pt x="20578" y="10758"/>
                  <a:pt x="20578" y="10733"/>
                </a:cubicBezTo>
                <a:cubicBezTo>
                  <a:pt x="20578" y="10716"/>
                  <a:pt x="20558" y="10703"/>
                  <a:pt x="20540" y="10703"/>
                </a:cubicBezTo>
                <a:cubicBezTo>
                  <a:pt x="20522" y="10703"/>
                  <a:pt x="20512" y="10670"/>
                  <a:pt x="20512" y="10630"/>
                </a:cubicBezTo>
                <a:cubicBezTo>
                  <a:pt x="20512" y="10577"/>
                  <a:pt x="20531" y="10555"/>
                  <a:pt x="20578" y="10545"/>
                </a:cubicBezTo>
                <a:cubicBezTo>
                  <a:pt x="20646" y="10531"/>
                  <a:pt x="20841" y="10301"/>
                  <a:pt x="20841" y="10235"/>
                </a:cubicBezTo>
                <a:cubicBezTo>
                  <a:pt x="20841" y="10194"/>
                  <a:pt x="20920" y="10181"/>
                  <a:pt x="20954" y="10217"/>
                </a:cubicBezTo>
                <a:cubicBezTo>
                  <a:pt x="20965" y="10229"/>
                  <a:pt x="21004" y="10235"/>
                  <a:pt x="21048" y="10235"/>
                </a:cubicBezTo>
                <a:cubicBezTo>
                  <a:pt x="21092" y="10235"/>
                  <a:pt x="21132" y="10248"/>
                  <a:pt x="21132" y="10260"/>
                </a:cubicBezTo>
                <a:cubicBezTo>
                  <a:pt x="21132" y="10291"/>
                  <a:pt x="21326" y="10286"/>
                  <a:pt x="21377" y="10254"/>
                </a:cubicBezTo>
                <a:cubicBezTo>
                  <a:pt x="21447" y="10208"/>
                  <a:pt x="21555" y="10064"/>
                  <a:pt x="21555" y="10017"/>
                </a:cubicBezTo>
                <a:cubicBezTo>
                  <a:pt x="21555" y="9993"/>
                  <a:pt x="21532" y="9910"/>
                  <a:pt x="21499" y="9835"/>
                </a:cubicBezTo>
                <a:cubicBezTo>
                  <a:pt x="21465" y="9759"/>
                  <a:pt x="21431" y="9682"/>
                  <a:pt x="21424" y="9665"/>
                </a:cubicBezTo>
                <a:cubicBezTo>
                  <a:pt x="21417" y="9647"/>
                  <a:pt x="21354" y="9599"/>
                  <a:pt x="21283" y="9555"/>
                </a:cubicBezTo>
                <a:cubicBezTo>
                  <a:pt x="21164" y="9483"/>
                  <a:pt x="21137" y="9477"/>
                  <a:pt x="20963" y="9477"/>
                </a:cubicBezTo>
                <a:cubicBezTo>
                  <a:pt x="20859" y="9477"/>
                  <a:pt x="20775" y="9470"/>
                  <a:pt x="20775" y="9458"/>
                </a:cubicBezTo>
                <a:cubicBezTo>
                  <a:pt x="20775" y="9447"/>
                  <a:pt x="20736" y="9434"/>
                  <a:pt x="20691" y="9434"/>
                </a:cubicBezTo>
                <a:cubicBezTo>
                  <a:pt x="20646" y="9434"/>
                  <a:pt x="20606" y="9426"/>
                  <a:pt x="20606" y="9416"/>
                </a:cubicBezTo>
                <a:cubicBezTo>
                  <a:pt x="20606" y="9406"/>
                  <a:pt x="20575" y="9389"/>
                  <a:pt x="20531" y="9373"/>
                </a:cubicBezTo>
                <a:cubicBezTo>
                  <a:pt x="20472" y="9353"/>
                  <a:pt x="20454" y="9332"/>
                  <a:pt x="20475" y="9307"/>
                </a:cubicBezTo>
                <a:cubicBezTo>
                  <a:pt x="20505" y="9270"/>
                  <a:pt x="20512" y="8977"/>
                  <a:pt x="20484" y="8930"/>
                </a:cubicBezTo>
                <a:cubicBezTo>
                  <a:pt x="20475" y="8915"/>
                  <a:pt x="20424" y="8887"/>
                  <a:pt x="20371" y="8869"/>
                </a:cubicBezTo>
                <a:lnTo>
                  <a:pt x="20277" y="8839"/>
                </a:lnTo>
                <a:lnTo>
                  <a:pt x="20362" y="8797"/>
                </a:lnTo>
                <a:cubicBezTo>
                  <a:pt x="20408" y="8773"/>
                  <a:pt x="20438" y="8747"/>
                  <a:pt x="20428" y="8736"/>
                </a:cubicBezTo>
                <a:cubicBezTo>
                  <a:pt x="20417" y="8725"/>
                  <a:pt x="20428" y="8706"/>
                  <a:pt x="20456" y="8699"/>
                </a:cubicBezTo>
                <a:cubicBezTo>
                  <a:pt x="20484" y="8693"/>
                  <a:pt x="20512" y="8673"/>
                  <a:pt x="20512" y="8651"/>
                </a:cubicBezTo>
                <a:cubicBezTo>
                  <a:pt x="20512" y="8629"/>
                  <a:pt x="20522" y="8608"/>
                  <a:pt x="20540" y="8608"/>
                </a:cubicBezTo>
                <a:cubicBezTo>
                  <a:pt x="20583" y="8608"/>
                  <a:pt x="20582" y="8490"/>
                  <a:pt x="20540" y="8481"/>
                </a:cubicBezTo>
                <a:cubicBezTo>
                  <a:pt x="20523" y="8477"/>
                  <a:pt x="20509" y="8449"/>
                  <a:pt x="20503" y="8420"/>
                </a:cubicBezTo>
                <a:cubicBezTo>
                  <a:pt x="20487" y="8354"/>
                  <a:pt x="20330" y="8273"/>
                  <a:pt x="20042" y="8177"/>
                </a:cubicBezTo>
                <a:cubicBezTo>
                  <a:pt x="19819" y="8103"/>
                  <a:pt x="19803" y="8098"/>
                  <a:pt x="19488" y="8105"/>
                </a:cubicBezTo>
                <a:lnTo>
                  <a:pt x="19169" y="8111"/>
                </a:lnTo>
                <a:lnTo>
                  <a:pt x="19169" y="8038"/>
                </a:lnTo>
                <a:cubicBezTo>
                  <a:pt x="19168" y="7997"/>
                  <a:pt x="19153" y="7947"/>
                  <a:pt x="19131" y="7922"/>
                </a:cubicBezTo>
                <a:cubicBezTo>
                  <a:pt x="19093" y="7880"/>
                  <a:pt x="18871" y="7701"/>
                  <a:pt x="18783" y="7643"/>
                </a:cubicBezTo>
                <a:cubicBezTo>
                  <a:pt x="18761" y="7628"/>
                  <a:pt x="18746" y="7600"/>
                  <a:pt x="18746" y="7576"/>
                </a:cubicBezTo>
                <a:cubicBezTo>
                  <a:pt x="18746" y="7523"/>
                  <a:pt x="18527" y="7382"/>
                  <a:pt x="18445" y="7382"/>
                </a:cubicBezTo>
                <a:cubicBezTo>
                  <a:pt x="18412" y="7382"/>
                  <a:pt x="18379" y="7376"/>
                  <a:pt x="18379" y="7364"/>
                </a:cubicBezTo>
                <a:cubicBezTo>
                  <a:pt x="18379" y="7352"/>
                  <a:pt x="18370" y="7340"/>
                  <a:pt x="18351" y="7340"/>
                </a:cubicBezTo>
                <a:cubicBezTo>
                  <a:pt x="18332" y="7340"/>
                  <a:pt x="18321" y="7352"/>
                  <a:pt x="18332" y="7364"/>
                </a:cubicBezTo>
                <a:cubicBezTo>
                  <a:pt x="18344" y="7376"/>
                  <a:pt x="18323" y="7382"/>
                  <a:pt x="18276" y="7382"/>
                </a:cubicBezTo>
                <a:cubicBezTo>
                  <a:pt x="18217" y="7382"/>
                  <a:pt x="18169" y="7402"/>
                  <a:pt x="18116" y="7455"/>
                </a:cubicBezTo>
                <a:cubicBezTo>
                  <a:pt x="18044" y="7527"/>
                  <a:pt x="18031" y="7527"/>
                  <a:pt x="17825" y="7528"/>
                </a:cubicBezTo>
                <a:cubicBezTo>
                  <a:pt x="17641" y="7529"/>
                  <a:pt x="17598" y="7540"/>
                  <a:pt x="17487" y="7595"/>
                </a:cubicBezTo>
                <a:cubicBezTo>
                  <a:pt x="17416" y="7629"/>
                  <a:pt x="17376" y="7655"/>
                  <a:pt x="17393" y="7655"/>
                </a:cubicBezTo>
                <a:cubicBezTo>
                  <a:pt x="17409" y="7655"/>
                  <a:pt x="17400" y="7669"/>
                  <a:pt x="17374" y="7680"/>
                </a:cubicBezTo>
                <a:cubicBezTo>
                  <a:pt x="17340" y="7693"/>
                  <a:pt x="17317" y="7750"/>
                  <a:pt x="17308" y="7892"/>
                </a:cubicBezTo>
                <a:cubicBezTo>
                  <a:pt x="17301" y="8001"/>
                  <a:pt x="17280" y="8115"/>
                  <a:pt x="17261" y="8147"/>
                </a:cubicBezTo>
                <a:cubicBezTo>
                  <a:pt x="17230" y="8199"/>
                  <a:pt x="17210" y="8208"/>
                  <a:pt x="17073" y="8208"/>
                </a:cubicBezTo>
                <a:cubicBezTo>
                  <a:pt x="16903" y="8208"/>
                  <a:pt x="16848" y="8178"/>
                  <a:pt x="16848" y="8105"/>
                </a:cubicBezTo>
                <a:cubicBezTo>
                  <a:pt x="16848" y="8077"/>
                  <a:pt x="16808" y="8010"/>
                  <a:pt x="16763" y="7953"/>
                </a:cubicBezTo>
                <a:cubicBezTo>
                  <a:pt x="16706" y="7880"/>
                  <a:pt x="16679" y="7814"/>
                  <a:pt x="16679" y="7734"/>
                </a:cubicBezTo>
                <a:cubicBezTo>
                  <a:pt x="16679" y="7567"/>
                  <a:pt x="16568" y="7384"/>
                  <a:pt x="16463" y="7382"/>
                </a:cubicBezTo>
                <a:cubicBezTo>
                  <a:pt x="16440" y="7382"/>
                  <a:pt x="16425" y="7376"/>
                  <a:pt x="16425" y="7364"/>
                </a:cubicBezTo>
                <a:cubicBezTo>
                  <a:pt x="16425" y="7352"/>
                  <a:pt x="16365" y="7340"/>
                  <a:pt x="16293" y="7340"/>
                </a:cubicBezTo>
                <a:cubicBezTo>
                  <a:pt x="16221" y="7340"/>
                  <a:pt x="16162" y="7330"/>
                  <a:pt x="16162" y="7321"/>
                </a:cubicBezTo>
                <a:cubicBezTo>
                  <a:pt x="16162" y="7295"/>
                  <a:pt x="15911" y="7255"/>
                  <a:pt x="15758" y="7255"/>
                </a:cubicBezTo>
                <a:cubicBezTo>
                  <a:pt x="15661" y="7255"/>
                  <a:pt x="15590" y="7268"/>
                  <a:pt x="15542" y="7297"/>
                </a:cubicBezTo>
                <a:cubicBezTo>
                  <a:pt x="15467" y="7342"/>
                  <a:pt x="15373" y="7357"/>
                  <a:pt x="15373" y="7321"/>
                </a:cubicBezTo>
                <a:cubicBezTo>
                  <a:pt x="15373" y="7310"/>
                  <a:pt x="15323" y="7297"/>
                  <a:pt x="15260" y="7297"/>
                </a:cubicBezTo>
                <a:cubicBezTo>
                  <a:pt x="15197" y="7297"/>
                  <a:pt x="15147" y="7310"/>
                  <a:pt x="15147" y="7321"/>
                </a:cubicBezTo>
                <a:cubicBezTo>
                  <a:pt x="15147" y="7333"/>
                  <a:pt x="15128" y="7340"/>
                  <a:pt x="15110" y="7340"/>
                </a:cubicBezTo>
                <a:cubicBezTo>
                  <a:pt x="15091" y="7340"/>
                  <a:pt x="15045" y="7359"/>
                  <a:pt x="15006" y="7382"/>
                </a:cubicBezTo>
                <a:cubicBezTo>
                  <a:pt x="14968" y="7405"/>
                  <a:pt x="14910" y="7425"/>
                  <a:pt x="14875" y="7425"/>
                </a:cubicBezTo>
                <a:cubicBezTo>
                  <a:pt x="14839" y="7425"/>
                  <a:pt x="14784" y="7442"/>
                  <a:pt x="14752" y="7461"/>
                </a:cubicBezTo>
                <a:cubicBezTo>
                  <a:pt x="14699" y="7492"/>
                  <a:pt x="14680" y="7492"/>
                  <a:pt x="14612" y="7461"/>
                </a:cubicBezTo>
                <a:cubicBezTo>
                  <a:pt x="14568" y="7441"/>
                  <a:pt x="14476" y="7425"/>
                  <a:pt x="14386" y="7425"/>
                </a:cubicBezTo>
                <a:cubicBezTo>
                  <a:pt x="14300" y="7425"/>
                  <a:pt x="14226" y="7418"/>
                  <a:pt x="14226" y="7406"/>
                </a:cubicBezTo>
                <a:cubicBezTo>
                  <a:pt x="14226" y="7395"/>
                  <a:pt x="14206" y="7382"/>
                  <a:pt x="14179" y="7382"/>
                </a:cubicBezTo>
                <a:cubicBezTo>
                  <a:pt x="14152" y="7382"/>
                  <a:pt x="14132" y="7376"/>
                  <a:pt x="14132" y="7364"/>
                </a:cubicBezTo>
                <a:cubicBezTo>
                  <a:pt x="14132" y="7352"/>
                  <a:pt x="14074" y="7340"/>
                  <a:pt x="14010" y="7340"/>
                </a:cubicBezTo>
                <a:cubicBezTo>
                  <a:pt x="13926" y="7340"/>
                  <a:pt x="13870" y="7325"/>
                  <a:pt x="13794" y="7279"/>
                </a:cubicBezTo>
                <a:cubicBezTo>
                  <a:pt x="13707" y="7226"/>
                  <a:pt x="13663" y="7212"/>
                  <a:pt x="13531" y="7212"/>
                </a:cubicBezTo>
                <a:cubicBezTo>
                  <a:pt x="13443" y="7212"/>
                  <a:pt x="13309" y="7223"/>
                  <a:pt x="13240" y="7236"/>
                </a:cubicBezTo>
                <a:cubicBezTo>
                  <a:pt x="13140" y="7256"/>
                  <a:pt x="13086" y="7259"/>
                  <a:pt x="12977" y="7236"/>
                </a:cubicBezTo>
                <a:cubicBezTo>
                  <a:pt x="12784" y="7197"/>
                  <a:pt x="12751" y="7174"/>
                  <a:pt x="12751" y="7091"/>
                </a:cubicBezTo>
                <a:cubicBezTo>
                  <a:pt x="12751" y="6965"/>
                  <a:pt x="12621" y="6855"/>
                  <a:pt x="12469" y="6854"/>
                </a:cubicBezTo>
                <a:cubicBezTo>
                  <a:pt x="12378" y="6853"/>
                  <a:pt x="12374" y="6811"/>
                  <a:pt x="12460" y="6720"/>
                </a:cubicBezTo>
                <a:cubicBezTo>
                  <a:pt x="12548" y="6627"/>
                  <a:pt x="12543" y="6505"/>
                  <a:pt x="12450" y="6417"/>
                </a:cubicBezTo>
                <a:cubicBezTo>
                  <a:pt x="12410" y="6378"/>
                  <a:pt x="12370" y="6344"/>
                  <a:pt x="12356" y="6344"/>
                </a:cubicBezTo>
                <a:cubicBezTo>
                  <a:pt x="12343" y="6344"/>
                  <a:pt x="12328" y="6338"/>
                  <a:pt x="12328" y="6326"/>
                </a:cubicBezTo>
                <a:cubicBezTo>
                  <a:pt x="12328" y="6269"/>
                  <a:pt x="12228" y="6241"/>
                  <a:pt x="12018" y="6241"/>
                </a:cubicBezTo>
                <a:cubicBezTo>
                  <a:pt x="11801" y="6241"/>
                  <a:pt x="11785" y="6231"/>
                  <a:pt x="11840" y="6162"/>
                </a:cubicBezTo>
                <a:cubicBezTo>
                  <a:pt x="11932" y="6045"/>
                  <a:pt x="11999" y="5892"/>
                  <a:pt x="11999" y="5822"/>
                </a:cubicBezTo>
                <a:cubicBezTo>
                  <a:pt x="11999" y="5756"/>
                  <a:pt x="11863" y="5600"/>
                  <a:pt x="11765" y="5555"/>
                </a:cubicBezTo>
                <a:cubicBezTo>
                  <a:pt x="11693" y="5522"/>
                  <a:pt x="11694" y="5518"/>
                  <a:pt x="11755" y="5488"/>
                </a:cubicBezTo>
                <a:cubicBezTo>
                  <a:pt x="11812" y="5460"/>
                  <a:pt x="11820" y="5462"/>
                  <a:pt x="11887" y="5524"/>
                </a:cubicBezTo>
                <a:cubicBezTo>
                  <a:pt x="11927" y="5562"/>
                  <a:pt x="11999" y="5613"/>
                  <a:pt x="12037" y="5634"/>
                </a:cubicBezTo>
                <a:cubicBezTo>
                  <a:pt x="12113" y="5674"/>
                  <a:pt x="12197" y="5679"/>
                  <a:pt x="12197" y="5646"/>
                </a:cubicBezTo>
                <a:cubicBezTo>
                  <a:pt x="12197" y="5634"/>
                  <a:pt x="12221" y="5628"/>
                  <a:pt x="12244" y="5628"/>
                </a:cubicBezTo>
                <a:cubicBezTo>
                  <a:pt x="12266" y="5628"/>
                  <a:pt x="12355" y="5581"/>
                  <a:pt x="12441" y="5524"/>
                </a:cubicBezTo>
                <a:cubicBezTo>
                  <a:pt x="12527" y="5468"/>
                  <a:pt x="12627" y="5409"/>
                  <a:pt x="12667" y="5397"/>
                </a:cubicBezTo>
                <a:cubicBezTo>
                  <a:pt x="12706" y="5385"/>
                  <a:pt x="12821" y="5354"/>
                  <a:pt x="12920" y="5324"/>
                </a:cubicBezTo>
                <a:cubicBezTo>
                  <a:pt x="13019" y="5295"/>
                  <a:pt x="13171" y="5254"/>
                  <a:pt x="13258" y="5233"/>
                </a:cubicBezTo>
                <a:cubicBezTo>
                  <a:pt x="13346" y="5212"/>
                  <a:pt x="13428" y="5182"/>
                  <a:pt x="13437" y="5166"/>
                </a:cubicBezTo>
                <a:cubicBezTo>
                  <a:pt x="13456" y="5134"/>
                  <a:pt x="13578" y="5129"/>
                  <a:pt x="13578" y="5160"/>
                </a:cubicBezTo>
                <a:cubicBezTo>
                  <a:pt x="13578" y="5172"/>
                  <a:pt x="13612" y="5184"/>
                  <a:pt x="13653" y="5184"/>
                </a:cubicBezTo>
                <a:cubicBezTo>
                  <a:pt x="13695" y="5184"/>
                  <a:pt x="13737" y="5196"/>
                  <a:pt x="13756" y="5209"/>
                </a:cubicBezTo>
                <a:cubicBezTo>
                  <a:pt x="13780" y="5224"/>
                  <a:pt x="13869" y="5224"/>
                  <a:pt x="13991" y="5215"/>
                </a:cubicBezTo>
                <a:cubicBezTo>
                  <a:pt x="14423" y="5184"/>
                  <a:pt x="14703" y="5206"/>
                  <a:pt x="14818" y="5276"/>
                </a:cubicBezTo>
                <a:lnTo>
                  <a:pt x="14893" y="5318"/>
                </a:lnTo>
                <a:lnTo>
                  <a:pt x="14818" y="5330"/>
                </a:lnTo>
                <a:cubicBezTo>
                  <a:pt x="14774" y="5334"/>
                  <a:pt x="14704" y="5350"/>
                  <a:pt x="14668" y="5367"/>
                </a:cubicBezTo>
                <a:cubicBezTo>
                  <a:pt x="14629" y="5384"/>
                  <a:pt x="14523" y="5397"/>
                  <a:pt x="14405" y="5397"/>
                </a:cubicBezTo>
                <a:cubicBezTo>
                  <a:pt x="14228" y="5397"/>
                  <a:pt x="14194" y="5400"/>
                  <a:pt x="14123" y="5452"/>
                </a:cubicBezTo>
                <a:cubicBezTo>
                  <a:pt x="14042" y="5511"/>
                  <a:pt x="13935" y="5649"/>
                  <a:pt x="13935" y="5688"/>
                </a:cubicBezTo>
                <a:cubicBezTo>
                  <a:pt x="13935" y="5700"/>
                  <a:pt x="13915" y="5709"/>
                  <a:pt x="13897" y="5713"/>
                </a:cubicBezTo>
                <a:cubicBezTo>
                  <a:pt x="13801" y="5734"/>
                  <a:pt x="13742" y="6203"/>
                  <a:pt x="13832" y="6241"/>
                </a:cubicBezTo>
                <a:cubicBezTo>
                  <a:pt x="13926" y="6280"/>
                  <a:pt x="14036" y="6286"/>
                  <a:pt x="14123" y="6259"/>
                </a:cubicBezTo>
                <a:cubicBezTo>
                  <a:pt x="14171" y="6244"/>
                  <a:pt x="14222" y="6233"/>
                  <a:pt x="14236" y="6235"/>
                </a:cubicBezTo>
                <a:cubicBezTo>
                  <a:pt x="14249" y="6237"/>
                  <a:pt x="14264" y="6233"/>
                  <a:pt x="14264" y="6223"/>
                </a:cubicBezTo>
                <a:cubicBezTo>
                  <a:pt x="14264" y="6212"/>
                  <a:pt x="14288" y="6198"/>
                  <a:pt x="14320" y="6192"/>
                </a:cubicBezTo>
                <a:cubicBezTo>
                  <a:pt x="14367" y="6184"/>
                  <a:pt x="14389" y="6204"/>
                  <a:pt x="14433" y="6283"/>
                </a:cubicBezTo>
                <a:cubicBezTo>
                  <a:pt x="14505" y="6415"/>
                  <a:pt x="14659" y="6492"/>
                  <a:pt x="14771" y="6453"/>
                </a:cubicBezTo>
                <a:cubicBezTo>
                  <a:pt x="14855" y="6424"/>
                  <a:pt x="14998" y="6340"/>
                  <a:pt x="15091" y="6265"/>
                </a:cubicBezTo>
                <a:cubicBezTo>
                  <a:pt x="15183" y="6190"/>
                  <a:pt x="15223" y="6237"/>
                  <a:pt x="15213" y="6405"/>
                </a:cubicBezTo>
                <a:cubicBezTo>
                  <a:pt x="15203" y="6556"/>
                  <a:pt x="15242" y="6618"/>
                  <a:pt x="15382" y="6720"/>
                </a:cubicBezTo>
                <a:cubicBezTo>
                  <a:pt x="15425" y="6752"/>
                  <a:pt x="15498" y="6820"/>
                  <a:pt x="15551" y="6866"/>
                </a:cubicBezTo>
                <a:cubicBezTo>
                  <a:pt x="15713" y="7006"/>
                  <a:pt x="15778" y="7042"/>
                  <a:pt x="15824" y="7042"/>
                </a:cubicBezTo>
                <a:cubicBezTo>
                  <a:pt x="15847" y="7042"/>
                  <a:pt x="15861" y="7055"/>
                  <a:pt x="15861" y="7066"/>
                </a:cubicBezTo>
                <a:cubicBezTo>
                  <a:pt x="15861" y="7079"/>
                  <a:pt x="15971" y="7085"/>
                  <a:pt x="16115" y="7085"/>
                </a:cubicBezTo>
                <a:cubicBezTo>
                  <a:pt x="16351" y="7085"/>
                  <a:pt x="16363" y="7080"/>
                  <a:pt x="16453" y="7018"/>
                </a:cubicBezTo>
                <a:cubicBezTo>
                  <a:pt x="16541" y="6957"/>
                  <a:pt x="16547" y="6941"/>
                  <a:pt x="16547" y="6787"/>
                </a:cubicBezTo>
                <a:cubicBezTo>
                  <a:pt x="16547" y="6643"/>
                  <a:pt x="16560" y="6618"/>
                  <a:pt x="16622" y="6581"/>
                </a:cubicBezTo>
                <a:cubicBezTo>
                  <a:pt x="16662" y="6557"/>
                  <a:pt x="16711" y="6538"/>
                  <a:pt x="16726" y="6538"/>
                </a:cubicBezTo>
                <a:cubicBezTo>
                  <a:pt x="16784" y="6538"/>
                  <a:pt x="16967" y="6388"/>
                  <a:pt x="17026" y="6295"/>
                </a:cubicBezTo>
                <a:cubicBezTo>
                  <a:pt x="17061" y="6242"/>
                  <a:pt x="17097" y="6198"/>
                  <a:pt x="17111" y="6198"/>
                </a:cubicBezTo>
                <a:cubicBezTo>
                  <a:pt x="17125" y="6198"/>
                  <a:pt x="17139" y="6173"/>
                  <a:pt x="17139" y="6144"/>
                </a:cubicBezTo>
                <a:cubicBezTo>
                  <a:pt x="17139" y="6114"/>
                  <a:pt x="17151" y="6095"/>
                  <a:pt x="17167" y="6101"/>
                </a:cubicBezTo>
                <a:cubicBezTo>
                  <a:pt x="17200" y="6114"/>
                  <a:pt x="17278" y="6069"/>
                  <a:pt x="17355" y="5992"/>
                </a:cubicBezTo>
                <a:cubicBezTo>
                  <a:pt x="17413" y="5935"/>
                  <a:pt x="17515" y="5930"/>
                  <a:pt x="17646" y="5974"/>
                </a:cubicBezTo>
                <a:cubicBezTo>
                  <a:pt x="17717" y="5997"/>
                  <a:pt x="17760" y="6041"/>
                  <a:pt x="17825" y="6168"/>
                </a:cubicBezTo>
                <a:cubicBezTo>
                  <a:pt x="17956" y="6424"/>
                  <a:pt x="18159" y="6497"/>
                  <a:pt x="18361" y="6356"/>
                </a:cubicBezTo>
                <a:lnTo>
                  <a:pt x="18436" y="6302"/>
                </a:lnTo>
                <a:lnTo>
                  <a:pt x="18511" y="6393"/>
                </a:lnTo>
                <a:cubicBezTo>
                  <a:pt x="18581" y="6486"/>
                  <a:pt x="18765" y="6623"/>
                  <a:pt x="18821" y="6623"/>
                </a:cubicBezTo>
                <a:cubicBezTo>
                  <a:pt x="18836" y="6623"/>
                  <a:pt x="18879" y="6643"/>
                  <a:pt x="18924" y="6672"/>
                </a:cubicBezTo>
                <a:cubicBezTo>
                  <a:pt x="19015" y="6731"/>
                  <a:pt x="19013" y="6732"/>
                  <a:pt x="19084" y="6714"/>
                </a:cubicBezTo>
                <a:cubicBezTo>
                  <a:pt x="19112" y="6707"/>
                  <a:pt x="19132" y="6694"/>
                  <a:pt x="19122" y="6684"/>
                </a:cubicBezTo>
                <a:cubicBezTo>
                  <a:pt x="19112" y="6674"/>
                  <a:pt x="19118" y="6666"/>
                  <a:pt x="19140" y="6666"/>
                </a:cubicBezTo>
                <a:cubicBezTo>
                  <a:pt x="19163" y="6666"/>
                  <a:pt x="19215" y="6636"/>
                  <a:pt x="19253" y="6605"/>
                </a:cubicBezTo>
                <a:cubicBezTo>
                  <a:pt x="19320" y="6551"/>
                  <a:pt x="19322" y="6553"/>
                  <a:pt x="19422" y="6587"/>
                </a:cubicBezTo>
                <a:cubicBezTo>
                  <a:pt x="19587" y="6642"/>
                  <a:pt x="19842" y="6629"/>
                  <a:pt x="19977" y="6563"/>
                </a:cubicBezTo>
                <a:cubicBezTo>
                  <a:pt x="20156" y="6474"/>
                  <a:pt x="20211" y="6400"/>
                  <a:pt x="20212" y="6241"/>
                </a:cubicBezTo>
                <a:cubicBezTo>
                  <a:pt x="20212" y="6120"/>
                  <a:pt x="20201" y="6084"/>
                  <a:pt x="20118" y="6010"/>
                </a:cubicBezTo>
                <a:cubicBezTo>
                  <a:pt x="20065" y="5963"/>
                  <a:pt x="19982" y="5909"/>
                  <a:pt x="19930" y="5889"/>
                </a:cubicBezTo>
                <a:cubicBezTo>
                  <a:pt x="19877" y="5869"/>
                  <a:pt x="19810" y="5825"/>
                  <a:pt x="19779" y="5792"/>
                </a:cubicBezTo>
                <a:cubicBezTo>
                  <a:pt x="19749" y="5758"/>
                  <a:pt x="19677" y="5717"/>
                  <a:pt x="19620" y="5701"/>
                </a:cubicBezTo>
                <a:cubicBezTo>
                  <a:pt x="19562" y="5684"/>
                  <a:pt x="19457" y="5634"/>
                  <a:pt x="19385" y="5591"/>
                </a:cubicBezTo>
                <a:cubicBezTo>
                  <a:pt x="19193" y="5477"/>
                  <a:pt x="18985" y="5397"/>
                  <a:pt x="18905" y="5397"/>
                </a:cubicBezTo>
                <a:cubicBezTo>
                  <a:pt x="18802" y="5397"/>
                  <a:pt x="18746" y="5344"/>
                  <a:pt x="18746" y="5257"/>
                </a:cubicBezTo>
                <a:cubicBezTo>
                  <a:pt x="18746" y="5215"/>
                  <a:pt x="18734" y="5184"/>
                  <a:pt x="18718" y="5191"/>
                </a:cubicBezTo>
                <a:cubicBezTo>
                  <a:pt x="18702" y="5197"/>
                  <a:pt x="18680" y="5180"/>
                  <a:pt x="18671" y="5148"/>
                </a:cubicBezTo>
                <a:cubicBezTo>
                  <a:pt x="18649" y="5077"/>
                  <a:pt x="18680" y="4948"/>
                  <a:pt x="18718" y="4948"/>
                </a:cubicBezTo>
                <a:cubicBezTo>
                  <a:pt x="18733" y="4948"/>
                  <a:pt x="18746" y="4884"/>
                  <a:pt x="18746" y="4802"/>
                </a:cubicBezTo>
                <a:cubicBezTo>
                  <a:pt x="18746" y="4708"/>
                  <a:pt x="18729" y="4654"/>
                  <a:pt x="18708" y="4662"/>
                </a:cubicBezTo>
                <a:cubicBezTo>
                  <a:pt x="18690" y="4670"/>
                  <a:pt x="18680" y="4661"/>
                  <a:pt x="18680" y="4638"/>
                </a:cubicBezTo>
                <a:cubicBezTo>
                  <a:pt x="18680" y="4526"/>
                  <a:pt x="18404" y="4248"/>
                  <a:pt x="18323" y="4280"/>
                </a:cubicBezTo>
                <a:cubicBezTo>
                  <a:pt x="18308" y="4286"/>
                  <a:pt x="18286" y="4279"/>
                  <a:pt x="18276" y="4262"/>
                </a:cubicBezTo>
                <a:cubicBezTo>
                  <a:pt x="18248" y="4215"/>
                  <a:pt x="17462" y="4215"/>
                  <a:pt x="17402" y="4262"/>
                </a:cubicBezTo>
                <a:cubicBezTo>
                  <a:pt x="17380" y="4279"/>
                  <a:pt x="17328" y="4292"/>
                  <a:pt x="17289" y="4292"/>
                </a:cubicBezTo>
                <a:cubicBezTo>
                  <a:pt x="17251" y="4292"/>
                  <a:pt x="17184" y="4312"/>
                  <a:pt x="17139" y="4335"/>
                </a:cubicBezTo>
                <a:cubicBezTo>
                  <a:pt x="17034" y="4388"/>
                  <a:pt x="16946" y="4388"/>
                  <a:pt x="16857" y="4335"/>
                </a:cubicBezTo>
                <a:cubicBezTo>
                  <a:pt x="16818" y="4311"/>
                  <a:pt x="16742" y="4294"/>
                  <a:pt x="16697" y="4292"/>
                </a:cubicBezTo>
                <a:cubicBezTo>
                  <a:pt x="16653" y="4290"/>
                  <a:pt x="16624" y="4276"/>
                  <a:pt x="16632" y="4268"/>
                </a:cubicBezTo>
                <a:cubicBezTo>
                  <a:pt x="16640" y="4259"/>
                  <a:pt x="16618" y="4250"/>
                  <a:pt x="16585" y="4244"/>
                </a:cubicBezTo>
                <a:cubicBezTo>
                  <a:pt x="16537" y="4234"/>
                  <a:pt x="16523" y="4200"/>
                  <a:pt x="16510" y="4104"/>
                </a:cubicBezTo>
                <a:cubicBezTo>
                  <a:pt x="16486" y="3933"/>
                  <a:pt x="16400" y="3873"/>
                  <a:pt x="16190" y="3873"/>
                </a:cubicBezTo>
                <a:cubicBezTo>
                  <a:pt x="16040" y="3873"/>
                  <a:pt x="16029" y="3870"/>
                  <a:pt x="15889" y="3746"/>
                </a:cubicBezTo>
                <a:cubicBezTo>
                  <a:pt x="15811" y="3676"/>
                  <a:pt x="15743" y="3618"/>
                  <a:pt x="15730" y="3618"/>
                </a:cubicBezTo>
                <a:cubicBezTo>
                  <a:pt x="15716" y="3618"/>
                  <a:pt x="15667" y="3599"/>
                  <a:pt x="15626" y="3576"/>
                </a:cubicBezTo>
                <a:cubicBezTo>
                  <a:pt x="15586" y="3553"/>
                  <a:pt x="15545" y="3537"/>
                  <a:pt x="15532" y="3539"/>
                </a:cubicBezTo>
                <a:cubicBezTo>
                  <a:pt x="15520" y="3542"/>
                  <a:pt x="15470" y="3507"/>
                  <a:pt x="15420" y="3466"/>
                </a:cubicBezTo>
                <a:cubicBezTo>
                  <a:pt x="15268" y="3344"/>
                  <a:pt x="15070" y="3236"/>
                  <a:pt x="15006" y="3236"/>
                </a:cubicBezTo>
                <a:cubicBezTo>
                  <a:pt x="14973" y="3236"/>
                  <a:pt x="14950" y="3224"/>
                  <a:pt x="14950" y="3211"/>
                </a:cubicBezTo>
                <a:cubicBezTo>
                  <a:pt x="14950" y="3196"/>
                  <a:pt x="14873" y="3195"/>
                  <a:pt x="14724" y="3199"/>
                </a:cubicBezTo>
                <a:cubicBezTo>
                  <a:pt x="14599" y="3203"/>
                  <a:pt x="14484" y="3196"/>
                  <a:pt x="14471" y="3187"/>
                </a:cubicBezTo>
                <a:cubicBezTo>
                  <a:pt x="14457" y="3179"/>
                  <a:pt x="14490" y="3175"/>
                  <a:pt x="14546" y="3175"/>
                </a:cubicBezTo>
                <a:cubicBezTo>
                  <a:pt x="14624" y="3175"/>
                  <a:pt x="14667" y="3152"/>
                  <a:pt x="14743" y="3090"/>
                </a:cubicBezTo>
                <a:cubicBezTo>
                  <a:pt x="14865" y="2990"/>
                  <a:pt x="14905" y="2937"/>
                  <a:pt x="14931" y="2811"/>
                </a:cubicBezTo>
                <a:cubicBezTo>
                  <a:pt x="14953" y="2700"/>
                  <a:pt x="15151" y="2520"/>
                  <a:pt x="15250" y="2519"/>
                </a:cubicBezTo>
                <a:cubicBezTo>
                  <a:pt x="15282" y="2519"/>
                  <a:pt x="15307" y="2507"/>
                  <a:pt x="15307" y="2495"/>
                </a:cubicBezTo>
                <a:cubicBezTo>
                  <a:pt x="15307" y="2483"/>
                  <a:pt x="15348" y="2477"/>
                  <a:pt x="15391" y="2477"/>
                </a:cubicBezTo>
                <a:cubicBezTo>
                  <a:pt x="15452" y="2477"/>
                  <a:pt x="15474" y="2490"/>
                  <a:pt x="15504" y="2544"/>
                </a:cubicBezTo>
                <a:cubicBezTo>
                  <a:pt x="15541" y="2609"/>
                  <a:pt x="15750" y="2708"/>
                  <a:pt x="15852" y="2708"/>
                </a:cubicBezTo>
                <a:cubicBezTo>
                  <a:pt x="15872" y="2708"/>
                  <a:pt x="15966" y="2653"/>
                  <a:pt x="16059" y="2586"/>
                </a:cubicBezTo>
                <a:lnTo>
                  <a:pt x="16228" y="2465"/>
                </a:lnTo>
                <a:lnTo>
                  <a:pt x="16228" y="2538"/>
                </a:lnTo>
                <a:cubicBezTo>
                  <a:pt x="16228" y="2609"/>
                  <a:pt x="16287" y="2686"/>
                  <a:pt x="16397" y="2756"/>
                </a:cubicBezTo>
                <a:cubicBezTo>
                  <a:pt x="16459" y="2796"/>
                  <a:pt x="16832" y="2805"/>
                  <a:pt x="16867" y="2768"/>
                </a:cubicBezTo>
                <a:cubicBezTo>
                  <a:pt x="16896" y="2738"/>
                  <a:pt x="17221" y="2743"/>
                  <a:pt x="17261" y="2774"/>
                </a:cubicBezTo>
                <a:cubicBezTo>
                  <a:pt x="17280" y="2789"/>
                  <a:pt x="17308" y="2837"/>
                  <a:pt x="17318" y="2878"/>
                </a:cubicBezTo>
                <a:cubicBezTo>
                  <a:pt x="17327" y="2918"/>
                  <a:pt x="17363" y="2966"/>
                  <a:pt x="17402" y="2987"/>
                </a:cubicBezTo>
                <a:cubicBezTo>
                  <a:pt x="17441" y="3007"/>
                  <a:pt x="17465" y="3023"/>
                  <a:pt x="17449" y="3023"/>
                </a:cubicBezTo>
                <a:cubicBezTo>
                  <a:pt x="17434" y="3023"/>
                  <a:pt x="17463" y="3049"/>
                  <a:pt x="17515" y="3078"/>
                </a:cubicBezTo>
                <a:cubicBezTo>
                  <a:pt x="17646" y="3151"/>
                  <a:pt x="17927" y="3155"/>
                  <a:pt x="18003" y="3084"/>
                </a:cubicBezTo>
                <a:cubicBezTo>
                  <a:pt x="18031" y="3058"/>
                  <a:pt x="18060" y="3048"/>
                  <a:pt x="18060" y="3060"/>
                </a:cubicBezTo>
                <a:cubicBezTo>
                  <a:pt x="18060" y="3071"/>
                  <a:pt x="18080" y="3051"/>
                  <a:pt x="18107" y="3017"/>
                </a:cubicBezTo>
                <a:cubicBezTo>
                  <a:pt x="18134" y="2984"/>
                  <a:pt x="18154" y="2923"/>
                  <a:pt x="18154" y="2884"/>
                </a:cubicBezTo>
                <a:cubicBezTo>
                  <a:pt x="18154" y="2814"/>
                  <a:pt x="18197" y="2792"/>
                  <a:pt x="18238" y="2835"/>
                </a:cubicBezTo>
                <a:cubicBezTo>
                  <a:pt x="18250" y="2847"/>
                  <a:pt x="18335" y="2853"/>
                  <a:pt x="18426" y="2853"/>
                </a:cubicBezTo>
                <a:cubicBezTo>
                  <a:pt x="18557" y="2853"/>
                  <a:pt x="18616" y="2843"/>
                  <a:pt x="18708" y="2799"/>
                </a:cubicBezTo>
                <a:cubicBezTo>
                  <a:pt x="18773" y="2767"/>
                  <a:pt x="18831" y="2739"/>
                  <a:pt x="18840" y="2732"/>
                </a:cubicBezTo>
                <a:cubicBezTo>
                  <a:pt x="18849" y="2725"/>
                  <a:pt x="18929" y="2694"/>
                  <a:pt x="19018" y="2665"/>
                </a:cubicBezTo>
                <a:cubicBezTo>
                  <a:pt x="19195" y="2607"/>
                  <a:pt x="19298" y="2521"/>
                  <a:pt x="19300" y="2422"/>
                </a:cubicBezTo>
                <a:cubicBezTo>
                  <a:pt x="19303" y="2326"/>
                  <a:pt x="19180" y="2175"/>
                  <a:pt x="19028" y="2082"/>
                </a:cubicBezTo>
                <a:cubicBezTo>
                  <a:pt x="18887" y="1996"/>
                  <a:pt x="18635" y="1903"/>
                  <a:pt x="18577" y="1912"/>
                </a:cubicBezTo>
                <a:cubicBezTo>
                  <a:pt x="18558" y="1915"/>
                  <a:pt x="18518" y="1861"/>
                  <a:pt x="18483" y="1797"/>
                </a:cubicBezTo>
                <a:cubicBezTo>
                  <a:pt x="18447" y="1733"/>
                  <a:pt x="18397" y="1669"/>
                  <a:pt x="18370" y="1651"/>
                </a:cubicBezTo>
                <a:cubicBezTo>
                  <a:pt x="18296" y="1604"/>
                  <a:pt x="17928" y="1597"/>
                  <a:pt x="17797" y="1639"/>
                </a:cubicBezTo>
                <a:cubicBezTo>
                  <a:pt x="17739" y="1658"/>
                  <a:pt x="17661" y="1669"/>
                  <a:pt x="17628" y="1669"/>
                </a:cubicBezTo>
                <a:cubicBezTo>
                  <a:pt x="17594" y="1669"/>
                  <a:pt x="17562" y="1682"/>
                  <a:pt x="17562" y="1694"/>
                </a:cubicBezTo>
                <a:cubicBezTo>
                  <a:pt x="17562" y="1722"/>
                  <a:pt x="17119" y="1722"/>
                  <a:pt x="17092" y="1694"/>
                </a:cubicBezTo>
                <a:cubicBezTo>
                  <a:pt x="17081" y="1682"/>
                  <a:pt x="17031" y="1669"/>
                  <a:pt x="16979" y="1669"/>
                </a:cubicBezTo>
                <a:cubicBezTo>
                  <a:pt x="16928" y="1669"/>
                  <a:pt x="16882" y="1666"/>
                  <a:pt x="16876" y="1657"/>
                </a:cubicBezTo>
                <a:cubicBezTo>
                  <a:pt x="16870" y="1649"/>
                  <a:pt x="16814" y="1623"/>
                  <a:pt x="16754" y="1603"/>
                </a:cubicBezTo>
                <a:cubicBezTo>
                  <a:pt x="16670" y="1574"/>
                  <a:pt x="16564" y="1566"/>
                  <a:pt x="16303" y="1566"/>
                </a:cubicBezTo>
                <a:cubicBezTo>
                  <a:pt x="16097" y="1566"/>
                  <a:pt x="15965" y="1555"/>
                  <a:pt x="15965" y="1542"/>
                </a:cubicBezTo>
                <a:cubicBezTo>
                  <a:pt x="15965" y="1530"/>
                  <a:pt x="15885" y="1524"/>
                  <a:pt x="15786" y="1524"/>
                </a:cubicBezTo>
                <a:cubicBezTo>
                  <a:pt x="15687" y="1524"/>
                  <a:pt x="15598" y="1530"/>
                  <a:pt x="15598" y="1542"/>
                </a:cubicBezTo>
                <a:cubicBezTo>
                  <a:pt x="15598" y="1585"/>
                  <a:pt x="15539" y="1562"/>
                  <a:pt x="15335" y="1433"/>
                </a:cubicBezTo>
                <a:cubicBezTo>
                  <a:pt x="15075" y="1268"/>
                  <a:pt x="15021" y="1251"/>
                  <a:pt x="14799" y="1251"/>
                </a:cubicBezTo>
                <a:cubicBezTo>
                  <a:pt x="14607" y="1251"/>
                  <a:pt x="14532" y="1278"/>
                  <a:pt x="14461" y="1384"/>
                </a:cubicBezTo>
                <a:cubicBezTo>
                  <a:pt x="14407" y="1466"/>
                  <a:pt x="14414" y="1501"/>
                  <a:pt x="14489" y="1597"/>
                </a:cubicBezTo>
                <a:cubicBezTo>
                  <a:pt x="14525" y="1642"/>
                  <a:pt x="14555" y="1690"/>
                  <a:pt x="14555" y="1706"/>
                </a:cubicBezTo>
                <a:cubicBezTo>
                  <a:pt x="14555" y="1754"/>
                  <a:pt x="14450" y="1949"/>
                  <a:pt x="14424" y="1949"/>
                </a:cubicBezTo>
                <a:cubicBezTo>
                  <a:pt x="14410" y="1949"/>
                  <a:pt x="14379" y="1924"/>
                  <a:pt x="14348" y="1894"/>
                </a:cubicBezTo>
                <a:cubicBezTo>
                  <a:pt x="14271" y="1818"/>
                  <a:pt x="14186" y="1758"/>
                  <a:pt x="14114" y="1718"/>
                </a:cubicBezTo>
                <a:cubicBezTo>
                  <a:pt x="14079" y="1699"/>
                  <a:pt x="14012" y="1653"/>
                  <a:pt x="13954" y="1621"/>
                </a:cubicBezTo>
                <a:cubicBezTo>
                  <a:pt x="13814" y="1544"/>
                  <a:pt x="13707" y="1552"/>
                  <a:pt x="13550" y="1639"/>
                </a:cubicBezTo>
                <a:lnTo>
                  <a:pt x="13428" y="1706"/>
                </a:lnTo>
                <a:lnTo>
                  <a:pt x="13042" y="1712"/>
                </a:lnTo>
                <a:lnTo>
                  <a:pt x="12657" y="1712"/>
                </a:lnTo>
                <a:lnTo>
                  <a:pt x="12657" y="1615"/>
                </a:lnTo>
                <a:cubicBezTo>
                  <a:pt x="12657" y="1498"/>
                  <a:pt x="12561" y="1356"/>
                  <a:pt x="12441" y="1299"/>
                </a:cubicBezTo>
                <a:cubicBezTo>
                  <a:pt x="12392" y="1276"/>
                  <a:pt x="12314" y="1237"/>
                  <a:pt x="12272" y="1208"/>
                </a:cubicBezTo>
                <a:cubicBezTo>
                  <a:pt x="12177" y="1144"/>
                  <a:pt x="11931" y="1038"/>
                  <a:pt x="11877" y="1038"/>
                </a:cubicBezTo>
                <a:cubicBezTo>
                  <a:pt x="11855" y="1038"/>
                  <a:pt x="11776" y="999"/>
                  <a:pt x="11699" y="953"/>
                </a:cubicBezTo>
                <a:cubicBezTo>
                  <a:pt x="11372" y="759"/>
                  <a:pt x="11300" y="716"/>
                  <a:pt x="11248" y="716"/>
                </a:cubicBezTo>
                <a:cubicBezTo>
                  <a:pt x="11217" y="716"/>
                  <a:pt x="11184" y="710"/>
                  <a:pt x="11173" y="698"/>
                </a:cubicBezTo>
                <a:cubicBezTo>
                  <a:pt x="11161" y="687"/>
                  <a:pt x="11113" y="680"/>
                  <a:pt x="11069" y="680"/>
                </a:cubicBezTo>
                <a:cubicBezTo>
                  <a:pt x="11025" y="680"/>
                  <a:pt x="10985" y="687"/>
                  <a:pt x="10985" y="698"/>
                </a:cubicBezTo>
                <a:cubicBezTo>
                  <a:pt x="10985" y="710"/>
                  <a:pt x="10956" y="716"/>
                  <a:pt x="10919" y="716"/>
                </a:cubicBezTo>
                <a:cubicBezTo>
                  <a:pt x="10855" y="716"/>
                  <a:pt x="10558" y="839"/>
                  <a:pt x="10534" y="874"/>
                </a:cubicBezTo>
                <a:cubicBezTo>
                  <a:pt x="10528" y="883"/>
                  <a:pt x="10513" y="886"/>
                  <a:pt x="10496" y="886"/>
                </a:cubicBezTo>
                <a:cubicBezTo>
                  <a:pt x="10459" y="886"/>
                  <a:pt x="10388" y="921"/>
                  <a:pt x="10289" y="990"/>
                </a:cubicBezTo>
                <a:cubicBezTo>
                  <a:pt x="10142" y="1092"/>
                  <a:pt x="10070" y="1090"/>
                  <a:pt x="9904" y="983"/>
                </a:cubicBezTo>
                <a:cubicBezTo>
                  <a:pt x="9876" y="965"/>
                  <a:pt x="9824" y="951"/>
                  <a:pt x="9791" y="947"/>
                </a:cubicBezTo>
                <a:cubicBezTo>
                  <a:pt x="9731" y="939"/>
                  <a:pt x="9656" y="922"/>
                  <a:pt x="9519" y="886"/>
                </a:cubicBezTo>
                <a:cubicBezTo>
                  <a:pt x="9478" y="876"/>
                  <a:pt x="9410" y="868"/>
                  <a:pt x="9359" y="868"/>
                </a:cubicBezTo>
                <a:cubicBezTo>
                  <a:pt x="9233" y="868"/>
                  <a:pt x="9105" y="785"/>
                  <a:pt x="9058" y="674"/>
                </a:cubicBezTo>
                <a:cubicBezTo>
                  <a:pt x="8953" y="419"/>
                  <a:pt x="8792" y="265"/>
                  <a:pt x="8617" y="243"/>
                </a:cubicBezTo>
                <a:cubicBezTo>
                  <a:pt x="8454" y="222"/>
                  <a:pt x="8367" y="188"/>
                  <a:pt x="8222" y="91"/>
                </a:cubicBezTo>
                <a:cubicBezTo>
                  <a:pt x="8102" y="11"/>
                  <a:pt x="8063" y="0"/>
                  <a:pt x="7931" y="0"/>
                </a:cubicBezTo>
                <a:close/>
                <a:moveTo>
                  <a:pt x="12760" y="3005"/>
                </a:moveTo>
                <a:cubicBezTo>
                  <a:pt x="12831" y="3005"/>
                  <a:pt x="12883" y="3014"/>
                  <a:pt x="12883" y="3023"/>
                </a:cubicBezTo>
                <a:cubicBezTo>
                  <a:pt x="12883" y="3047"/>
                  <a:pt x="13089" y="3090"/>
                  <a:pt x="13193" y="3090"/>
                </a:cubicBezTo>
                <a:cubicBezTo>
                  <a:pt x="13264" y="3090"/>
                  <a:pt x="13289" y="3109"/>
                  <a:pt x="13362" y="3205"/>
                </a:cubicBezTo>
                <a:cubicBezTo>
                  <a:pt x="13410" y="3269"/>
                  <a:pt x="13460" y="3321"/>
                  <a:pt x="13475" y="3321"/>
                </a:cubicBezTo>
                <a:cubicBezTo>
                  <a:pt x="13489" y="3321"/>
                  <a:pt x="13551" y="3383"/>
                  <a:pt x="13606" y="3454"/>
                </a:cubicBezTo>
                <a:cubicBezTo>
                  <a:pt x="13689" y="3562"/>
                  <a:pt x="13700" y="3608"/>
                  <a:pt x="13700" y="3727"/>
                </a:cubicBezTo>
                <a:lnTo>
                  <a:pt x="13700" y="3873"/>
                </a:lnTo>
                <a:lnTo>
                  <a:pt x="13587" y="3873"/>
                </a:lnTo>
                <a:cubicBezTo>
                  <a:pt x="13524" y="3873"/>
                  <a:pt x="13475" y="3880"/>
                  <a:pt x="13475" y="3891"/>
                </a:cubicBezTo>
                <a:cubicBezTo>
                  <a:pt x="13475" y="3903"/>
                  <a:pt x="13422" y="3916"/>
                  <a:pt x="13352" y="3916"/>
                </a:cubicBezTo>
                <a:cubicBezTo>
                  <a:pt x="13248" y="3916"/>
                  <a:pt x="13208" y="3898"/>
                  <a:pt x="13127" y="3837"/>
                </a:cubicBezTo>
                <a:cubicBezTo>
                  <a:pt x="13037" y="3769"/>
                  <a:pt x="13013" y="3764"/>
                  <a:pt x="12845" y="3764"/>
                </a:cubicBezTo>
                <a:cubicBezTo>
                  <a:pt x="12745" y="3764"/>
                  <a:pt x="12649" y="3777"/>
                  <a:pt x="12638" y="3788"/>
                </a:cubicBezTo>
                <a:cubicBezTo>
                  <a:pt x="12627" y="3800"/>
                  <a:pt x="12590" y="3806"/>
                  <a:pt x="12554" y="3806"/>
                </a:cubicBezTo>
                <a:cubicBezTo>
                  <a:pt x="12507" y="3806"/>
                  <a:pt x="12496" y="3796"/>
                  <a:pt x="12507" y="3770"/>
                </a:cubicBezTo>
                <a:cubicBezTo>
                  <a:pt x="12515" y="3750"/>
                  <a:pt x="12542" y="3682"/>
                  <a:pt x="12563" y="3618"/>
                </a:cubicBezTo>
                <a:cubicBezTo>
                  <a:pt x="12584" y="3554"/>
                  <a:pt x="12612" y="3472"/>
                  <a:pt x="12629" y="3436"/>
                </a:cubicBezTo>
                <a:cubicBezTo>
                  <a:pt x="12667" y="3354"/>
                  <a:pt x="12667" y="3129"/>
                  <a:pt x="12629" y="3090"/>
                </a:cubicBezTo>
                <a:cubicBezTo>
                  <a:pt x="12577" y="3037"/>
                  <a:pt x="12627" y="3005"/>
                  <a:pt x="12760" y="3005"/>
                </a:cubicBezTo>
                <a:close/>
                <a:moveTo>
                  <a:pt x="8805" y="3812"/>
                </a:moveTo>
                <a:cubicBezTo>
                  <a:pt x="8870" y="3854"/>
                  <a:pt x="9218" y="4001"/>
                  <a:pt x="9256" y="4001"/>
                </a:cubicBezTo>
                <a:cubicBezTo>
                  <a:pt x="9273" y="4001"/>
                  <a:pt x="9284" y="4052"/>
                  <a:pt x="9284" y="4122"/>
                </a:cubicBezTo>
                <a:cubicBezTo>
                  <a:pt x="9284" y="4192"/>
                  <a:pt x="9279" y="4250"/>
                  <a:pt x="9265" y="4250"/>
                </a:cubicBezTo>
                <a:cubicBezTo>
                  <a:pt x="9236" y="4249"/>
                  <a:pt x="8899" y="3987"/>
                  <a:pt x="8899" y="3964"/>
                </a:cubicBezTo>
                <a:cubicBezTo>
                  <a:pt x="8899" y="3956"/>
                  <a:pt x="8861" y="3919"/>
                  <a:pt x="8814" y="3879"/>
                </a:cubicBezTo>
                <a:cubicBezTo>
                  <a:pt x="8728" y="3807"/>
                  <a:pt x="8722" y="3759"/>
                  <a:pt x="8805" y="3812"/>
                </a:cubicBezTo>
                <a:close/>
                <a:moveTo>
                  <a:pt x="6343" y="3958"/>
                </a:moveTo>
                <a:cubicBezTo>
                  <a:pt x="6398" y="3958"/>
                  <a:pt x="6437" y="3966"/>
                  <a:pt x="6437" y="3976"/>
                </a:cubicBezTo>
                <a:cubicBezTo>
                  <a:pt x="6437" y="3987"/>
                  <a:pt x="6472" y="3997"/>
                  <a:pt x="6512" y="4001"/>
                </a:cubicBezTo>
                <a:cubicBezTo>
                  <a:pt x="6553" y="4004"/>
                  <a:pt x="6594" y="4023"/>
                  <a:pt x="6597" y="4037"/>
                </a:cubicBezTo>
                <a:cubicBezTo>
                  <a:pt x="6599" y="4052"/>
                  <a:pt x="6603" y="4065"/>
                  <a:pt x="6606" y="4067"/>
                </a:cubicBezTo>
                <a:cubicBezTo>
                  <a:pt x="6609" y="4070"/>
                  <a:pt x="6611" y="4138"/>
                  <a:pt x="6615" y="4219"/>
                </a:cubicBezTo>
                <a:cubicBezTo>
                  <a:pt x="6620" y="4301"/>
                  <a:pt x="6632" y="4387"/>
                  <a:pt x="6644" y="4413"/>
                </a:cubicBezTo>
                <a:cubicBezTo>
                  <a:pt x="6676" y="4489"/>
                  <a:pt x="6800" y="4592"/>
                  <a:pt x="6888" y="4614"/>
                </a:cubicBezTo>
                <a:cubicBezTo>
                  <a:pt x="7010" y="4644"/>
                  <a:pt x="7218" y="4637"/>
                  <a:pt x="7273" y="4602"/>
                </a:cubicBezTo>
                <a:cubicBezTo>
                  <a:pt x="7300" y="4584"/>
                  <a:pt x="7340" y="4571"/>
                  <a:pt x="7367" y="4571"/>
                </a:cubicBezTo>
                <a:cubicBezTo>
                  <a:pt x="7394" y="4571"/>
                  <a:pt x="7418" y="4558"/>
                  <a:pt x="7424" y="4547"/>
                </a:cubicBezTo>
                <a:cubicBezTo>
                  <a:pt x="7435" y="4525"/>
                  <a:pt x="7562" y="4517"/>
                  <a:pt x="7752" y="4523"/>
                </a:cubicBezTo>
                <a:lnTo>
                  <a:pt x="7875" y="4529"/>
                </a:lnTo>
                <a:lnTo>
                  <a:pt x="7856" y="4656"/>
                </a:lnTo>
                <a:cubicBezTo>
                  <a:pt x="7840" y="4766"/>
                  <a:pt x="7851" y="4791"/>
                  <a:pt x="7912" y="4845"/>
                </a:cubicBezTo>
                <a:lnTo>
                  <a:pt x="7978" y="4905"/>
                </a:lnTo>
                <a:lnTo>
                  <a:pt x="7771" y="4905"/>
                </a:lnTo>
                <a:cubicBezTo>
                  <a:pt x="7649" y="4905"/>
                  <a:pt x="7525" y="4923"/>
                  <a:pt x="7471" y="4942"/>
                </a:cubicBezTo>
                <a:cubicBezTo>
                  <a:pt x="7419" y="4959"/>
                  <a:pt x="7348" y="4972"/>
                  <a:pt x="7320" y="4972"/>
                </a:cubicBezTo>
                <a:cubicBezTo>
                  <a:pt x="7292" y="4972"/>
                  <a:pt x="7199" y="4998"/>
                  <a:pt x="7113" y="5033"/>
                </a:cubicBezTo>
                <a:cubicBezTo>
                  <a:pt x="6876" y="5130"/>
                  <a:pt x="6797" y="5118"/>
                  <a:pt x="6756" y="4972"/>
                </a:cubicBezTo>
                <a:cubicBezTo>
                  <a:pt x="6745" y="4931"/>
                  <a:pt x="6708" y="4864"/>
                  <a:pt x="6672" y="4826"/>
                </a:cubicBezTo>
                <a:cubicBezTo>
                  <a:pt x="6611" y="4762"/>
                  <a:pt x="6592" y="4760"/>
                  <a:pt x="6418" y="4760"/>
                </a:cubicBezTo>
                <a:cubicBezTo>
                  <a:pt x="6271" y="4760"/>
                  <a:pt x="6212" y="4772"/>
                  <a:pt x="6127" y="4814"/>
                </a:cubicBezTo>
                <a:cubicBezTo>
                  <a:pt x="5970" y="4892"/>
                  <a:pt x="5924" y="4881"/>
                  <a:pt x="5845" y="4760"/>
                </a:cubicBezTo>
                <a:cubicBezTo>
                  <a:pt x="5785" y="4667"/>
                  <a:pt x="5759" y="4650"/>
                  <a:pt x="5657" y="4638"/>
                </a:cubicBezTo>
                <a:cubicBezTo>
                  <a:pt x="5532" y="4624"/>
                  <a:pt x="5328" y="4558"/>
                  <a:pt x="5328" y="4529"/>
                </a:cubicBezTo>
                <a:cubicBezTo>
                  <a:pt x="5328" y="4519"/>
                  <a:pt x="5290" y="4480"/>
                  <a:pt x="5244" y="4444"/>
                </a:cubicBezTo>
                <a:cubicBezTo>
                  <a:pt x="5197" y="4408"/>
                  <a:pt x="5178" y="4377"/>
                  <a:pt x="5197" y="4377"/>
                </a:cubicBezTo>
                <a:cubicBezTo>
                  <a:pt x="5215" y="4377"/>
                  <a:pt x="5233" y="4390"/>
                  <a:pt x="5244" y="4401"/>
                </a:cubicBezTo>
                <a:cubicBezTo>
                  <a:pt x="5255" y="4413"/>
                  <a:pt x="5323" y="4420"/>
                  <a:pt x="5394" y="4420"/>
                </a:cubicBezTo>
                <a:cubicBezTo>
                  <a:pt x="5465" y="4420"/>
                  <a:pt x="5526" y="4413"/>
                  <a:pt x="5526" y="4401"/>
                </a:cubicBezTo>
                <a:cubicBezTo>
                  <a:pt x="5526" y="4390"/>
                  <a:pt x="5541" y="4378"/>
                  <a:pt x="5563" y="4377"/>
                </a:cubicBezTo>
                <a:cubicBezTo>
                  <a:pt x="5586" y="4377"/>
                  <a:pt x="5650" y="4338"/>
                  <a:pt x="5704" y="4292"/>
                </a:cubicBezTo>
                <a:cubicBezTo>
                  <a:pt x="5758" y="4246"/>
                  <a:pt x="5858" y="4189"/>
                  <a:pt x="5930" y="4165"/>
                </a:cubicBezTo>
                <a:cubicBezTo>
                  <a:pt x="6090" y="4110"/>
                  <a:pt x="6216" y="4043"/>
                  <a:pt x="6193" y="4019"/>
                </a:cubicBezTo>
                <a:cubicBezTo>
                  <a:pt x="6183" y="4009"/>
                  <a:pt x="6201" y="4001"/>
                  <a:pt x="6230" y="4001"/>
                </a:cubicBezTo>
                <a:cubicBezTo>
                  <a:pt x="6259" y="4001"/>
                  <a:pt x="6270" y="3988"/>
                  <a:pt x="6258" y="3976"/>
                </a:cubicBezTo>
                <a:cubicBezTo>
                  <a:pt x="6247" y="3964"/>
                  <a:pt x="6285" y="3958"/>
                  <a:pt x="6343" y="3958"/>
                </a:cubicBezTo>
                <a:close/>
                <a:moveTo>
                  <a:pt x="3299" y="4511"/>
                </a:moveTo>
                <a:cubicBezTo>
                  <a:pt x="3358" y="4487"/>
                  <a:pt x="3364" y="4488"/>
                  <a:pt x="3364" y="4517"/>
                </a:cubicBezTo>
                <a:cubicBezTo>
                  <a:pt x="3364" y="4535"/>
                  <a:pt x="3354" y="4542"/>
                  <a:pt x="3336" y="4535"/>
                </a:cubicBezTo>
                <a:cubicBezTo>
                  <a:pt x="3316" y="4527"/>
                  <a:pt x="3299" y="4570"/>
                  <a:pt x="3299" y="4644"/>
                </a:cubicBezTo>
                <a:cubicBezTo>
                  <a:pt x="3299" y="4718"/>
                  <a:pt x="3316" y="4756"/>
                  <a:pt x="3336" y="4747"/>
                </a:cubicBezTo>
                <a:cubicBezTo>
                  <a:pt x="3357" y="4739"/>
                  <a:pt x="3364" y="4809"/>
                  <a:pt x="3364" y="4942"/>
                </a:cubicBezTo>
                <a:cubicBezTo>
                  <a:pt x="3365" y="5106"/>
                  <a:pt x="3376" y="5163"/>
                  <a:pt x="3421" y="5197"/>
                </a:cubicBezTo>
                <a:cubicBezTo>
                  <a:pt x="3497" y="5255"/>
                  <a:pt x="3702" y="5329"/>
                  <a:pt x="3778" y="5330"/>
                </a:cubicBezTo>
                <a:cubicBezTo>
                  <a:pt x="3829" y="5331"/>
                  <a:pt x="3821" y="5342"/>
                  <a:pt x="3740" y="5385"/>
                </a:cubicBezTo>
                <a:cubicBezTo>
                  <a:pt x="3671" y="5422"/>
                  <a:pt x="3602" y="5433"/>
                  <a:pt x="3505" y="5433"/>
                </a:cubicBezTo>
                <a:cubicBezTo>
                  <a:pt x="3430" y="5433"/>
                  <a:pt x="3357" y="5446"/>
                  <a:pt x="3346" y="5458"/>
                </a:cubicBezTo>
                <a:cubicBezTo>
                  <a:pt x="3335" y="5469"/>
                  <a:pt x="3266" y="5476"/>
                  <a:pt x="3186" y="5476"/>
                </a:cubicBezTo>
                <a:cubicBezTo>
                  <a:pt x="3079" y="5476"/>
                  <a:pt x="3036" y="5469"/>
                  <a:pt x="3036" y="5446"/>
                </a:cubicBezTo>
                <a:cubicBezTo>
                  <a:pt x="3036" y="5428"/>
                  <a:pt x="3025" y="5415"/>
                  <a:pt x="3007" y="5415"/>
                </a:cubicBezTo>
                <a:cubicBezTo>
                  <a:pt x="2947" y="5415"/>
                  <a:pt x="2972" y="5353"/>
                  <a:pt x="3054" y="5300"/>
                </a:cubicBezTo>
                <a:cubicBezTo>
                  <a:pt x="3099" y="5271"/>
                  <a:pt x="3139" y="5236"/>
                  <a:pt x="3139" y="5227"/>
                </a:cubicBezTo>
                <a:cubicBezTo>
                  <a:pt x="3139" y="5218"/>
                  <a:pt x="3162" y="5190"/>
                  <a:pt x="3195" y="5166"/>
                </a:cubicBezTo>
                <a:cubicBezTo>
                  <a:pt x="3295" y="5097"/>
                  <a:pt x="3336" y="5042"/>
                  <a:pt x="3336" y="4948"/>
                </a:cubicBezTo>
                <a:cubicBezTo>
                  <a:pt x="3336" y="4860"/>
                  <a:pt x="3230" y="4717"/>
                  <a:pt x="3167" y="4717"/>
                </a:cubicBezTo>
                <a:cubicBezTo>
                  <a:pt x="3151" y="4717"/>
                  <a:pt x="3139" y="4703"/>
                  <a:pt x="3139" y="4687"/>
                </a:cubicBezTo>
                <a:cubicBezTo>
                  <a:pt x="3139" y="4670"/>
                  <a:pt x="3114" y="4650"/>
                  <a:pt x="3092" y="4644"/>
                </a:cubicBezTo>
                <a:cubicBezTo>
                  <a:pt x="3061" y="4636"/>
                  <a:pt x="3064" y="4631"/>
                  <a:pt x="3101" y="4614"/>
                </a:cubicBezTo>
                <a:cubicBezTo>
                  <a:pt x="3128" y="4601"/>
                  <a:pt x="3138" y="4590"/>
                  <a:pt x="3120" y="4590"/>
                </a:cubicBezTo>
                <a:cubicBezTo>
                  <a:pt x="3102" y="4589"/>
                  <a:pt x="3119" y="4580"/>
                  <a:pt x="3158" y="4565"/>
                </a:cubicBezTo>
                <a:cubicBezTo>
                  <a:pt x="3196" y="4551"/>
                  <a:pt x="3261" y="4526"/>
                  <a:pt x="3299" y="4511"/>
                </a:cubicBezTo>
                <a:close/>
                <a:moveTo>
                  <a:pt x="9171" y="4923"/>
                </a:moveTo>
                <a:cubicBezTo>
                  <a:pt x="9249" y="4897"/>
                  <a:pt x="9335" y="4895"/>
                  <a:pt x="9369" y="4930"/>
                </a:cubicBezTo>
                <a:cubicBezTo>
                  <a:pt x="9380" y="4941"/>
                  <a:pt x="9454" y="4948"/>
                  <a:pt x="9528" y="4948"/>
                </a:cubicBezTo>
                <a:lnTo>
                  <a:pt x="9660" y="4948"/>
                </a:lnTo>
                <a:lnTo>
                  <a:pt x="9538" y="5021"/>
                </a:lnTo>
                <a:cubicBezTo>
                  <a:pt x="9471" y="5060"/>
                  <a:pt x="9416" y="5100"/>
                  <a:pt x="9416" y="5112"/>
                </a:cubicBezTo>
                <a:cubicBezTo>
                  <a:pt x="9416" y="5146"/>
                  <a:pt x="9177" y="5191"/>
                  <a:pt x="9030" y="5184"/>
                </a:cubicBezTo>
                <a:cubicBezTo>
                  <a:pt x="8876" y="5177"/>
                  <a:pt x="8867" y="5163"/>
                  <a:pt x="8965" y="5118"/>
                </a:cubicBezTo>
                <a:cubicBezTo>
                  <a:pt x="9000" y="5101"/>
                  <a:pt x="9030" y="5069"/>
                  <a:pt x="9030" y="5045"/>
                </a:cubicBezTo>
                <a:cubicBezTo>
                  <a:pt x="9030" y="4999"/>
                  <a:pt x="9094" y="4950"/>
                  <a:pt x="9171" y="4923"/>
                </a:cubicBezTo>
                <a:close/>
                <a:moveTo>
                  <a:pt x="8824" y="5464"/>
                </a:moveTo>
                <a:cubicBezTo>
                  <a:pt x="8898" y="5478"/>
                  <a:pt x="8970" y="5498"/>
                  <a:pt x="8983" y="5506"/>
                </a:cubicBezTo>
                <a:cubicBezTo>
                  <a:pt x="8996" y="5515"/>
                  <a:pt x="9069" y="5518"/>
                  <a:pt x="9152" y="5518"/>
                </a:cubicBezTo>
                <a:cubicBezTo>
                  <a:pt x="9283" y="5518"/>
                  <a:pt x="9319" y="5533"/>
                  <a:pt x="9416" y="5597"/>
                </a:cubicBezTo>
                <a:cubicBezTo>
                  <a:pt x="9509" y="5659"/>
                  <a:pt x="9522" y="5672"/>
                  <a:pt x="9481" y="5688"/>
                </a:cubicBezTo>
                <a:cubicBezTo>
                  <a:pt x="9454" y="5699"/>
                  <a:pt x="9419" y="5712"/>
                  <a:pt x="9397" y="5713"/>
                </a:cubicBezTo>
                <a:cubicBezTo>
                  <a:pt x="9374" y="5713"/>
                  <a:pt x="9350" y="5719"/>
                  <a:pt x="9350" y="5731"/>
                </a:cubicBezTo>
                <a:cubicBezTo>
                  <a:pt x="9350" y="5742"/>
                  <a:pt x="9290" y="5755"/>
                  <a:pt x="9218" y="5755"/>
                </a:cubicBezTo>
                <a:cubicBezTo>
                  <a:pt x="9146" y="5755"/>
                  <a:pt x="9087" y="5742"/>
                  <a:pt x="9087" y="5731"/>
                </a:cubicBezTo>
                <a:cubicBezTo>
                  <a:pt x="9087" y="5719"/>
                  <a:pt x="9056" y="5713"/>
                  <a:pt x="9011" y="5713"/>
                </a:cubicBezTo>
                <a:cubicBezTo>
                  <a:pt x="8966" y="5713"/>
                  <a:pt x="8927" y="5719"/>
                  <a:pt x="8927" y="5731"/>
                </a:cubicBezTo>
                <a:cubicBezTo>
                  <a:pt x="8927" y="5742"/>
                  <a:pt x="8875" y="5755"/>
                  <a:pt x="8805" y="5755"/>
                </a:cubicBezTo>
                <a:cubicBezTo>
                  <a:pt x="8692" y="5755"/>
                  <a:pt x="8664" y="5746"/>
                  <a:pt x="8617" y="5682"/>
                </a:cubicBezTo>
                <a:cubicBezTo>
                  <a:pt x="8548" y="5588"/>
                  <a:pt x="8554" y="5512"/>
                  <a:pt x="8626" y="5470"/>
                </a:cubicBezTo>
                <a:cubicBezTo>
                  <a:pt x="8676" y="5440"/>
                  <a:pt x="8707" y="5441"/>
                  <a:pt x="8824" y="5464"/>
                </a:cubicBezTo>
                <a:close/>
                <a:moveTo>
                  <a:pt x="9735" y="5628"/>
                </a:moveTo>
                <a:cubicBezTo>
                  <a:pt x="9760" y="5628"/>
                  <a:pt x="9782" y="5641"/>
                  <a:pt x="9782" y="5658"/>
                </a:cubicBezTo>
                <a:cubicBezTo>
                  <a:pt x="9782" y="5678"/>
                  <a:pt x="9742" y="5688"/>
                  <a:pt x="9688" y="5688"/>
                </a:cubicBezTo>
                <a:cubicBezTo>
                  <a:pt x="9615" y="5688"/>
                  <a:pt x="9616" y="5685"/>
                  <a:pt x="9650" y="5658"/>
                </a:cubicBezTo>
                <a:cubicBezTo>
                  <a:pt x="9673" y="5641"/>
                  <a:pt x="9710" y="5628"/>
                  <a:pt x="9735" y="5628"/>
                </a:cubicBezTo>
                <a:close/>
                <a:moveTo>
                  <a:pt x="8777" y="8190"/>
                </a:moveTo>
                <a:cubicBezTo>
                  <a:pt x="8884" y="8191"/>
                  <a:pt x="8993" y="8263"/>
                  <a:pt x="8993" y="8335"/>
                </a:cubicBezTo>
                <a:cubicBezTo>
                  <a:pt x="8993" y="8371"/>
                  <a:pt x="8982" y="8396"/>
                  <a:pt x="8965" y="8396"/>
                </a:cubicBezTo>
                <a:cubicBezTo>
                  <a:pt x="8947" y="8396"/>
                  <a:pt x="8933" y="8405"/>
                  <a:pt x="8936" y="8414"/>
                </a:cubicBezTo>
                <a:cubicBezTo>
                  <a:pt x="8952" y="8450"/>
                  <a:pt x="8790" y="8723"/>
                  <a:pt x="8739" y="8748"/>
                </a:cubicBezTo>
                <a:cubicBezTo>
                  <a:pt x="8635" y="8799"/>
                  <a:pt x="8575" y="8783"/>
                  <a:pt x="8551" y="8693"/>
                </a:cubicBezTo>
                <a:cubicBezTo>
                  <a:pt x="8530" y="8611"/>
                  <a:pt x="8469" y="8562"/>
                  <a:pt x="8279" y="8481"/>
                </a:cubicBezTo>
                <a:cubicBezTo>
                  <a:pt x="8217" y="8455"/>
                  <a:pt x="8205" y="8435"/>
                  <a:pt x="8222" y="8390"/>
                </a:cubicBezTo>
                <a:cubicBezTo>
                  <a:pt x="8234" y="8359"/>
                  <a:pt x="8263" y="8335"/>
                  <a:pt x="8288" y="8335"/>
                </a:cubicBezTo>
                <a:cubicBezTo>
                  <a:pt x="8313" y="8335"/>
                  <a:pt x="8338" y="8326"/>
                  <a:pt x="8344" y="8317"/>
                </a:cubicBezTo>
                <a:cubicBezTo>
                  <a:pt x="8363" y="8290"/>
                  <a:pt x="8708" y="8189"/>
                  <a:pt x="8777" y="8190"/>
                </a:cubicBezTo>
                <a:close/>
                <a:moveTo>
                  <a:pt x="13766" y="8608"/>
                </a:moveTo>
                <a:cubicBezTo>
                  <a:pt x="13873" y="8608"/>
                  <a:pt x="13873" y="8610"/>
                  <a:pt x="13813" y="8639"/>
                </a:cubicBezTo>
                <a:cubicBezTo>
                  <a:pt x="13778" y="8656"/>
                  <a:pt x="13738" y="8669"/>
                  <a:pt x="13719" y="8669"/>
                </a:cubicBezTo>
                <a:cubicBezTo>
                  <a:pt x="13663" y="8670"/>
                  <a:pt x="13543" y="8765"/>
                  <a:pt x="13503" y="8839"/>
                </a:cubicBezTo>
                <a:cubicBezTo>
                  <a:pt x="13476" y="8889"/>
                  <a:pt x="13446" y="8906"/>
                  <a:pt x="13390" y="8906"/>
                </a:cubicBezTo>
                <a:cubicBezTo>
                  <a:pt x="13314" y="8906"/>
                  <a:pt x="13118" y="8967"/>
                  <a:pt x="13118" y="8991"/>
                </a:cubicBezTo>
                <a:cubicBezTo>
                  <a:pt x="13117" y="8998"/>
                  <a:pt x="13070" y="9039"/>
                  <a:pt x="13014" y="9082"/>
                </a:cubicBezTo>
                <a:cubicBezTo>
                  <a:pt x="12958" y="9125"/>
                  <a:pt x="12887" y="9161"/>
                  <a:pt x="12854" y="9161"/>
                </a:cubicBezTo>
                <a:cubicBezTo>
                  <a:pt x="12822" y="9161"/>
                  <a:pt x="12750" y="9126"/>
                  <a:pt x="12695" y="9082"/>
                </a:cubicBezTo>
                <a:lnTo>
                  <a:pt x="12591" y="9003"/>
                </a:lnTo>
                <a:lnTo>
                  <a:pt x="12826" y="8991"/>
                </a:lnTo>
                <a:cubicBezTo>
                  <a:pt x="13029" y="8982"/>
                  <a:pt x="13084" y="8974"/>
                  <a:pt x="13165" y="8924"/>
                </a:cubicBezTo>
                <a:cubicBezTo>
                  <a:pt x="13217" y="8892"/>
                  <a:pt x="13280" y="8863"/>
                  <a:pt x="13305" y="8863"/>
                </a:cubicBezTo>
                <a:cubicBezTo>
                  <a:pt x="13357" y="8863"/>
                  <a:pt x="13515" y="8757"/>
                  <a:pt x="13597" y="8669"/>
                </a:cubicBezTo>
                <a:cubicBezTo>
                  <a:pt x="13639" y="8624"/>
                  <a:pt x="13677" y="8608"/>
                  <a:pt x="13766" y="8608"/>
                </a:cubicBezTo>
                <a:close/>
                <a:moveTo>
                  <a:pt x="14348" y="8851"/>
                </a:moveTo>
                <a:cubicBezTo>
                  <a:pt x="14326" y="8813"/>
                  <a:pt x="14428" y="8861"/>
                  <a:pt x="14621" y="8973"/>
                </a:cubicBezTo>
                <a:lnTo>
                  <a:pt x="14734" y="9039"/>
                </a:lnTo>
                <a:lnTo>
                  <a:pt x="14734" y="9228"/>
                </a:lnTo>
                <a:cubicBezTo>
                  <a:pt x="14734" y="9411"/>
                  <a:pt x="14741" y="9413"/>
                  <a:pt x="14837" y="9464"/>
                </a:cubicBezTo>
                <a:cubicBezTo>
                  <a:pt x="14928" y="9514"/>
                  <a:pt x="14955" y="9518"/>
                  <a:pt x="15222" y="9513"/>
                </a:cubicBezTo>
                <a:cubicBezTo>
                  <a:pt x="15492" y="9508"/>
                  <a:pt x="15512" y="9509"/>
                  <a:pt x="15570" y="9555"/>
                </a:cubicBezTo>
                <a:cubicBezTo>
                  <a:pt x="15604" y="9583"/>
                  <a:pt x="15636" y="9626"/>
                  <a:pt x="15636" y="9647"/>
                </a:cubicBezTo>
                <a:cubicBezTo>
                  <a:pt x="15636" y="9667"/>
                  <a:pt x="15655" y="9688"/>
                  <a:pt x="15683" y="9695"/>
                </a:cubicBezTo>
                <a:cubicBezTo>
                  <a:pt x="15711" y="9702"/>
                  <a:pt x="15730" y="9715"/>
                  <a:pt x="15720" y="9725"/>
                </a:cubicBezTo>
                <a:cubicBezTo>
                  <a:pt x="15710" y="9736"/>
                  <a:pt x="15721" y="9759"/>
                  <a:pt x="15748" y="9774"/>
                </a:cubicBezTo>
                <a:cubicBezTo>
                  <a:pt x="15810" y="9807"/>
                  <a:pt x="15806" y="9916"/>
                  <a:pt x="15739" y="9968"/>
                </a:cubicBezTo>
                <a:cubicBezTo>
                  <a:pt x="15682" y="10012"/>
                  <a:pt x="15542" y="10016"/>
                  <a:pt x="15542" y="9974"/>
                </a:cubicBezTo>
                <a:cubicBezTo>
                  <a:pt x="15542" y="9958"/>
                  <a:pt x="15513" y="9934"/>
                  <a:pt x="15485" y="9920"/>
                </a:cubicBezTo>
                <a:cubicBezTo>
                  <a:pt x="15458" y="9905"/>
                  <a:pt x="15448" y="9889"/>
                  <a:pt x="15457" y="9883"/>
                </a:cubicBezTo>
                <a:cubicBezTo>
                  <a:pt x="15466" y="9878"/>
                  <a:pt x="15450" y="9853"/>
                  <a:pt x="15429" y="9829"/>
                </a:cubicBezTo>
                <a:cubicBezTo>
                  <a:pt x="15391" y="9785"/>
                  <a:pt x="15391" y="9770"/>
                  <a:pt x="15382" y="9732"/>
                </a:cubicBezTo>
                <a:cubicBezTo>
                  <a:pt x="15380" y="9721"/>
                  <a:pt x="15327" y="9683"/>
                  <a:pt x="15269" y="9647"/>
                </a:cubicBezTo>
                <a:cubicBezTo>
                  <a:pt x="15179" y="9590"/>
                  <a:pt x="15145" y="9580"/>
                  <a:pt x="14997" y="9580"/>
                </a:cubicBezTo>
                <a:cubicBezTo>
                  <a:pt x="14902" y="9580"/>
                  <a:pt x="14811" y="9592"/>
                  <a:pt x="14799" y="9604"/>
                </a:cubicBezTo>
                <a:cubicBezTo>
                  <a:pt x="14788" y="9616"/>
                  <a:pt x="14745" y="9628"/>
                  <a:pt x="14705" y="9628"/>
                </a:cubicBezTo>
                <a:cubicBezTo>
                  <a:pt x="14666" y="9629"/>
                  <a:pt x="14608" y="9642"/>
                  <a:pt x="14574" y="9659"/>
                </a:cubicBezTo>
                <a:cubicBezTo>
                  <a:pt x="14495" y="9697"/>
                  <a:pt x="14424" y="9661"/>
                  <a:pt x="14424" y="9586"/>
                </a:cubicBezTo>
                <a:cubicBezTo>
                  <a:pt x="14424" y="9525"/>
                  <a:pt x="14509" y="9312"/>
                  <a:pt x="14555" y="9258"/>
                </a:cubicBezTo>
                <a:cubicBezTo>
                  <a:pt x="14612" y="9192"/>
                  <a:pt x="14594" y="9074"/>
                  <a:pt x="14508" y="8979"/>
                </a:cubicBezTo>
                <a:cubicBezTo>
                  <a:pt x="14462" y="8928"/>
                  <a:pt x="14411" y="8882"/>
                  <a:pt x="14395" y="8882"/>
                </a:cubicBezTo>
                <a:cubicBezTo>
                  <a:pt x="14380" y="8882"/>
                  <a:pt x="14359" y="8869"/>
                  <a:pt x="14348" y="8851"/>
                </a:cubicBezTo>
                <a:close/>
                <a:moveTo>
                  <a:pt x="12122" y="9052"/>
                </a:moveTo>
                <a:cubicBezTo>
                  <a:pt x="12210" y="9051"/>
                  <a:pt x="12236" y="9063"/>
                  <a:pt x="12253" y="9112"/>
                </a:cubicBezTo>
                <a:cubicBezTo>
                  <a:pt x="12264" y="9144"/>
                  <a:pt x="12352" y="9222"/>
                  <a:pt x="12450" y="9282"/>
                </a:cubicBezTo>
                <a:lnTo>
                  <a:pt x="12629" y="9392"/>
                </a:lnTo>
                <a:lnTo>
                  <a:pt x="12544" y="9470"/>
                </a:lnTo>
                <a:cubicBezTo>
                  <a:pt x="12499" y="9514"/>
                  <a:pt x="12469" y="9558"/>
                  <a:pt x="12479" y="9568"/>
                </a:cubicBezTo>
                <a:cubicBezTo>
                  <a:pt x="12488" y="9577"/>
                  <a:pt x="12479" y="9580"/>
                  <a:pt x="12460" y="9580"/>
                </a:cubicBezTo>
                <a:cubicBezTo>
                  <a:pt x="12441" y="9580"/>
                  <a:pt x="12432" y="9605"/>
                  <a:pt x="12432" y="9634"/>
                </a:cubicBezTo>
                <a:cubicBezTo>
                  <a:pt x="12432" y="9663"/>
                  <a:pt x="12412" y="9689"/>
                  <a:pt x="12394" y="9689"/>
                </a:cubicBezTo>
                <a:cubicBezTo>
                  <a:pt x="12375" y="9689"/>
                  <a:pt x="12366" y="9750"/>
                  <a:pt x="12366" y="9835"/>
                </a:cubicBezTo>
                <a:cubicBezTo>
                  <a:pt x="12366" y="9919"/>
                  <a:pt x="12375" y="9987"/>
                  <a:pt x="12394" y="9987"/>
                </a:cubicBezTo>
                <a:cubicBezTo>
                  <a:pt x="12412" y="9987"/>
                  <a:pt x="12424" y="9990"/>
                  <a:pt x="12422" y="9999"/>
                </a:cubicBezTo>
                <a:cubicBezTo>
                  <a:pt x="12411" y="10046"/>
                  <a:pt x="12440" y="10075"/>
                  <a:pt x="12563" y="10132"/>
                </a:cubicBezTo>
                <a:cubicBezTo>
                  <a:pt x="12680" y="10187"/>
                  <a:pt x="12727" y="10193"/>
                  <a:pt x="12901" y="10193"/>
                </a:cubicBezTo>
                <a:cubicBezTo>
                  <a:pt x="13043" y="10193"/>
                  <a:pt x="13118" y="10185"/>
                  <a:pt x="13146" y="10163"/>
                </a:cubicBezTo>
                <a:cubicBezTo>
                  <a:pt x="13191" y="10127"/>
                  <a:pt x="13295" y="10120"/>
                  <a:pt x="13324" y="10150"/>
                </a:cubicBezTo>
                <a:cubicBezTo>
                  <a:pt x="13358" y="10185"/>
                  <a:pt x="13548" y="10235"/>
                  <a:pt x="13644" y="10235"/>
                </a:cubicBezTo>
                <a:cubicBezTo>
                  <a:pt x="13743" y="10235"/>
                  <a:pt x="13869" y="10183"/>
                  <a:pt x="13869" y="10138"/>
                </a:cubicBezTo>
                <a:cubicBezTo>
                  <a:pt x="13869" y="10123"/>
                  <a:pt x="13879" y="10114"/>
                  <a:pt x="13897" y="10114"/>
                </a:cubicBezTo>
                <a:cubicBezTo>
                  <a:pt x="13915" y="10114"/>
                  <a:pt x="13935" y="10095"/>
                  <a:pt x="13935" y="10078"/>
                </a:cubicBezTo>
                <a:cubicBezTo>
                  <a:pt x="13935" y="10058"/>
                  <a:pt x="13962" y="10047"/>
                  <a:pt x="14010" y="10047"/>
                </a:cubicBezTo>
                <a:cubicBezTo>
                  <a:pt x="14082" y="10047"/>
                  <a:pt x="14092" y="10053"/>
                  <a:pt x="14057" y="10102"/>
                </a:cubicBezTo>
                <a:cubicBezTo>
                  <a:pt x="14036" y="10131"/>
                  <a:pt x="14005" y="10150"/>
                  <a:pt x="13991" y="10150"/>
                </a:cubicBezTo>
                <a:cubicBezTo>
                  <a:pt x="13978" y="10151"/>
                  <a:pt x="13963" y="10172"/>
                  <a:pt x="13963" y="10193"/>
                </a:cubicBezTo>
                <a:cubicBezTo>
                  <a:pt x="13963" y="10214"/>
                  <a:pt x="13918" y="10265"/>
                  <a:pt x="13860" y="10308"/>
                </a:cubicBezTo>
                <a:cubicBezTo>
                  <a:pt x="13726" y="10408"/>
                  <a:pt x="13561" y="10422"/>
                  <a:pt x="13362" y="10351"/>
                </a:cubicBezTo>
                <a:cubicBezTo>
                  <a:pt x="13290" y="10325"/>
                  <a:pt x="13184" y="10303"/>
                  <a:pt x="13127" y="10302"/>
                </a:cubicBezTo>
                <a:cubicBezTo>
                  <a:pt x="13070" y="10301"/>
                  <a:pt x="13016" y="10290"/>
                  <a:pt x="13005" y="10278"/>
                </a:cubicBezTo>
                <a:cubicBezTo>
                  <a:pt x="12994" y="10266"/>
                  <a:pt x="12937" y="10260"/>
                  <a:pt x="12883" y="10260"/>
                </a:cubicBezTo>
                <a:cubicBezTo>
                  <a:pt x="12828" y="10260"/>
                  <a:pt x="12735" y="10234"/>
                  <a:pt x="12676" y="10205"/>
                </a:cubicBezTo>
                <a:cubicBezTo>
                  <a:pt x="12617" y="10176"/>
                  <a:pt x="12545" y="10156"/>
                  <a:pt x="12516" y="10156"/>
                </a:cubicBezTo>
                <a:cubicBezTo>
                  <a:pt x="12487" y="10156"/>
                  <a:pt x="12452" y="10144"/>
                  <a:pt x="12441" y="10132"/>
                </a:cubicBezTo>
                <a:cubicBezTo>
                  <a:pt x="12430" y="10121"/>
                  <a:pt x="12403" y="10114"/>
                  <a:pt x="12375" y="10114"/>
                </a:cubicBezTo>
                <a:cubicBezTo>
                  <a:pt x="12347" y="10114"/>
                  <a:pt x="12298" y="10088"/>
                  <a:pt x="12263" y="10059"/>
                </a:cubicBezTo>
                <a:cubicBezTo>
                  <a:pt x="12225" y="10029"/>
                  <a:pt x="12158" y="10005"/>
                  <a:pt x="12112" y="10005"/>
                </a:cubicBezTo>
                <a:cubicBezTo>
                  <a:pt x="12068" y="10005"/>
                  <a:pt x="12037" y="9998"/>
                  <a:pt x="12037" y="9987"/>
                </a:cubicBezTo>
                <a:cubicBezTo>
                  <a:pt x="12037" y="9975"/>
                  <a:pt x="11988" y="9962"/>
                  <a:pt x="11934" y="9962"/>
                </a:cubicBezTo>
                <a:lnTo>
                  <a:pt x="11840" y="9962"/>
                </a:lnTo>
                <a:lnTo>
                  <a:pt x="11887" y="9902"/>
                </a:lnTo>
                <a:cubicBezTo>
                  <a:pt x="11965" y="9804"/>
                  <a:pt x="11946" y="9709"/>
                  <a:pt x="11830" y="9592"/>
                </a:cubicBezTo>
                <a:cubicBezTo>
                  <a:pt x="11759" y="9520"/>
                  <a:pt x="11728" y="9450"/>
                  <a:pt x="11718" y="9373"/>
                </a:cubicBezTo>
                <a:cubicBezTo>
                  <a:pt x="11702" y="9258"/>
                  <a:pt x="11755" y="9137"/>
                  <a:pt x="11821" y="9137"/>
                </a:cubicBezTo>
                <a:cubicBezTo>
                  <a:pt x="11841" y="9136"/>
                  <a:pt x="11889" y="9117"/>
                  <a:pt x="11934" y="9094"/>
                </a:cubicBezTo>
                <a:cubicBezTo>
                  <a:pt x="11979" y="9071"/>
                  <a:pt x="12063" y="9052"/>
                  <a:pt x="12122" y="9052"/>
                </a:cubicBezTo>
                <a:close/>
                <a:moveTo>
                  <a:pt x="9547" y="9155"/>
                </a:moveTo>
                <a:cubicBezTo>
                  <a:pt x="9590" y="9199"/>
                  <a:pt x="9761" y="9211"/>
                  <a:pt x="9810" y="9173"/>
                </a:cubicBezTo>
                <a:cubicBezTo>
                  <a:pt x="9859" y="9135"/>
                  <a:pt x="9942" y="9127"/>
                  <a:pt x="9942" y="9161"/>
                </a:cubicBezTo>
                <a:cubicBezTo>
                  <a:pt x="9942" y="9173"/>
                  <a:pt x="9902" y="9204"/>
                  <a:pt x="9848" y="9234"/>
                </a:cubicBezTo>
                <a:cubicBezTo>
                  <a:pt x="9742" y="9291"/>
                  <a:pt x="9647" y="9400"/>
                  <a:pt x="9613" y="9507"/>
                </a:cubicBezTo>
                <a:cubicBezTo>
                  <a:pt x="9598" y="9555"/>
                  <a:pt x="9571" y="9575"/>
                  <a:pt x="9519" y="9580"/>
                </a:cubicBezTo>
                <a:cubicBezTo>
                  <a:pt x="9479" y="9583"/>
                  <a:pt x="9453" y="9579"/>
                  <a:pt x="9453" y="9568"/>
                </a:cubicBezTo>
                <a:cubicBezTo>
                  <a:pt x="9453" y="9556"/>
                  <a:pt x="9415" y="9539"/>
                  <a:pt x="9369" y="9531"/>
                </a:cubicBezTo>
                <a:cubicBezTo>
                  <a:pt x="9289" y="9518"/>
                  <a:pt x="9282" y="9510"/>
                  <a:pt x="9303" y="9416"/>
                </a:cubicBezTo>
                <a:cubicBezTo>
                  <a:pt x="9315" y="9361"/>
                  <a:pt x="9336" y="9306"/>
                  <a:pt x="9350" y="9294"/>
                </a:cubicBezTo>
                <a:cubicBezTo>
                  <a:pt x="9364" y="9283"/>
                  <a:pt x="9381" y="9256"/>
                  <a:pt x="9387" y="9228"/>
                </a:cubicBezTo>
                <a:cubicBezTo>
                  <a:pt x="9401" y="9165"/>
                  <a:pt x="9510" y="9116"/>
                  <a:pt x="9547" y="9155"/>
                </a:cubicBezTo>
                <a:close/>
                <a:moveTo>
                  <a:pt x="17158" y="10217"/>
                </a:moveTo>
                <a:cubicBezTo>
                  <a:pt x="17182" y="10202"/>
                  <a:pt x="17213" y="10214"/>
                  <a:pt x="17242" y="10260"/>
                </a:cubicBezTo>
                <a:cubicBezTo>
                  <a:pt x="17282" y="10321"/>
                  <a:pt x="17269" y="10329"/>
                  <a:pt x="17148" y="10405"/>
                </a:cubicBezTo>
                <a:cubicBezTo>
                  <a:pt x="17008" y="10494"/>
                  <a:pt x="16744" y="10814"/>
                  <a:pt x="16744" y="10897"/>
                </a:cubicBezTo>
                <a:cubicBezTo>
                  <a:pt x="16744" y="10926"/>
                  <a:pt x="16784" y="10979"/>
                  <a:pt x="16829" y="11019"/>
                </a:cubicBezTo>
                <a:cubicBezTo>
                  <a:pt x="16874" y="11058"/>
                  <a:pt x="16914" y="11094"/>
                  <a:pt x="16914" y="11097"/>
                </a:cubicBezTo>
                <a:cubicBezTo>
                  <a:pt x="16914" y="11111"/>
                  <a:pt x="16820" y="11106"/>
                  <a:pt x="16810" y="11091"/>
                </a:cubicBezTo>
                <a:cubicBezTo>
                  <a:pt x="16804" y="11083"/>
                  <a:pt x="16751" y="11056"/>
                  <a:pt x="16697" y="11037"/>
                </a:cubicBezTo>
                <a:cubicBezTo>
                  <a:pt x="16628" y="11012"/>
                  <a:pt x="16584" y="10971"/>
                  <a:pt x="16538" y="10891"/>
                </a:cubicBezTo>
                <a:cubicBezTo>
                  <a:pt x="16449" y="10738"/>
                  <a:pt x="16393" y="10696"/>
                  <a:pt x="16228" y="10648"/>
                </a:cubicBezTo>
                <a:cubicBezTo>
                  <a:pt x="16094" y="10609"/>
                  <a:pt x="16089" y="10603"/>
                  <a:pt x="16105" y="10533"/>
                </a:cubicBezTo>
                <a:cubicBezTo>
                  <a:pt x="16115" y="10492"/>
                  <a:pt x="16143" y="10458"/>
                  <a:pt x="16162" y="10454"/>
                </a:cubicBezTo>
                <a:cubicBezTo>
                  <a:pt x="16181" y="10450"/>
                  <a:pt x="16212" y="10434"/>
                  <a:pt x="16237" y="10418"/>
                </a:cubicBezTo>
                <a:cubicBezTo>
                  <a:pt x="16262" y="10401"/>
                  <a:pt x="16302" y="10387"/>
                  <a:pt x="16322" y="10387"/>
                </a:cubicBezTo>
                <a:cubicBezTo>
                  <a:pt x="16341" y="10387"/>
                  <a:pt x="16384" y="10355"/>
                  <a:pt x="16425" y="10314"/>
                </a:cubicBezTo>
                <a:lnTo>
                  <a:pt x="16500" y="10241"/>
                </a:lnTo>
                <a:lnTo>
                  <a:pt x="16810" y="10235"/>
                </a:lnTo>
                <a:cubicBezTo>
                  <a:pt x="16985" y="10235"/>
                  <a:pt x="17138" y="10230"/>
                  <a:pt x="17158" y="10217"/>
                </a:cubicBezTo>
                <a:close/>
                <a:moveTo>
                  <a:pt x="12845" y="10927"/>
                </a:moveTo>
                <a:cubicBezTo>
                  <a:pt x="12879" y="10905"/>
                  <a:pt x="13183" y="10911"/>
                  <a:pt x="13183" y="10934"/>
                </a:cubicBezTo>
                <a:cubicBezTo>
                  <a:pt x="13183" y="10945"/>
                  <a:pt x="13243" y="10958"/>
                  <a:pt x="13315" y="10958"/>
                </a:cubicBezTo>
                <a:cubicBezTo>
                  <a:pt x="13464" y="10958"/>
                  <a:pt x="13487" y="10992"/>
                  <a:pt x="13352" y="11012"/>
                </a:cubicBezTo>
                <a:cubicBezTo>
                  <a:pt x="13242" y="11030"/>
                  <a:pt x="13178" y="11060"/>
                  <a:pt x="13202" y="11085"/>
                </a:cubicBezTo>
                <a:cubicBezTo>
                  <a:pt x="13212" y="11096"/>
                  <a:pt x="13202" y="11104"/>
                  <a:pt x="13183" y="11104"/>
                </a:cubicBezTo>
                <a:cubicBezTo>
                  <a:pt x="13164" y="11104"/>
                  <a:pt x="13146" y="11123"/>
                  <a:pt x="13146" y="11146"/>
                </a:cubicBezTo>
                <a:cubicBezTo>
                  <a:pt x="13146" y="11169"/>
                  <a:pt x="13164" y="11189"/>
                  <a:pt x="13183" y="11189"/>
                </a:cubicBezTo>
                <a:cubicBezTo>
                  <a:pt x="13202" y="11189"/>
                  <a:pt x="13213" y="11202"/>
                  <a:pt x="13202" y="11213"/>
                </a:cubicBezTo>
                <a:cubicBezTo>
                  <a:pt x="13191" y="11224"/>
                  <a:pt x="13212" y="11240"/>
                  <a:pt x="13249" y="11255"/>
                </a:cubicBezTo>
                <a:cubicBezTo>
                  <a:pt x="13286" y="11270"/>
                  <a:pt x="13315" y="11301"/>
                  <a:pt x="13315" y="11322"/>
                </a:cubicBezTo>
                <a:cubicBezTo>
                  <a:pt x="13315" y="11343"/>
                  <a:pt x="13325" y="11354"/>
                  <a:pt x="13343" y="11346"/>
                </a:cubicBezTo>
                <a:cubicBezTo>
                  <a:pt x="13362" y="11339"/>
                  <a:pt x="13381" y="11365"/>
                  <a:pt x="13381" y="11407"/>
                </a:cubicBezTo>
                <a:cubicBezTo>
                  <a:pt x="13381" y="11450"/>
                  <a:pt x="13407" y="11504"/>
                  <a:pt x="13456" y="11547"/>
                </a:cubicBezTo>
                <a:cubicBezTo>
                  <a:pt x="13501" y="11586"/>
                  <a:pt x="13540" y="11631"/>
                  <a:pt x="13540" y="11644"/>
                </a:cubicBezTo>
                <a:cubicBezTo>
                  <a:pt x="13540" y="11657"/>
                  <a:pt x="13501" y="11689"/>
                  <a:pt x="13456" y="11717"/>
                </a:cubicBezTo>
                <a:cubicBezTo>
                  <a:pt x="13411" y="11744"/>
                  <a:pt x="13381" y="11792"/>
                  <a:pt x="13381" y="11820"/>
                </a:cubicBezTo>
                <a:cubicBezTo>
                  <a:pt x="13381" y="11848"/>
                  <a:pt x="13368" y="11863"/>
                  <a:pt x="13352" y="11856"/>
                </a:cubicBezTo>
                <a:cubicBezTo>
                  <a:pt x="13336" y="11850"/>
                  <a:pt x="13315" y="11864"/>
                  <a:pt x="13305" y="11887"/>
                </a:cubicBezTo>
                <a:cubicBezTo>
                  <a:pt x="13293" y="11917"/>
                  <a:pt x="13262" y="11929"/>
                  <a:pt x="13193" y="11929"/>
                </a:cubicBezTo>
                <a:cubicBezTo>
                  <a:pt x="13132" y="11929"/>
                  <a:pt x="13000" y="11967"/>
                  <a:pt x="12845" y="12032"/>
                </a:cubicBezTo>
                <a:cubicBezTo>
                  <a:pt x="12710" y="12090"/>
                  <a:pt x="12582" y="12157"/>
                  <a:pt x="12563" y="12178"/>
                </a:cubicBezTo>
                <a:cubicBezTo>
                  <a:pt x="12537" y="12208"/>
                  <a:pt x="12526" y="12166"/>
                  <a:pt x="12526" y="12014"/>
                </a:cubicBezTo>
                <a:lnTo>
                  <a:pt x="12526" y="11820"/>
                </a:lnTo>
                <a:lnTo>
                  <a:pt x="12601" y="11862"/>
                </a:lnTo>
                <a:cubicBezTo>
                  <a:pt x="12708" y="11928"/>
                  <a:pt x="12944" y="11928"/>
                  <a:pt x="13033" y="11862"/>
                </a:cubicBezTo>
                <a:cubicBezTo>
                  <a:pt x="13155" y="11772"/>
                  <a:pt x="13189" y="11686"/>
                  <a:pt x="13165" y="11522"/>
                </a:cubicBezTo>
                <a:cubicBezTo>
                  <a:pt x="13152" y="11438"/>
                  <a:pt x="13130" y="11300"/>
                  <a:pt x="13118" y="11219"/>
                </a:cubicBezTo>
                <a:cubicBezTo>
                  <a:pt x="13095" y="11067"/>
                  <a:pt x="13074" y="11019"/>
                  <a:pt x="13014" y="11019"/>
                </a:cubicBezTo>
                <a:cubicBezTo>
                  <a:pt x="12963" y="11019"/>
                  <a:pt x="12821" y="10943"/>
                  <a:pt x="12845" y="10927"/>
                </a:cubicBezTo>
                <a:close/>
                <a:moveTo>
                  <a:pt x="7377" y="11243"/>
                </a:moveTo>
                <a:cubicBezTo>
                  <a:pt x="7427" y="11241"/>
                  <a:pt x="7452" y="11255"/>
                  <a:pt x="7452" y="11292"/>
                </a:cubicBezTo>
                <a:cubicBezTo>
                  <a:pt x="7452" y="11312"/>
                  <a:pt x="7470" y="11340"/>
                  <a:pt x="7489" y="11352"/>
                </a:cubicBezTo>
                <a:cubicBezTo>
                  <a:pt x="7509" y="11365"/>
                  <a:pt x="7536" y="11404"/>
                  <a:pt x="7546" y="11444"/>
                </a:cubicBezTo>
                <a:cubicBezTo>
                  <a:pt x="7555" y="11483"/>
                  <a:pt x="7576" y="11530"/>
                  <a:pt x="7593" y="11541"/>
                </a:cubicBezTo>
                <a:cubicBezTo>
                  <a:pt x="7609" y="11552"/>
                  <a:pt x="7621" y="11595"/>
                  <a:pt x="7621" y="11638"/>
                </a:cubicBezTo>
                <a:cubicBezTo>
                  <a:pt x="7621" y="11699"/>
                  <a:pt x="7602" y="11716"/>
                  <a:pt x="7536" y="11735"/>
                </a:cubicBezTo>
                <a:cubicBezTo>
                  <a:pt x="7490" y="11749"/>
                  <a:pt x="7452" y="11778"/>
                  <a:pt x="7452" y="11802"/>
                </a:cubicBezTo>
                <a:cubicBezTo>
                  <a:pt x="7452" y="11824"/>
                  <a:pt x="7437" y="11850"/>
                  <a:pt x="7414" y="11856"/>
                </a:cubicBezTo>
                <a:cubicBezTo>
                  <a:pt x="7381" y="11866"/>
                  <a:pt x="7381" y="11871"/>
                  <a:pt x="7414" y="11881"/>
                </a:cubicBezTo>
                <a:cubicBezTo>
                  <a:pt x="7437" y="11887"/>
                  <a:pt x="7451" y="11910"/>
                  <a:pt x="7452" y="11929"/>
                </a:cubicBezTo>
                <a:cubicBezTo>
                  <a:pt x="7452" y="11949"/>
                  <a:pt x="7521" y="12006"/>
                  <a:pt x="7602" y="12057"/>
                </a:cubicBezTo>
                <a:cubicBezTo>
                  <a:pt x="7718" y="12129"/>
                  <a:pt x="7752" y="12159"/>
                  <a:pt x="7752" y="12215"/>
                </a:cubicBezTo>
                <a:cubicBezTo>
                  <a:pt x="7752" y="12259"/>
                  <a:pt x="7729" y="12291"/>
                  <a:pt x="7696" y="12299"/>
                </a:cubicBezTo>
                <a:cubicBezTo>
                  <a:pt x="7633" y="12315"/>
                  <a:pt x="7653" y="12318"/>
                  <a:pt x="7546" y="12275"/>
                </a:cubicBezTo>
                <a:cubicBezTo>
                  <a:pt x="7496" y="12255"/>
                  <a:pt x="7452" y="12230"/>
                  <a:pt x="7452" y="12221"/>
                </a:cubicBezTo>
                <a:cubicBezTo>
                  <a:pt x="7452" y="12212"/>
                  <a:pt x="7430" y="12202"/>
                  <a:pt x="7395" y="12202"/>
                </a:cubicBezTo>
                <a:cubicBezTo>
                  <a:pt x="7360" y="12202"/>
                  <a:pt x="7323" y="12184"/>
                  <a:pt x="7311" y="12160"/>
                </a:cubicBezTo>
                <a:cubicBezTo>
                  <a:pt x="7283" y="12102"/>
                  <a:pt x="6960" y="12014"/>
                  <a:pt x="6785" y="12014"/>
                </a:cubicBezTo>
                <a:cubicBezTo>
                  <a:pt x="6709" y="12014"/>
                  <a:pt x="6633" y="12007"/>
                  <a:pt x="6615" y="11996"/>
                </a:cubicBezTo>
                <a:cubicBezTo>
                  <a:pt x="6560" y="11962"/>
                  <a:pt x="6286" y="11868"/>
                  <a:pt x="6240" y="11868"/>
                </a:cubicBezTo>
                <a:cubicBezTo>
                  <a:pt x="6215" y="11868"/>
                  <a:pt x="6175" y="11846"/>
                  <a:pt x="6155" y="11820"/>
                </a:cubicBezTo>
                <a:cubicBezTo>
                  <a:pt x="6048" y="11680"/>
                  <a:pt x="6078" y="11609"/>
                  <a:pt x="6277" y="11553"/>
                </a:cubicBezTo>
                <a:cubicBezTo>
                  <a:pt x="6348" y="11533"/>
                  <a:pt x="6409" y="11513"/>
                  <a:pt x="6409" y="11504"/>
                </a:cubicBezTo>
                <a:cubicBezTo>
                  <a:pt x="6409" y="11495"/>
                  <a:pt x="6439" y="11486"/>
                  <a:pt x="6475" y="11486"/>
                </a:cubicBezTo>
                <a:cubicBezTo>
                  <a:pt x="6511" y="11486"/>
                  <a:pt x="6540" y="11479"/>
                  <a:pt x="6540" y="11468"/>
                </a:cubicBezTo>
                <a:cubicBezTo>
                  <a:pt x="6540" y="11456"/>
                  <a:pt x="6579" y="11444"/>
                  <a:pt x="6625" y="11444"/>
                </a:cubicBezTo>
                <a:cubicBezTo>
                  <a:pt x="6670" y="11444"/>
                  <a:pt x="6708" y="11431"/>
                  <a:pt x="6719" y="11413"/>
                </a:cubicBezTo>
                <a:cubicBezTo>
                  <a:pt x="6732" y="11391"/>
                  <a:pt x="6788" y="11383"/>
                  <a:pt x="6888" y="11383"/>
                </a:cubicBezTo>
                <a:cubicBezTo>
                  <a:pt x="7008" y="11383"/>
                  <a:pt x="7062" y="11366"/>
                  <a:pt x="7179" y="11304"/>
                </a:cubicBezTo>
                <a:cubicBezTo>
                  <a:pt x="7255" y="11264"/>
                  <a:pt x="7326" y="11245"/>
                  <a:pt x="7377" y="11243"/>
                </a:cubicBezTo>
                <a:close/>
                <a:moveTo>
                  <a:pt x="15457" y="12840"/>
                </a:moveTo>
                <a:cubicBezTo>
                  <a:pt x="15468" y="12851"/>
                  <a:pt x="15501" y="12864"/>
                  <a:pt x="15532" y="12864"/>
                </a:cubicBezTo>
                <a:cubicBezTo>
                  <a:pt x="15659" y="12864"/>
                  <a:pt x="15798" y="13050"/>
                  <a:pt x="15720" y="13119"/>
                </a:cubicBezTo>
                <a:cubicBezTo>
                  <a:pt x="15698" y="13139"/>
                  <a:pt x="15656" y="13155"/>
                  <a:pt x="15636" y="13155"/>
                </a:cubicBezTo>
                <a:cubicBezTo>
                  <a:pt x="15615" y="13155"/>
                  <a:pt x="15598" y="13168"/>
                  <a:pt x="15598" y="13180"/>
                </a:cubicBezTo>
                <a:cubicBezTo>
                  <a:pt x="15598" y="13191"/>
                  <a:pt x="15557" y="13198"/>
                  <a:pt x="15504" y="13198"/>
                </a:cubicBezTo>
                <a:cubicBezTo>
                  <a:pt x="15452" y="13198"/>
                  <a:pt x="15400" y="13214"/>
                  <a:pt x="15391" y="13228"/>
                </a:cubicBezTo>
                <a:cubicBezTo>
                  <a:pt x="15379" y="13249"/>
                  <a:pt x="15375" y="13244"/>
                  <a:pt x="15373" y="13222"/>
                </a:cubicBezTo>
                <a:cubicBezTo>
                  <a:pt x="15371" y="13207"/>
                  <a:pt x="15356" y="13202"/>
                  <a:pt x="15335" y="13210"/>
                </a:cubicBezTo>
                <a:cubicBezTo>
                  <a:pt x="15314" y="13218"/>
                  <a:pt x="15306" y="13221"/>
                  <a:pt x="15316" y="13210"/>
                </a:cubicBezTo>
                <a:cubicBezTo>
                  <a:pt x="15345" y="13181"/>
                  <a:pt x="15237" y="13044"/>
                  <a:pt x="15147" y="12998"/>
                </a:cubicBezTo>
                <a:lnTo>
                  <a:pt x="15072" y="12961"/>
                </a:lnTo>
                <a:lnTo>
                  <a:pt x="15194" y="12888"/>
                </a:lnTo>
                <a:cubicBezTo>
                  <a:pt x="15321" y="12818"/>
                  <a:pt x="15420" y="12800"/>
                  <a:pt x="15457" y="1284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2"/>
          <p:cNvSpPr txBox="1"/>
          <p:nvPr/>
        </p:nvSpPr>
        <p:spPr>
          <a:xfrm>
            <a:off x="457199" y="330288"/>
            <a:ext cx="8394194" cy="4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Сколько стоит и когда полетит?</a:t>
            </a:r>
            <a:endParaRPr/>
          </a:p>
        </p:txBody>
      </p:sp>
      <p:sp>
        <p:nvSpPr>
          <p:cNvPr id="716" name="Google Shape;716;p42"/>
          <p:cNvSpPr txBox="1"/>
          <p:nvPr/>
        </p:nvSpPr>
        <p:spPr>
          <a:xfrm>
            <a:off x="463473" y="1065682"/>
            <a:ext cx="7277969" cy="294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Корректировка оценки бюджета (Tech CapEx) 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Текущая оценка (1 программист + 1 AI-инженер) признана утопичной. 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Для создания RAG-инфраструктуры (работа с документами банков без галлюцинаций AI), системы антифрода и тяжелых API-интеграций требуется полноценная core-команда: 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Tech Lead / Архитектор 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Backend / Frontend инженера 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AI/Data инженера 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QA 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PM </a:t>
            </a:r>
            <a:endParaRPr/>
          </a:p>
        </p:txBody>
      </p:sp>
      <p:pic>
        <p:nvPicPr>
          <p:cNvPr descr="isolated-3d-plane-vector-jet-flight-travel_107791-20373.avif" id="717" name="Google Shape;717;p42"/>
          <p:cNvPicPr preferRelativeResize="0"/>
          <p:nvPr/>
        </p:nvPicPr>
        <p:blipFill rotWithShape="1">
          <a:blip r:embed="rId3">
            <a:alphaModFix/>
          </a:blip>
          <a:srcRect b="26828" l="9064" r="8987" t="14971"/>
          <a:stretch/>
        </p:blipFill>
        <p:spPr>
          <a:xfrm>
            <a:off x="6492199" y="349507"/>
            <a:ext cx="1172815" cy="491877"/>
          </a:xfrm>
          <a:custGeom>
            <a:rect b="b" l="l" r="r" t="t"/>
            <a:pathLst>
              <a:path extrusionOk="0" h="21582" w="21577">
                <a:moveTo>
                  <a:pt x="16811" y="0"/>
                </a:moveTo>
                <a:cubicBezTo>
                  <a:pt x="16505" y="1"/>
                  <a:pt x="16190" y="49"/>
                  <a:pt x="15993" y="157"/>
                </a:cubicBezTo>
                <a:cubicBezTo>
                  <a:pt x="15618" y="363"/>
                  <a:pt x="14706" y="1044"/>
                  <a:pt x="14547" y="1236"/>
                </a:cubicBezTo>
                <a:cubicBezTo>
                  <a:pt x="14478" y="1320"/>
                  <a:pt x="14256" y="1526"/>
                  <a:pt x="14051" y="1689"/>
                </a:cubicBezTo>
                <a:cubicBezTo>
                  <a:pt x="13846" y="1853"/>
                  <a:pt x="13573" y="2105"/>
                  <a:pt x="13445" y="2246"/>
                </a:cubicBezTo>
                <a:cubicBezTo>
                  <a:pt x="13316" y="2388"/>
                  <a:pt x="13149" y="2533"/>
                  <a:pt x="13072" y="2577"/>
                </a:cubicBezTo>
                <a:cubicBezTo>
                  <a:pt x="12995" y="2622"/>
                  <a:pt x="12772" y="2808"/>
                  <a:pt x="12576" y="2978"/>
                </a:cubicBezTo>
                <a:cubicBezTo>
                  <a:pt x="12380" y="3148"/>
                  <a:pt x="12029" y="3433"/>
                  <a:pt x="11795" y="3622"/>
                </a:cubicBezTo>
                <a:cubicBezTo>
                  <a:pt x="11560" y="3812"/>
                  <a:pt x="11291" y="4082"/>
                  <a:pt x="11203" y="4214"/>
                </a:cubicBezTo>
                <a:cubicBezTo>
                  <a:pt x="11115" y="4347"/>
                  <a:pt x="10941" y="4536"/>
                  <a:pt x="10809" y="4632"/>
                </a:cubicBezTo>
                <a:cubicBezTo>
                  <a:pt x="10677" y="4729"/>
                  <a:pt x="10459" y="4884"/>
                  <a:pt x="10327" y="4980"/>
                </a:cubicBezTo>
                <a:cubicBezTo>
                  <a:pt x="9868" y="5315"/>
                  <a:pt x="9181" y="6200"/>
                  <a:pt x="9181" y="6461"/>
                </a:cubicBezTo>
                <a:cubicBezTo>
                  <a:pt x="9181" y="6520"/>
                  <a:pt x="9166" y="6596"/>
                  <a:pt x="9151" y="6617"/>
                </a:cubicBezTo>
                <a:cubicBezTo>
                  <a:pt x="9113" y="6673"/>
                  <a:pt x="8229" y="6278"/>
                  <a:pt x="8056" y="6130"/>
                </a:cubicBezTo>
                <a:cubicBezTo>
                  <a:pt x="7976" y="6062"/>
                  <a:pt x="7814" y="5959"/>
                  <a:pt x="7698" y="5903"/>
                </a:cubicBezTo>
                <a:cubicBezTo>
                  <a:pt x="7582" y="5848"/>
                  <a:pt x="7383" y="5731"/>
                  <a:pt x="7260" y="5642"/>
                </a:cubicBezTo>
                <a:cubicBezTo>
                  <a:pt x="7137" y="5554"/>
                  <a:pt x="6825" y="5423"/>
                  <a:pt x="6567" y="5346"/>
                </a:cubicBezTo>
                <a:cubicBezTo>
                  <a:pt x="5784" y="5115"/>
                  <a:pt x="5081" y="5283"/>
                  <a:pt x="4807" y="5781"/>
                </a:cubicBezTo>
                <a:cubicBezTo>
                  <a:pt x="4606" y="6146"/>
                  <a:pt x="4551" y="6454"/>
                  <a:pt x="4551" y="7175"/>
                </a:cubicBezTo>
                <a:cubicBezTo>
                  <a:pt x="4551" y="7860"/>
                  <a:pt x="4606" y="8860"/>
                  <a:pt x="4653" y="9003"/>
                </a:cubicBezTo>
                <a:cubicBezTo>
                  <a:pt x="4669" y="9051"/>
                  <a:pt x="4698" y="9238"/>
                  <a:pt x="4712" y="9421"/>
                </a:cubicBezTo>
                <a:cubicBezTo>
                  <a:pt x="4742" y="9815"/>
                  <a:pt x="4855" y="10194"/>
                  <a:pt x="5114" y="10797"/>
                </a:cubicBezTo>
                <a:lnTo>
                  <a:pt x="5303" y="11249"/>
                </a:lnTo>
                <a:lnTo>
                  <a:pt x="5114" y="11441"/>
                </a:lnTo>
                <a:cubicBezTo>
                  <a:pt x="5011" y="11547"/>
                  <a:pt x="4920" y="11632"/>
                  <a:pt x="4916" y="11633"/>
                </a:cubicBezTo>
                <a:cubicBezTo>
                  <a:pt x="4856" y="11647"/>
                  <a:pt x="4018" y="8788"/>
                  <a:pt x="4018" y="8568"/>
                </a:cubicBezTo>
                <a:cubicBezTo>
                  <a:pt x="4018" y="8513"/>
                  <a:pt x="4004" y="8444"/>
                  <a:pt x="3989" y="8428"/>
                </a:cubicBezTo>
                <a:cubicBezTo>
                  <a:pt x="3974" y="8413"/>
                  <a:pt x="3875" y="8076"/>
                  <a:pt x="3770" y="7680"/>
                </a:cubicBezTo>
                <a:cubicBezTo>
                  <a:pt x="2595" y="3257"/>
                  <a:pt x="2419" y="2769"/>
                  <a:pt x="2032" y="2769"/>
                </a:cubicBezTo>
                <a:cubicBezTo>
                  <a:pt x="1830" y="2769"/>
                  <a:pt x="1602" y="3090"/>
                  <a:pt x="1477" y="3535"/>
                </a:cubicBezTo>
                <a:cubicBezTo>
                  <a:pt x="1370" y="3917"/>
                  <a:pt x="1369" y="3915"/>
                  <a:pt x="1375" y="5085"/>
                </a:cubicBezTo>
                <a:cubicBezTo>
                  <a:pt x="1378" y="5729"/>
                  <a:pt x="1393" y="6300"/>
                  <a:pt x="1412" y="6356"/>
                </a:cubicBezTo>
                <a:cubicBezTo>
                  <a:pt x="1431" y="6412"/>
                  <a:pt x="1456" y="6651"/>
                  <a:pt x="1470" y="6896"/>
                </a:cubicBezTo>
                <a:cubicBezTo>
                  <a:pt x="1484" y="7141"/>
                  <a:pt x="1513" y="7361"/>
                  <a:pt x="1528" y="7384"/>
                </a:cubicBezTo>
                <a:cubicBezTo>
                  <a:pt x="1544" y="7406"/>
                  <a:pt x="1566" y="7614"/>
                  <a:pt x="1579" y="7836"/>
                </a:cubicBezTo>
                <a:cubicBezTo>
                  <a:pt x="1593" y="8059"/>
                  <a:pt x="1615" y="8277"/>
                  <a:pt x="1631" y="8324"/>
                </a:cubicBezTo>
                <a:cubicBezTo>
                  <a:pt x="1646" y="8371"/>
                  <a:pt x="1675" y="8636"/>
                  <a:pt x="1689" y="8916"/>
                </a:cubicBezTo>
                <a:cubicBezTo>
                  <a:pt x="1703" y="9196"/>
                  <a:pt x="1725" y="9461"/>
                  <a:pt x="1740" y="9508"/>
                </a:cubicBezTo>
                <a:cubicBezTo>
                  <a:pt x="1755" y="9555"/>
                  <a:pt x="1788" y="9912"/>
                  <a:pt x="1813" y="10309"/>
                </a:cubicBezTo>
                <a:cubicBezTo>
                  <a:pt x="1838" y="10706"/>
                  <a:pt x="1869" y="11076"/>
                  <a:pt x="1886" y="11128"/>
                </a:cubicBezTo>
                <a:cubicBezTo>
                  <a:pt x="1903" y="11179"/>
                  <a:pt x="1932" y="11519"/>
                  <a:pt x="1945" y="11876"/>
                </a:cubicBezTo>
                <a:cubicBezTo>
                  <a:pt x="1957" y="12233"/>
                  <a:pt x="1974" y="12521"/>
                  <a:pt x="1988" y="12521"/>
                </a:cubicBezTo>
                <a:cubicBezTo>
                  <a:pt x="2056" y="12521"/>
                  <a:pt x="2095" y="15627"/>
                  <a:pt x="2032" y="16021"/>
                </a:cubicBezTo>
                <a:cubicBezTo>
                  <a:pt x="1971" y="16403"/>
                  <a:pt x="1884" y="16453"/>
                  <a:pt x="1134" y="16508"/>
                </a:cubicBezTo>
                <a:cubicBezTo>
                  <a:pt x="464" y="16558"/>
                  <a:pt x="430" y="16564"/>
                  <a:pt x="346" y="16752"/>
                </a:cubicBezTo>
                <a:cubicBezTo>
                  <a:pt x="297" y="16861"/>
                  <a:pt x="199" y="17005"/>
                  <a:pt x="134" y="17083"/>
                </a:cubicBezTo>
                <a:cubicBezTo>
                  <a:pt x="58" y="17173"/>
                  <a:pt x="13" y="17298"/>
                  <a:pt x="2" y="17431"/>
                </a:cubicBezTo>
                <a:cubicBezTo>
                  <a:pt x="-8" y="17565"/>
                  <a:pt x="17" y="17718"/>
                  <a:pt x="75" y="17849"/>
                </a:cubicBezTo>
                <a:cubicBezTo>
                  <a:pt x="162" y="18043"/>
                  <a:pt x="668" y="18377"/>
                  <a:pt x="1119" y="18546"/>
                </a:cubicBezTo>
                <a:cubicBezTo>
                  <a:pt x="1287" y="18609"/>
                  <a:pt x="1375" y="18693"/>
                  <a:pt x="1397" y="18790"/>
                </a:cubicBezTo>
                <a:cubicBezTo>
                  <a:pt x="1518" y="19314"/>
                  <a:pt x="1885" y="19943"/>
                  <a:pt x="2310" y="20357"/>
                </a:cubicBezTo>
                <a:cubicBezTo>
                  <a:pt x="2750" y="20786"/>
                  <a:pt x="3552" y="21172"/>
                  <a:pt x="4573" y="21471"/>
                </a:cubicBezTo>
                <a:cubicBezTo>
                  <a:pt x="4873" y="21559"/>
                  <a:pt x="5525" y="21599"/>
                  <a:pt x="6209" y="21576"/>
                </a:cubicBezTo>
                <a:cubicBezTo>
                  <a:pt x="6893" y="21553"/>
                  <a:pt x="7604" y="21479"/>
                  <a:pt x="8020" y="21367"/>
                </a:cubicBezTo>
                <a:cubicBezTo>
                  <a:pt x="8372" y="21272"/>
                  <a:pt x="8812" y="21156"/>
                  <a:pt x="8998" y="21106"/>
                </a:cubicBezTo>
                <a:cubicBezTo>
                  <a:pt x="9392" y="20999"/>
                  <a:pt x="9955" y="20774"/>
                  <a:pt x="10159" y="20653"/>
                </a:cubicBezTo>
                <a:cubicBezTo>
                  <a:pt x="10889" y="20218"/>
                  <a:pt x="12410" y="19127"/>
                  <a:pt x="12809" y="18755"/>
                </a:cubicBezTo>
                <a:cubicBezTo>
                  <a:pt x="12878" y="18691"/>
                  <a:pt x="13125" y="18505"/>
                  <a:pt x="13364" y="18319"/>
                </a:cubicBezTo>
                <a:cubicBezTo>
                  <a:pt x="13735" y="18033"/>
                  <a:pt x="13802" y="17992"/>
                  <a:pt x="13802" y="18111"/>
                </a:cubicBezTo>
                <a:cubicBezTo>
                  <a:pt x="13802" y="18322"/>
                  <a:pt x="13940" y="18894"/>
                  <a:pt x="14065" y="19208"/>
                </a:cubicBezTo>
                <a:cubicBezTo>
                  <a:pt x="14143" y="19401"/>
                  <a:pt x="14247" y="19538"/>
                  <a:pt x="14416" y="19660"/>
                </a:cubicBezTo>
                <a:cubicBezTo>
                  <a:pt x="14935" y="20036"/>
                  <a:pt x="16271" y="19693"/>
                  <a:pt x="16657" y="19086"/>
                </a:cubicBezTo>
                <a:cubicBezTo>
                  <a:pt x="16832" y="18811"/>
                  <a:pt x="16935" y="18274"/>
                  <a:pt x="16935" y="17606"/>
                </a:cubicBezTo>
                <a:cubicBezTo>
                  <a:pt x="16935" y="17332"/>
                  <a:pt x="16923" y="17090"/>
                  <a:pt x="16906" y="17066"/>
                </a:cubicBezTo>
                <a:cubicBezTo>
                  <a:pt x="16889" y="17041"/>
                  <a:pt x="16859" y="16859"/>
                  <a:pt x="16847" y="16648"/>
                </a:cubicBezTo>
                <a:cubicBezTo>
                  <a:pt x="16835" y="16436"/>
                  <a:pt x="16799" y="16156"/>
                  <a:pt x="16767" y="16038"/>
                </a:cubicBezTo>
                <a:cubicBezTo>
                  <a:pt x="16735" y="15920"/>
                  <a:pt x="16716" y="15812"/>
                  <a:pt x="16723" y="15794"/>
                </a:cubicBezTo>
                <a:cubicBezTo>
                  <a:pt x="16731" y="15777"/>
                  <a:pt x="16943" y="15610"/>
                  <a:pt x="17198" y="15411"/>
                </a:cubicBezTo>
                <a:cubicBezTo>
                  <a:pt x="18337" y="14524"/>
                  <a:pt x="19031" y="13741"/>
                  <a:pt x="19695" y="12573"/>
                </a:cubicBezTo>
                <a:cubicBezTo>
                  <a:pt x="20017" y="12007"/>
                  <a:pt x="21131" y="9393"/>
                  <a:pt x="21345" y="8707"/>
                </a:cubicBezTo>
                <a:cubicBezTo>
                  <a:pt x="21423" y="8459"/>
                  <a:pt x="21491" y="8191"/>
                  <a:pt x="21491" y="8115"/>
                </a:cubicBezTo>
                <a:cubicBezTo>
                  <a:pt x="21491" y="8039"/>
                  <a:pt x="21511" y="7929"/>
                  <a:pt x="21535" y="7871"/>
                </a:cubicBezTo>
                <a:cubicBezTo>
                  <a:pt x="21592" y="7735"/>
                  <a:pt x="21591" y="5929"/>
                  <a:pt x="21535" y="5642"/>
                </a:cubicBezTo>
                <a:cubicBezTo>
                  <a:pt x="21513" y="5530"/>
                  <a:pt x="21453" y="5220"/>
                  <a:pt x="21404" y="4963"/>
                </a:cubicBezTo>
                <a:cubicBezTo>
                  <a:pt x="21282" y="4334"/>
                  <a:pt x="21112" y="4031"/>
                  <a:pt x="20608" y="3535"/>
                </a:cubicBezTo>
                <a:cubicBezTo>
                  <a:pt x="20378" y="3309"/>
                  <a:pt x="20068" y="2974"/>
                  <a:pt x="19914" y="2804"/>
                </a:cubicBezTo>
                <a:cubicBezTo>
                  <a:pt x="19760" y="2634"/>
                  <a:pt x="19581" y="2483"/>
                  <a:pt x="19520" y="2455"/>
                </a:cubicBezTo>
                <a:cubicBezTo>
                  <a:pt x="19405" y="2404"/>
                  <a:pt x="19286" y="2207"/>
                  <a:pt x="19286" y="2072"/>
                </a:cubicBezTo>
                <a:cubicBezTo>
                  <a:pt x="19286" y="1964"/>
                  <a:pt x="19114" y="1614"/>
                  <a:pt x="18906" y="1289"/>
                </a:cubicBezTo>
                <a:cubicBezTo>
                  <a:pt x="18743" y="1033"/>
                  <a:pt x="18182" y="551"/>
                  <a:pt x="17577" y="157"/>
                </a:cubicBezTo>
                <a:cubicBezTo>
                  <a:pt x="17413" y="50"/>
                  <a:pt x="17116" y="-1"/>
                  <a:pt x="16811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3"/>
          <p:cNvSpPr txBox="1"/>
          <p:nvPr/>
        </p:nvSpPr>
        <p:spPr>
          <a:xfrm>
            <a:off x="457199" y="330288"/>
            <a:ext cx="5741185" cy="42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F7FB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F5F7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Результат через 90 дней</a:t>
            </a:r>
            <a:endParaRPr/>
          </a:p>
        </p:txBody>
      </p:sp>
      <p:sp>
        <p:nvSpPr>
          <p:cNvPr id="723" name="Google Shape;723;p43"/>
          <p:cNvSpPr txBox="1"/>
          <p:nvPr/>
        </p:nvSpPr>
        <p:spPr>
          <a:xfrm>
            <a:off x="236091" y="1088056"/>
            <a:ext cx="6868734" cy="2190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228600" lvl="1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Запущенный MVP-роутер. 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Работает интеграция с базой ЦФ. 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Клиент может пройти квиз, получить 3 релевантных офера (по жестким правилам) и оформить заявку. 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 этому моменту должны быть юридически подписаны прямые договоры с первыми 3-5 МФО/банками (процесс начинается уже сегодня).</a:t>
            </a:r>
            <a:endParaRPr/>
          </a:p>
        </p:txBody>
      </p:sp>
      <p:pic>
        <p:nvPicPr>
          <p:cNvPr descr="round-purple-clock-with-green-hands-3d-icon-clock-face-dial-as-symbol-time-3d-vector-illustration-white-background-time-management-organization-deadline-sports-concept_778687-1044.avif" id="724" name="Google Shape;724;p43"/>
          <p:cNvPicPr preferRelativeResize="0"/>
          <p:nvPr/>
        </p:nvPicPr>
        <p:blipFill rotWithShape="1">
          <a:blip r:embed="rId3">
            <a:alphaModFix/>
          </a:blip>
          <a:srcRect b="13307" l="13856" r="13872" t="14211"/>
          <a:stretch/>
        </p:blipFill>
        <p:spPr>
          <a:xfrm>
            <a:off x="4960354" y="226983"/>
            <a:ext cx="626270" cy="628097"/>
          </a:xfrm>
          <a:custGeom>
            <a:rect b="b" l="l" r="r" t="t"/>
            <a:pathLst>
              <a:path extrusionOk="0" h="21557" w="21599">
                <a:moveTo>
                  <a:pt x="13373" y="28"/>
                </a:moveTo>
                <a:cubicBezTo>
                  <a:pt x="13025" y="-28"/>
                  <a:pt x="10883" y="6"/>
                  <a:pt x="10704" y="69"/>
                </a:cubicBezTo>
                <a:cubicBezTo>
                  <a:pt x="10637" y="92"/>
                  <a:pt x="10465" y="127"/>
                  <a:pt x="10320" y="151"/>
                </a:cubicBezTo>
                <a:cubicBezTo>
                  <a:pt x="9721" y="250"/>
                  <a:pt x="9563" y="279"/>
                  <a:pt x="9526" y="314"/>
                </a:cubicBezTo>
                <a:cubicBezTo>
                  <a:pt x="9505" y="334"/>
                  <a:pt x="9468" y="355"/>
                  <a:pt x="9431" y="355"/>
                </a:cubicBezTo>
                <a:cubicBezTo>
                  <a:pt x="9356" y="355"/>
                  <a:pt x="8429" y="647"/>
                  <a:pt x="8308" y="709"/>
                </a:cubicBezTo>
                <a:cubicBezTo>
                  <a:pt x="8267" y="730"/>
                  <a:pt x="8143" y="782"/>
                  <a:pt x="8021" y="832"/>
                </a:cubicBezTo>
                <a:cubicBezTo>
                  <a:pt x="7054" y="1227"/>
                  <a:pt x="5946" y="1879"/>
                  <a:pt x="5146" y="2507"/>
                </a:cubicBezTo>
                <a:cubicBezTo>
                  <a:pt x="5034" y="2595"/>
                  <a:pt x="4871" y="2712"/>
                  <a:pt x="4791" y="2766"/>
                </a:cubicBezTo>
                <a:cubicBezTo>
                  <a:pt x="4611" y="2885"/>
                  <a:pt x="3170" y="4284"/>
                  <a:pt x="2929" y="4577"/>
                </a:cubicBezTo>
                <a:cubicBezTo>
                  <a:pt x="2832" y="4695"/>
                  <a:pt x="2603" y="5012"/>
                  <a:pt x="2409" y="5272"/>
                </a:cubicBezTo>
                <a:cubicBezTo>
                  <a:pt x="2095" y="5693"/>
                  <a:pt x="1975" y="5858"/>
                  <a:pt x="1642" y="6416"/>
                </a:cubicBezTo>
                <a:cubicBezTo>
                  <a:pt x="1533" y="6601"/>
                  <a:pt x="908" y="7846"/>
                  <a:pt x="835" y="8023"/>
                </a:cubicBezTo>
                <a:cubicBezTo>
                  <a:pt x="673" y="8413"/>
                  <a:pt x="469" y="9020"/>
                  <a:pt x="383" y="9372"/>
                </a:cubicBezTo>
                <a:cubicBezTo>
                  <a:pt x="361" y="9460"/>
                  <a:pt x="322" y="9573"/>
                  <a:pt x="301" y="9617"/>
                </a:cubicBezTo>
                <a:cubicBezTo>
                  <a:pt x="279" y="9661"/>
                  <a:pt x="240" y="9795"/>
                  <a:pt x="219" y="9917"/>
                </a:cubicBezTo>
                <a:cubicBezTo>
                  <a:pt x="197" y="10038"/>
                  <a:pt x="159" y="10228"/>
                  <a:pt x="137" y="10339"/>
                </a:cubicBezTo>
                <a:cubicBezTo>
                  <a:pt x="42" y="10798"/>
                  <a:pt x="1" y="11487"/>
                  <a:pt x="0" y="12178"/>
                </a:cubicBezTo>
                <a:cubicBezTo>
                  <a:pt x="-1" y="12868"/>
                  <a:pt x="43" y="13560"/>
                  <a:pt x="137" y="14017"/>
                </a:cubicBezTo>
                <a:cubicBezTo>
                  <a:pt x="220" y="14423"/>
                  <a:pt x="269" y="14612"/>
                  <a:pt x="301" y="14670"/>
                </a:cubicBezTo>
                <a:cubicBezTo>
                  <a:pt x="319" y="14704"/>
                  <a:pt x="339" y="14785"/>
                  <a:pt x="356" y="14861"/>
                </a:cubicBezTo>
                <a:cubicBezTo>
                  <a:pt x="372" y="14938"/>
                  <a:pt x="408" y="15016"/>
                  <a:pt x="424" y="15038"/>
                </a:cubicBezTo>
                <a:cubicBezTo>
                  <a:pt x="441" y="15060"/>
                  <a:pt x="464" y="15135"/>
                  <a:pt x="479" y="15202"/>
                </a:cubicBezTo>
                <a:cubicBezTo>
                  <a:pt x="494" y="15268"/>
                  <a:pt x="531" y="15381"/>
                  <a:pt x="561" y="15447"/>
                </a:cubicBezTo>
                <a:cubicBezTo>
                  <a:pt x="591" y="15513"/>
                  <a:pt x="681" y="15725"/>
                  <a:pt x="766" y="15924"/>
                </a:cubicBezTo>
                <a:cubicBezTo>
                  <a:pt x="851" y="16123"/>
                  <a:pt x="968" y="16354"/>
                  <a:pt x="1013" y="16428"/>
                </a:cubicBezTo>
                <a:cubicBezTo>
                  <a:pt x="1237" y="16795"/>
                  <a:pt x="1726" y="17510"/>
                  <a:pt x="1861" y="17667"/>
                </a:cubicBezTo>
                <a:cubicBezTo>
                  <a:pt x="2021" y="17853"/>
                  <a:pt x="2539" y="18381"/>
                  <a:pt x="2669" y="18484"/>
                </a:cubicBezTo>
                <a:cubicBezTo>
                  <a:pt x="2710" y="18518"/>
                  <a:pt x="2867" y="18642"/>
                  <a:pt x="3011" y="18757"/>
                </a:cubicBezTo>
                <a:cubicBezTo>
                  <a:pt x="3155" y="18872"/>
                  <a:pt x="3292" y="18987"/>
                  <a:pt x="3326" y="19016"/>
                </a:cubicBezTo>
                <a:cubicBezTo>
                  <a:pt x="3601" y="19245"/>
                  <a:pt x="3771" y="19370"/>
                  <a:pt x="3805" y="19370"/>
                </a:cubicBezTo>
                <a:cubicBezTo>
                  <a:pt x="3827" y="19370"/>
                  <a:pt x="3852" y="19377"/>
                  <a:pt x="3860" y="19397"/>
                </a:cubicBezTo>
                <a:cubicBezTo>
                  <a:pt x="3875" y="19438"/>
                  <a:pt x="4207" y="19715"/>
                  <a:pt x="4517" y="19942"/>
                </a:cubicBezTo>
                <a:cubicBezTo>
                  <a:pt x="5596" y="20733"/>
                  <a:pt x="6747" y="21215"/>
                  <a:pt x="8021" y="21426"/>
                </a:cubicBezTo>
                <a:cubicBezTo>
                  <a:pt x="8187" y="21454"/>
                  <a:pt x="8343" y="21493"/>
                  <a:pt x="8377" y="21508"/>
                </a:cubicBezTo>
                <a:cubicBezTo>
                  <a:pt x="8410" y="21523"/>
                  <a:pt x="8620" y="21541"/>
                  <a:pt x="8842" y="21549"/>
                </a:cubicBezTo>
                <a:cubicBezTo>
                  <a:pt x="9464" y="21572"/>
                  <a:pt x="10852" y="21536"/>
                  <a:pt x="10895" y="21495"/>
                </a:cubicBezTo>
                <a:cubicBezTo>
                  <a:pt x="10916" y="21474"/>
                  <a:pt x="11011" y="21455"/>
                  <a:pt x="11101" y="21454"/>
                </a:cubicBezTo>
                <a:cubicBezTo>
                  <a:pt x="11190" y="21453"/>
                  <a:pt x="11340" y="21432"/>
                  <a:pt x="11429" y="21413"/>
                </a:cubicBezTo>
                <a:cubicBezTo>
                  <a:pt x="11812" y="21331"/>
                  <a:pt x="12291" y="21216"/>
                  <a:pt x="12497" y="21154"/>
                </a:cubicBezTo>
                <a:cubicBezTo>
                  <a:pt x="12619" y="21118"/>
                  <a:pt x="12791" y="21068"/>
                  <a:pt x="12880" y="21045"/>
                </a:cubicBezTo>
                <a:cubicBezTo>
                  <a:pt x="12969" y="21022"/>
                  <a:pt x="13074" y="20984"/>
                  <a:pt x="13113" y="20963"/>
                </a:cubicBezTo>
                <a:cubicBezTo>
                  <a:pt x="13151" y="20943"/>
                  <a:pt x="13337" y="20878"/>
                  <a:pt x="13523" y="20814"/>
                </a:cubicBezTo>
                <a:cubicBezTo>
                  <a:pt x="13709" y="20749"/>
                  <a:pt x="13948" y="20653"/>
                  <a:pt x="14057" y="20596"/>
                </a:cubicBezTo>
                <a:cubicBezTo>
                  <a:pt x="14166" y="20538"/>
                  <a:pt x="14279" y="20487"/>
                  <a:pt x="14303" y="20487"/>
                </a:cubicBezTo>
                <a:cubicBezTo>
                  <a:pt x="14328" y="20487"/>
                  <a:pt x="14425" y="20446"/>
                  <a:pt x="14522" y="20391"/>
                </a:cubicBezTo>
                <a:cubicBezTo>
                  <a:pt x="14620" y="20337"/>
                  <a:pt x="14757" y="20260"/>
                  <a:pt x="14824" y="20228"/>
                </a:cubicBezTo>
                <a:cubicBezTo>
                  <a:pt x="15188" y="20051"/>
                  <a:pt x="16452" y="19230"/>
                  <a:pt x="16630" y="19056"/>
                </a:cubicBezTo>
                <a:cubicBezTo>
                  <a:pt x="16679" y="19009"/>
                  <a:pt x="16754" y="18956"/>
                  <a:pt x="16795" y="18934"/>
                </a:cubicBezTo>
                <a:cubicBezTo>
                  <a:pt x="16988" y="18829"/>
                  <a:pt x="18189" y="17703"/>
                  <a:pt x="18410" y="17422"/>
                </a:cubicBezTo>
                <a:cubicBezTo>
                  <a:pt x="18454" y="17365"/>
                  <a:pt x="18605" y="17194"/>
                  <a:pt x="18738" y="17041"/>
                </a:cubicBezTo>
                <a:cubicBezTo>
                  <a:pt x="19245" y="16457"/>
                  <a:pt x="19543" y="16042"/>
                  <a:pt x="19929" y="15379"/>
                </a:cubicBezTo>
                <a:cubicBezTo>
                  <a:pt x="20089" y="15103"/>
                  <a:pt x="20237" y="14853"/>
                  <a:pt x="20258" y="14820"/>
                </a:cubicBezTo>
                <a:cubicBezTo>
                  <a:pt x="20305" y="14742"/>
                  <a:pt x="20562" y="14211"/>
                  <a:pt x="20655" y="14003"/>
                </a:cubicBezTo>
                <a:cubicBezTo>
                  <a:pt x="20694" y="13915"/>
                  <a:pt x="20769" y="13746"/>
                  <a:pt x="20819" y="13635"/>
                </a:cubicBezTo>
                <a:cubicBezTo>
                  <a:pt x="20869" y="13525"/>
                  <a:pt x="20974" y="13241"/>
                  <a:pt x="21051" y="13009"/>
                </a:cubicBezTo>
                <a:cubicBezTo>
                  <a:pt x="21186" y="12604"/>
                  <a:pt x="21244" y="12394"/>
                  <a:pt x="21366" y="11865"/>
                </a:cubicBezTo>
                <a:cubicBezTo>
                  <a:pt x="21397" y="11732"/>
                  <a:pt x="21439" y="11542"/>
                  <a:pt x="21462" y="11442"/>
                </a:cubicBezTo>
                <a:cubicBezTo>
                  <a:pt x="21555" y="11040"/>
                  <a:pt x="21599" y="10314"/>
                  <a:pt x="21599" y="9590"/>
                </a:cubicBezTo>
                <a:cubicBezTo>
                  <a:pt x="21599" y="8866"/>
                  <a:pt x="21555" y="8150"/>
                  <a:pt x="21462" y="7751"/>
                </a:cubicBezTo>
                <a:cubicBezTo>
                  <a:pt x="21439" y="7652"/>
                  <a:pt x="21403" y="7480"/>
                  <a:pt x="21380" y="7370"/>
                </a:cubicBezTo>
                <a:cubicBezTo>
                  <a:pt x="21357" y="7259"/>
                  <a:pt x="21318" y="7145"/>
                  <a:pt x="21298" y="7124"/>
                </a:cubicBezTo>
                <a:cubicBezTo>
                  <a:pt x="21277" y="7103"/>
                  <a:pt x="21257" y="7047"/>
                  <a:pt x="21257" y="7002"/>
                </a:cubicBezTo>
                <a:cubicBezTo>
                  <a:pt x="21257" y="6914"/>
                  <a:pt x="21088" y="6410"/>
                  <a:pt x="20942" y="6076"/>
                </a:cubicBezTo>
                <a:cubicBezTo>
                  <a:pt x="20576" y="5237"/>
                  <a:pt x="20163" y="4632"/>
                  <a:pt x="19245" y="3569"/>
                </a:cubicBezTo>
                <a:cubicBezTo>
                  <a:pt x="19056" y="3351"/>
                  <a:pt x="18752" y="3003"/>
                  <a:pt x="18574" y="2793"/>
                </a:cubicBezTo>
                <a:cubicBezTo>
                  <a:pt x="17849" y="1937"/>
                  <a:pt x="17395" y="1546"/>
                  <a:pt x="16411" y="981"/>
                </a:cubicBezTo>
                <a:cubicBezTo>
                  <a:pt x="16195" y="857"/>
                  <a:pt x="15992" y="750"/>
                  <a:pt x="15973" y="750"/>
                </a:cubicBezTo>
                <a:cubicBezTo>
                  <a:pt x="15955" y="750"/>
                  <a:pt x="15865" y="715"/>
                  <a:pt x="15768" y="668"/>
                </a:cubicBezTo>
                <a:cubicBezTo>
                  <a:pt x="15521" y="550"/>
                  <a:pt x="15018" y="379"/>
                  <a:pt x="14605" y="273"/>
                </a:cubicBezTo>
                <a:cubicBezTo>
                  <a:pt x="14505" y="248"/>
                  <a:pt x="14360" y="212"/>
                  <a:pt x="14290" y="191"/>
                </a:cubicBezTo>
                <a:cubicBezTo>
                  <a:pt x="14220" y="171"/>
                  <a:pt x="14048" y="130"/>
                  <a:pt x="13906" y="110"/>
                </a:cubicBezTo>
                <a:cubicBezTo>
                  <a:pt x="13765" y="89"/>
                  <a:pt x="13528" y="53"/>
                  <a:pt x="13373" y="28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